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4" r:id="rId1"/>
  </p:sldMasterIdLst>
  <p:notesMasterIdLst>
    <p:notesMasterId r:id="rId20"/>
  </p:notesMasterIdLst>
  <p:sldIdLst>
    <p:sldId id="256" r:id="rId2"/>
    <p:sldId id="258" r:id="rId3"/>
    <p:sldId id="350" r:id="rId4"/>
    <p:sldId id="260" r:id="rId5"/>
    <p:sldId id="264" r:id="rId6"/>
    <p:sldId id="262" r:id="rId7"/>
    <p:sldId id="352" r:id="rId8"/>
    <p:sldId id="354" r:id="rId9"/>
    <p:sldId id="267" r:id="rId10"/>
    <p:sldId id="305" r:id="rId11"/>
    <p:sldId id="353" r:id="rId12"/>
    <p:sldId id="271" r:id="rId13"/>
    <p:sldId id="355" r:id="rId14"/>
    <p:sldId id="308" r:id="rId15"/>
    <p:sldId id="357" r:id="rId16"/>
    <p:sldId id="289" r:id="rId17"/>
    <p:sldId id="358" r:id="rId18"/>
    <p:sldId id="315" r:id="rId19"/>
  </p:sldIdLst>
  <p:sldSz cx="9144000" cy="5143500" type="screen16x9"/>
  <p:notesSz cx="6858000" cy="9144000"/>
  <p:embeddedFontLst>
    <p:embeddedFont>
      <p:font typeface="Gaegu" pitchFamily="2" charset="0"/>
      <p:regular r:id="rId21"/>
      <p:bold r:id="rId22"/>
    </p:embeddedFont>
    <p:embeddedFont>
      <p:font typeface="Varela Round" panose="00000500000000000000" pitchFamily="2" charset="-79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9BDA35-4310-4EB9-9F4C-79B130D54595}">
  <a:tblStyle styleId="{E69BDA35-4310-4EB9-9F4C-79B130D5459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>
        <p:scale>
          <a:sx n="100" d="100"/>
          <a:sy n="100" d="100"/>
        </p:scale>
        <p:origin x="90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0" name="Google Shape;413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1" name="Google Shape;413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1" name="Google Shape;4191;gc8f6cc2c49_0_4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2" name="Google Shape;4192;gc8f6cc2c49_0_4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0">
          <a:extLst>
            <a:ext uri="{FF2B5EF4-FFF2-40B4-BE49-F238E27FC236}">
              <a16:creationId xmlns:a16="http://schemas.microsoft.com/office/drawing/2014/main" id="{90B72D91-0C26-46B9-5E9D-EEED412A1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1" name="Google Shape;4191;gc8f6cc2c49_0_497:notes">
            <a:extLst>
              <a:ext uri="{FF2B5EF4-FFF2-40B4-BE49-F238E27FC236}">
                <a16:creationId xmlns:a16="http://schemas.microsoft.com/office/drawing/2014/main" id="{20595A02-FEF6-EDC8-F947-0E0031FE84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92" name="Google Shape;4192;gc8f6cc2c49_0_497:notes">
            <a:extLst>
              <a:ext uri="{FF2B5EF4-FFF2-40B4-BE49-F238E27FC236}">
                <a16:creationId xmlns:a16="http://schemas.microsoft.com/office/drawing/2014/main" id="{B607B2C8-66EB-0E51-CD1D-E8F2E0DD53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23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6" name="Google Shape;4236;gc94c3d5336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7" name="Google Shape;4237;gc94c3d5336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" name="Google Shape;4337;gc94c3d5336_0_4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8" name="Google Shape;4338;gc94c3d5336_0_4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9" name="Google Shape;4299;gc8f6cc2c49_0_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0" name="Google Shape;4300;gc8f6cc2c49_0_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9">
          <a:extLst>
            <a:ext uri="{FF2B5EF4-FFF2-40B4-BE49-F238E27FC236}">
              <a16:creationId xmlns:a16="http://schemas.microsoft.com/office/drawing/2014/main" id="{DA0BC723-6A09-9CAB-291F-B85DAEE58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0" name="Google Shape;4370;gc94c3d5336_0_350:notes">
            <a:extLst>
              <a:ext uri="{FF2B5EF4-FFF2-40B4-BE49-F238E27FC236}">
                <a16:creationId xmlns:a16="http://schemas.microsoft.com/office/drawing/2014/main" id="{2A41A77D-5633-4108-F401-45F2BD6045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1" name="Google Shape;4371;gc94c3d5336_0_350:notes">
            <a:extLst>
              <a:ext uri="{FF2B5EF4-FFF2-40B4-BE49-F238E27FC236}">
                <a16:creationId xmlns:a16="http://schemas.microsoft.com/office/drawing/2014/main" id="{A0FFCCD6-A5E3-F18F-7D70-4CF9E8399A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189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6">
          <a:extLst>
            <a:ext uri="{FF2B5EF4-FFF2-40B4-BE49-F238E27FC236}">
              <a16:creationId xmlns:a16="http://schemas.microsoft.com/office/drawing/2014/main" id="{406784A7-9385-CED5-01DD-6FA958FCD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" name="Google Shape;4337;gc94c3d5336_0_445:notes">
            <a:extLst>
              <a:ext uri="{FF2B5EF4-FFF2-40B4-BE49-F238E27FC236}">
                <a16:creationId xmlns:a16="http://schemas.microsoft.com/office/drawing/2014/main" id="{109631AC-CB92-8BAA-FCFF-AE312F54CB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8" name="Google Shape;4338;gc94c3d5336_0_445:notes">
            <a:extLst>
              <a:ext uri="{FF2B5EF4-FFF2-40B4-BE49-F238E27FC236}">
                <a16:creationId xmlns:a16="http://schemas.microsoft.com/office/drawing/2014/main" id="{04720B3B-9BAA-C391-B4C9-38518060FE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961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0" name="Google Shape;4420;gd499d911e8_1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1" name="Google Shape;4421;gd499d911e8_1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9" name="Google Shape;5769;gc7b73d66cd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0" name="Google Shape;5770;gc7b73d66cd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6">
          <a:extLst>
            <a:ext uri="{FF2B5EF4-FFF2-40B4-BE49-F238E27FC236}">
              <a16:creationId xmlns:a16="http://schemas.microsoft.com/office/drawing/2014/main" id="{DB16CA86-78EE-B303-B1FC-C417D8216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" name="Google Shape;4337;gc94c3d5336_0_445:notes">
            <a:extLst>
              <a:ext uri="{FF2B5EF4-FFF2-40B4-BE49-F238E27FC236}">
                <a16:creationId xmlns:a16="http://schemas.microsoft.com/office/drawing/2014/main" id="{B2B18292-036A-EEE6-5320-24486D862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8" name="Google Shape;4338;gc94c3d5336_0_445:notes">
            <a:extLst>
              <a:ext uri="{FF2B5EF4-FFF2-40B4-BE49-F238E27FC236}">
                <a16:creationId xmlns:a16="http://schemas.microsoft.com/office/drawing/2014/main" id="{E931B736-2E5F-463B-2410-E0815794C2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05789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7" name="Google Shape;4537;gd499d911e8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8" name="Google Shape;4538;gd499d911e8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6">
          <a:extLst>
            <a:ext uri="{FF2B5EF4-FFF2-40B4-BE49-F238E27FC236}">
              <a16:creationId xmlns:a16="http://schemas.microsoft.com/office/drawing/2014/main" id="{58DB5C5E-56B1-881E-8973-D0B560E0A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" name="Google Shape;4337;gc94c3d5336_0_445:notes">
            <a:extLst>
              <a:ext uri="{FF2B5EF4-FFF2-40B4-BE49-F238E27FC236}">
                <a16:creationId xmlns:a16="http://schemas.microsoft.com/office/drawing/2014/main" id="{51A8D110-5765-7EB0-0E60-901E7F604A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8" name="Google Shape;4338;gc94c3d5336_0_445:notes">
            <a:extLst>
              <a:ext uri="{FF2B5EF4-FFF2-40B4-BE49-F238E27FC236}">
                <a16:creationId xmlns:a16="http://schemas.microsoft.com/office/drawing/2014/main" id="{9368ABE9-7EB5-E05F-57DA-A8B3B27BBC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38552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4" name="Google Shape;5964;gca1a8d16bc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5" name="Google Shape;5965;gca1a8d16bc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6">
          <a:extLst>
            <a:ext uri="{FF2B5EF4-FFF2-40B4-BE49-F238E27FC236}">
              <a16:creationId xmlns:a16="http://schemas.microsoft.com/office/drawing/2014/main" id="{54060095-9350-2DF3-69DC-DA839012B2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7" name="Google Shape;4337;gc94c3d5336_0_445:notes">
            <a:extLst>
              <a:ext uri="{FF2B5EF4-FFF2-40B4-BE49-F238E27FC236}">
                <a16:creationId xmlns:a16="http://schemas.microsoft.com/office/drawing/2014/main" id="{B7F0E393-6FBE-AD1D-516D-923C945991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8" name="Google Shape;4338;gc94c3d5336_0_445:notes">
            <a:extLst>
              <a:ext uri="{FF2B5EF4-FFF2-40B4-BE49-F238E27FC236}">
                <a16:creationId xmlns:a16="http://schemas.microsoft.com/office/drawing/2014/main" id="{9B6F5E4B-69CD-A871-9271-E628B3E192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2181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6" name="Google Shape;5326;gd764c3e1fc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7" name="Google Shape;5327;gd764c3e1fc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0">
          <a:extLst>
            <a:ext uri="{FF2B5EF4-FFF2-40B4-BE49-F238E27FC236}">
              <a16:creationId xmlns:a16="http://schemas.microsoft.com/office/drawing/2014/main" id="{15AF3C5F-396F-5D3D-59E9-0AD9BB4397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1" name="Google Shape;6121;gca1a8d16bc_0_1175:notes">
            <a:extLst>
              <a:ext uri="{FF2B5EF4-FFF2-40B4-BE49-F238E27FC236}">
                <a16:creationId xmlns:a16="http://schemas.microsoft.com/office/drawing/2014/main" id="{B13207D5-6A04-D7FF-7B50-23688D002E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22" name="Google Shape;6122;gca1a8d16bc_0_1175:notes">
            <a:extLst>
              <a:ext uri="{FF2B5EF4-FFF2-40B4-BE49-F238E27FC236}">
                <a16:creationId xmlns:a16="http://schemas.microsoft.com/office/drawing/2014/main" id="{77681CBC-BC7E-2E72-F8EA-773DE1FDC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5626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0" name="Google Shape;6170;gca1a8d16bc_0_15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1" name="Google Shape;6171;gca1a8d16bc_0_15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0" name="Google Shape;10;p2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8" name="Google Shape;68;p2"/>
          <p:cNvSpPr/>
          <p:nvPr/>
        </p:nvSpPr>
        <p:spPr>
          <a:xfrm>
            <a:off x="946050" y="1089175"/>
            <a:ext cx="7251900" cy="338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2"/>
          <p:cNvGrpSpPr/>
          <p:nvPr/>
        </p:nvGrpSpPr>
        <p:grpSpPr>
          <a:xfrm>
            <a:off x="875100" y="2141450"/>
            <a:ext cx="7449534" cy="2329875"/>
            <a:chOff x="875100" y="2141450"/>
            <a:chExt cx="7449534" cy="2329875"/>
          </a:xfrm>
        </p:grpSpPr>
        <p:sp>
          <p:nvSpPr>
            <p:cNvPr id="70" name="Google Shape;70;p2"/>
            <p:cNvSpPr/>
            <p:nvPr/>
          </p:nvSpPr>
          <p:spPr>
            <a:xfrm>
              <a:off x="875100" y="3115925"/>
              <a:ext cx="7449534" cy="1263272"/>
            </a:xfrm>
            <a:custGeom>
              <a:avLst/>
              <a:gdLst/>
              <a:ahLst/>
              <a:cxnLst/>
              <a:rect l="l" t="t" r="r" b="b"/>
              <a:pathLst>
                <a:path w="92280" h="72187" extrusionOk="0">
                  <a:moveTo>
                    <a:pt x="73965" y="0"/>
                  </a:moveTo>
                  <a:cubicBezTo>
                    <a:pt x="71241" y="0"/>
                    <a:pt x="68528" y="633"/>
                    <a:pt x="66136" y="1964"/>
                  </a:cubicBezTo>
                  <a:cubicBezTo>
                    <a:pt x="62952" y="3754"/>
                    <a:pt x="60306" y="6580"/>
                    <a:pt x="56824" y="7674"/>
                  </a:cubicBezTo>
                  <a:cubicBezTo>
                    <a:pt x="55680" y="8036"/>
                    <a:pt x="54508" y="8192"/>
                    <a:pt x="53328" y="8192"/>
                  </a:cubicBezTo>
                  <a:cubicBezTo>
                    <a:pt x="50488" y="8192"/>
                    <a:pt x="47603" y="7286"/>
                    <a:pt x="44946" y="6162"/>
                  </a:cubicBezTo>
                  <a:cubicBezTo>
                    <a:pt x="41206" y="4570"/>
                    <a:pt x="37585" y="2501"/>
                    <a:pt x="33566" y="1844"/>
                  </a:cubicBezTo>
                  <a:cubicBezTo>
                    <a:pt x="32573" y="1682"/>
                    <a:pt x="31585" y="1606"/>
                    <a:pt x="30604" y="1606"/>
                  </a:cubicBezTo>
                  <a:cubicBezTo>
                    <a:pt x="25317" y="1606"/>
                    <a:pt x="20260" y="3836"/>
                    <a:pt x="15997" y="6958"/>
                  </a:cubicBezTo>
                  <a:cubicBezTo>
                    <a:pt x="11540" y="10221"/>
                    <a:pt x="8138" y="14856"/>
                    <a:pt x="5711" y="19910"/>
                  </a:cubicBezTo>
                  <a:cubicBezTo>
                    <a:pt x="4636" y="22119"/>
                    <a:pt x="3761" y="24426"/>
                    <a:pt x="3065" y="26734"/>
                  </a:cubicBezTo>
                  <a:cubicBezTo>
                    <a:pt x="1194" y="32962"/>
                    <a:pt x="1" y="40503"/>
                    <a:pt x="1950" y="46830"/>
                  </a:cubicBezTo>
                  <a:cubicBezTo>
                    <a:pt x="3025" y="50292"/>
                    <a:pt x="5154" y="53316"/>
                    <a:pt x="7462" y="56101"/>
                  </a:cubicBezTo>
                  <a:cubicBezTo>
                    <a:pt x="13430" y="63403"/>
                    <a:pt x="21150" y="69790"/>
                    <a:pt x="30382" y="71700"/>
                  </a:cubicBezTo>
                  <a:cubicBezTo>
                    <a:pt x="31973" y="72026"/>
                    <a:pt x="33611" y="72186"/>
                    <a:pt x="35253" y="72186"/>
                  </a:cubicBezTo>
                  <a:cubicBezTo>
                    <a:pt x="43141" y="72186"/>
                    <a:pt x="51141" y="68475"/>
                    <a:pt x="54616" y="61493"/>
                  </a:cubicBezTo>
                  <a:cubicBezTo>
                    <a:pt x="56128" y="58449"/>
                    <a:pt x="56725" y="55027"/>
                    <a:pt x="57899" y="51843"/>
                  </a:cubicBezTo>
                  <a:cubicBezTo>
                    <a:pt x="59948" y="46312"/>
                    <a:pt x="63828" y="41478"/>
                    <a:pt x="68802" y="38274"/>
                  </a:cubicBezTo>
                  <a:cubicBezTo>
                    <a:pt x="74532" y="34593"/>
                    <a:pt x="81675" y="32982"/>
                    <a:pt x="86370" y="28048"/>
                  </a:cubicBezTo>
                  <a:cubicBezTo>
                    <a:pt x="91802" y="22317"/>
                    <a:pt x="92279" y="12568"/>
                    <a:pt x="87445" y="6321"/>
                  </a:cubicBezTo>
                  <a:cubicBezTo>
                    <a:pt x="84285" y="2251"/>
                    <a:pt x="79103" y="0"/>
                    <a:pt x="7396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946050" y="3372125"/>
              <a:ext cx="7251900" cy="1099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2"/>
            <p:cNvSpPr/>
            <p:nvPr/>
          </p:nvSpPr>
          <p:spPr>
            <a:xfrm rot="2700000">
              <a:off x="1301006" y="2510697"/>
              <a:ext cx="1248769" cy="1555144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2"/>
            <p:cNvSpPr/>
            <p:nvPr/>
          </p:nvSpPr>
          <p:spPr>
            <a:xfrm rot="3190588">
              <a:off x="2984816" y="2437407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2"/>
            <p:cNvSpPr/>
            <p:nvPr/>
          </p:nvSpPr>
          <p:spPr>
            <a:xfrm rot="7609412" flipH="1">
              <a:off x="4730016" y="2437394"/>
              <a:ext cx="1248751" cy="1555122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2"/>
            <p:cNvSpPr/>
            <p:nvPr/>
          </p:nvSpPr>
          <p:spPr>
            <a:xfrm rot="3337315">
              <a:off x="6443445" y="2313459"/>
              <a:ext cx="1368488" cy="180411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2"/>
            <p:cNvSpPr/>
            <p:nvPr/>
          </p:nvSpPr>
          <p:spPr>
            <a:xfrm rot="3337232">
              <a:off x="6792150" y="2572869"/>
              <a:ext cx="1105604" cy="1457516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7" name="Google Shape;77;p2"/>
          <p:cNvGrpSpPr/>
          <p:nvPr/>
        </p:nvGrpSpPr>
        <p:grpSpPr>
          <a:xfrm>
            <a:off x="7664500" y="1118112"/>
            <a:ext cx="533450" cy="911862"/>
            <a:chOff x="478350" y="474400"/>
            <a:chExt cx="344250" cy="588450"/>
          </a:xfrm>
        </p:grpSpPr>
        <p:sp>
          <p:nvSpPr>
            <p:cNvPr id="78" name="Google Shape;78;p2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Google Shape;80;p2"/>
          <p:cNvSpPr/>
          <p:nvPr/>
        </p:nvSpPr>
        <p:spPr>
          <a:xfrm rot="3251181" flipH="1">
            <a:off x="622582" y="2760365"/>
            <a:ext cx="788446" cy="631808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lt2"/>
          </a:solidFill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2"/>
          <p:cNvGrpSpPr/>
          <p:nvPr/>
        </p:nvGrpSpPr>
        <p:grpSpPr>
          <a:xfrm>
            <a:off x="946050" y="672163"/>
            <a:ext cx="7251900" cy="417000"/>
            <a:chOff x="946050" y="672163"/>
            <a:chExt cx="7251900" cy="417000"/>
          </a:xfrm>
        </p:grpSpPr>
        <p:sp>
          <p:nvSpPr>
            <p:cNvPr id="82" name="Google Shape;82;p2"/>
            <p:cNvSpPr/>
            <p:nvPr/>
          </p:nvSpPr>
          <p:spPr>
            <a:xfrm>
              <a:off x="946050" y="672163"/>
              <a:ext cx="7251900" cy="417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83" name="Google Shape;83;p2"/>
            <p:cNvGrpSpPr/>
            <p:nvPr/>
          </p:nvGrpSpPr>
          <p:grpSpPr>
            <a:xfrm>
              <a:off x="7209519" y="794061"/>
              <a:ext cx="789243" cy="171052"/>
              <a:chOff x="733775" y="310686"/>
              <a:chExt cx="789243" cy="171052"/>
            </a:xfrm>
          </p:grpSpPr>
          <p:sp>
            <p:nvSpPr>
              <p:cNvPr id="84" name="Google Shape;84;p2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85" name="Google Shape;85;p2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86" name="Google Shape;86;p2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87" name="Google Shape;87;p2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88" name="Google Shape;88;p2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89" name="Google Shape;89;p2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90" name="Google Shape;90;p2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91" name="Google Shape;91;p2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92" name="Google Shape;92;p2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93" name="Google Shape;93;p2"/>
            <p:cNvGrpSpPr/>
            <p:nvPr/>
          </p:nvGrpSpPr>
          <p:grpSpPr>
            <a:xfrm>
              <a:off x="1145239" y="777487"/>
              <a:ext cx="800559" cy="204209"/>
              <a:chOff x="747420" y="664537"/>
              <a:chExt cx="800559" cy="204209"/>
            </a:xfrm>
          </p:grpSpPr>
          <p:grpSp>
            <p:nvGrpSpPr>
              <p:cNvPr id="94" name="Google Shape;94;p2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95" name="Google Shape;95;p2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96" name="Google Shape;96;p2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97" name="Google Shape;97;p2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98" name="Google Shape;98;p2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99" name="Google Shape;99;p2"/>
          <p:cNvSpPr/>
          <p:nvPr/>
        </p:nvSpPr>
        <p:spPr>
          <a:xfrm>
            <a:off x="946050" y="1089176"/>
            <a:ext cx="7251900" cy="3381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"/>
          <p:cNvSpPr txBox="1">
            <a:spLocks noGrp="1"/>
          </p:cNvSpPr>
          <p:nvPr>
            <p:ph type="ctrTitle"/>
          </p:nvPr>
        </p:nvSpPr>
        <p:spPr>
          <a:xfrm>
            <a:off x="1649100" y="1253838"/>
            <a:ext cx="5845800" cy="169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1" name="Google Shape;101;p2"/>
          <p:cNvSpPr txBox="1">
            <a:spLocks noGrp="1"/>
          </p:cNvSpPr>
          <p:nvPr>
            <p:ph type="subTitle" idx="1"/>
          </p:nvPr>
        </p:nvSpPr>
        <p:spPr>
          <a:xfrm>
            <a:off x="2050919" y="3476800"/>
            <a:ext cx="4583700" cy="541500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3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04" name="Google Shape;104;p3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3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3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3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3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3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3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3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3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3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3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3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3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3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3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3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3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3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3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140;p3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141;p3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3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3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3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3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3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3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3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3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3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3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3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3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3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3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3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3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3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3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3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3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" name="Google Shape;162;p3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"/>
          <p:cNvSpPr/>
          <p:nvPr/>
        </p:nvSpPr>
        <p:spPr>
          <a:xfrm rot="10586678">
            <a:off x="536386" y="571640"/>
            <a:ext cx="1729888" cy="1334604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3"/>
          <p:cNvGrpSpPr/>
          <p:nvPr/>
        </p:nvGrpSpPr>
        <p:grpSpPr>
          <a:xfrm>
            <a:off x="6794528" y="672184"/>
            <a:ext cx="1752839" cy="1484357"/>
            <a:chOff x="478350" y="433625"/>
            <a:chExt cx="811800" cy="687425"/>
          </a:xfrm>
        </p:grpSpPr>
        <p:sp>
          <p:nvSpPr>
            <p:cNvPr id="165" name="Google Shape;165;p3"/>
            <p:cNvSpPr/>
            <p:nvPr/>
          </p:nvSpPr>
          <p:spPr>
            <a:xfrm>
              <a:off x="505225" y="579850"/>
              <a:ext cx="5000" cy="5000"/>
            </a:xfrm>
            <a:custGeom>
              <a:avLst/>
              <a:gdLst/>
              <a:ahLst/>
              <a:cxnLst/>
              <a:rect l="l" t="t" r="r" b="b"/>
              <a:pathLst>
                <a:path w="200" h="200" extrusionOk="0">
                  <a:moveTo>
                    <a:pt x="120" y="200"/>
                  </a:moveTo>
                  <a:cubicBezTo>
                    <a:pt x="140" y="140"/>
                    <a:pt x="199" y="41"/>
                    <a:pt x="120" y="1"/>
                  </a:cubicBezTo>
                  <a:cubicBezTo>
                    <a:pt x="40" y="41"/>
                    <a:pt x="0" y="140"/>
                    <a:pt x="120" y="2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3"/>
            <p:cNvSpPr/>
            <p:nvPr/>
          </p:nvSpPr>
          <p:spPr>
            <a:xfrm>
              <a:off x="519650" y="589300"/>
              <a:ext cx="5000" cy="5000"/>
            </a:xfrm>
            <a:custGeom>
              <a:avLst/>
              <a:gdLst/>
              <a:ahLst/>
              <a:cxnLst/>
              <a:rect l="l" t="t" r="r" b="b"/>
              <a:pathLst>
                <a:path w="200" h="200" extrusionOk="0">
                  <a:moveTo>
                    <a:pt x="199" y="140"/>
                  </a:moveTo>
                  <a:cubicBezTo>
                    <a:pt x="179" y="120"/>
                    <a:pt x="159" y="100"/>
                    <a:pt x="179" y="41"/>
                  </a:cubicBezTo>
                  <a:lnTo>
                    <a:pt x="40" y="1"/>
                  </a:lnTo>
                  <a:lnTo>
                    <a:pt x="0" y="120"/>
                  </a:lnTo>
                  <a:cubicBezTo>
                    <a:pt x="80" y="140"/>
                    <a:pt x="179" y="200"/>
                    <a:pt x="199" y="14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3"/>
            <p:cNvSpPr/>
            <p:nvPr/>
          </p:nvSpPr>
          <p:spPr>
            <a:xfrm>
              <a:off x="618625" y="433625"/>
              <a:ext cx="671525" cy="687425"/>
            </a:xfrm>
            <a:custGeom>
              <a:avLst/>
              <a:gdLst/>
              <a:ahLst/>
              <a:cxnLst/>
              <a:rect l="l" t="t" r="r" b="b"/>
              <a:pathLst>
                <a:path w="26861" h="27497" extrusionOk="0">
                  <a:moveTo>
                    <a:pt x="26781" y="15479"/>
                  </a:moveTo>
                  <a:cubicBezTo>
                    <a:pt x="26721" y="14823"/>
                    <a:pt x="26701" y="14186"/>
                    <a:pt x="26582" y="13629"/>
                  </a:cubicBezTo>
                  <a:cubicBezTo>
                    <a:pt x="26542" y="13430"/>
                    <a:pt x="26443" y="13251"/>
                    <a:pt x="26403" y="13052"/>
                  </a:cubicBezTo>
                  <a:cubicBezTo>
                    <a:pt x="26224" y="12236"/>
                    <a:pt x="26164" y="11401"/>
                    <a:pt x="25945" y="10605"/>
                  </a:cubicBezTo>
                  <a:cubicBezTo>
                    <a:pt x="25866" y="10346"/>
                    <a:pt x="25726" y="10088"/>
                    <a:pt x="25647" y="9829"/>
                  </a:cubicBezTo>
                  <a:cubicBezTo>
                    <a:pt x="25567" y="9570"/>
                    <a:pt x="25567" y="9292"/>
                    <a:pt x="25488" y="9013"/>
                  </a:cubicBezTo>
                  <a:cubicBezTo>
                    <a:pt x="25408" y="8735"/>
                    <a:pt x="25289" y="8476"/>
                    <a:pt x="25189" y="8217"/>
                  </a:cubicBezTo>
                  <a:cubicBezTo>
                    <a:pt x="25070" y="7819"/>
                    <a:pt x="24851" y="7422"/>
                    <a:pt x="24712" y="7183"/>
                  </a:cubicBezTo>
                  <a:cubicBezTo>
                    <a:pt x="24592" y="6964"/>
                    <a:pt x="24553" y="6765"/>
                    <a:pt x="24473" y="6606"/>
                  </a:cubicBezTo>
                  <a:cubicBezTo>
                    <a:pt x="24334" y="6248"/>
                    <a:pt x="24095" y="5929"/>
                    <a:pt x="23896" y="5611"/>
                  </a:cubicBezTo>
                  <a:cubicBezTo>
                    <a:pt x="23836" y="5511"/>
                    <a:pt x="23856" y="5372"/>
                    <a:pt x="23797" y="5293"/>
                  </a:cubicBezTo>
                  <a:cubicBezTo>
                    <a:pt x="23737" y="5193"/>
                    <a:pt x="23598" y="5133"/>
                    <a:pt x="23538" y="5034"/>
                  </a:cubicBezTo>
                  <a:cubicBezTo>
                    <a:pt x="23538" y="5034"/>
                    <a:pt x="23538" y="4934"/>
                    <a:pt x="23498" y="4895"/>
                  </a:cubicBezTo>
                  <a:cubicBezTo>
                    <a:pt x="23319" y="4636"/>
                    <a:pt x="23160" y="4338"/>
                    <a:pt x="22961" y="4119"/>
                  </a:cubicBezTo>
                  <a:cubicBezTo>
                    <a:pt x="22881" y="4019"/>
                    <a:pt x="22782" y="3940"/>
                    <a:pt x="22702" y="3840"/>
                  </a:cubicBezTo>
                  <a:cubicBezTo>
                    <a:pt x="22603" y="3721"/>
                    <a:pt x="22523" y="3582"/>
                    <a:pt x="22503" y="3562"/>
                  </a:cubicBezTo>
                  <a:cubicBezTo>
                    <a:pt x="22424" y="3442"/>
                    <a:pt x="22284" y="3422"/>
                    <a:pt x="22185" y="3323"/>
                  </a:cubicBezTo>
                  <a:cubicBezTo>
                    <a:pt x="22145" y="3263"/>
                    <a:pt x="22165" y="3204"/>
                    <a:pt x="22145" y="3164"/>
                  </a:cubicBezTo>
                  <a:cubicBezTo>
                    <a:pt x="22105" y="3124"/>
                    <a:pt x="22006" y="3104"/>
                    <a:pt x="21966" y="3044"/>
                  </a:cubicBezTo>
                  <a:cubicBezTo>
                    <a:pt x="21707" y="2746"/>
                    <a:pt x="21409" y="2388"/>
                    <a:pt x="21051" y="2129"/>
                  </a:cubicBezTo>
                  <a:cubicBezTo>
                    <a:pt x="20951" y="2069"/>
                    <a:pt x="20832" y="2050"/>
                    <a:pt x="20752" y="1990"/>
                  </a:cubicBezTo>
                  <a:cubicBezTo>
                    <a:pt x="20633" y="1910"/>
                    <a:pt x="20553" y="1811"/>
                    <a:pt x="20454" y="1731"/>
                  </a:cubicBezTo>
                  <a:cubicBezTo>
                    <a:pt x="20255" y="1592"/>
                    <a:pt x="20056" y="1492"/>
                    <a:pt x="19837" y="1373"/>
                  </a:cubicBezTo>
                  <a:cubicBezTo>
                    <a:pt x="19419" y="1134"/>
                    <a:pt x="19002" y="955"/>
                    <a:pt x="18584" y="756"/>
                  </a:cubicBezTo>
                  <a:cubicBezTo>
                    <a:pt x="17768" y="398"/>
                    <a:pt x="16912" y="140"/>
                    <a:pt x="16077" y="40"/>
                  </a:cubicBezTo>
                  <a:cubicBezTo>
                    <a:pt x="15321" y="40"/>
                    <a:pt x="14604" y="0"/>
                    <a:pt x="13928" y="40"/>
                  </a:cubicBezTo>
                  <a:cubicBezTo>
                    <a:pt x="13829" y="40"/>
                    <a:pt x="13749" y="0"/>
                    <a:pt x="13649" y="20"/>
                  </a:cubicBezTo>
                  <a:cubicBezTo>
                    <a:pt x="13590" y="20"/>
                    <a:pt x="13510" y="80"/>
                    <a:pt x="13451" y="100"/>
                  </a:cubicBezTo>
                  <a:cubicBezTo>
                    <a:pt x="13271" y="120"/>
                    <a:pt x="13072" y="100"/>
                    <a:pt x="12913" y="120"/>
                  </a:cubicBezTo>
                  <a:cubicBezTo>
                    <a:pt x="12754" y="159"/>
                    <a:pt x="12595" y="219"/>
                    <a:pt x="12436" y="279"/>
                  </a:cubicBezTo>
                  <a:cubicBezTo>
                    <a:pt x="12356" y="299"/>
                    <a:pt x="12277" y="299"/>
                    <a:pt x="12197" y="319"/>
                  </a:cubicBezTo>
                  <a:cubicBezTo>
                    <a:pt x="12197" y="319"/>
                    <a:pt x="12157" y="418"/>
                    <a:pt x="12137" y="418"/>
                  </a:cubicBezTo>
                  <a:cubicBezTo>
                    <a:pt x="12098" y="458"/>
                    <a:pt x="12018" y="398"/>
                    <a:pt x="11978" y="418"/>
                  </a:cubicBezTo>
                  <a:cubicBezTo>
                    <a:pt x="11401" y="617"/>
                    <a:pt x="10765" y="756"/>
                    <a:pt x="10168" y="876"/>
                  </a:cubicBezTo>
                  <a:cubicBezTo>
                    <a:pt x="9790" y="955"/>
                    <a:pt x="9451" y="1055"/>
                    <a:pt x="9113" y="1174"/>
                  </a:cubicBezTo>
                  <a:cubicBezTo>
                    <a:pt x="6944" y="1393"/>
                    <a:pt x="5034" y="2030"/>
                    <a:pt x="3284" y="3960"/>
                  </a:cubicBezTo>
                  <a:cubicBezTo>
                    <a:pt x="3204" y="4039"/>
                    <a:pt x="3124" y="4139"/>
                    <a:pt x="3065" y="4238"/>
                  </a:cubicBezTo>
                  <a:cubicBezTo>
                    <a:pt x="3045" y="4218"/>
                    <a:pt x="3025" y="4198"/>
                    <a:pt x="3025" y="4198"/>
                  </a:cubicBezTo>
                  <a:cubicBezTo>
                    <a:pt x="2925" y="4079"/>
                    <a:pt x="2826" y="4159"/>
                    <a:pt x="2746" y="4178"/>
                  </a:cubicBezTo>
                  <a:cubicBezTo>
                    <a:pt x="2707" y="4198"/>
                    <a:pt x="2647" y="4238"/>
                    <a:pt x="2607" y="4278"/>
                  </a:cubicBezTo>
                  <a:cubicBezTo>
                    <a:pt x="2408" y="4417"/>
                    <a:pt x="2209" y="4636"/>
                    <a:pt x="2070" y="4895"/>
                  </a:cubicBezTo>
                  <a:cubicBezTo>
                    <a:pt x="2010" y="5034"/>
                    <a:pt x="2010" y="5153"/>
                    <a:pt x="1950" y="5293"/>
                  </a:cubicBezTo>
                  <a:cubicBezTo>
                    <a:pt x="1692" y="5790"/>
                    <a:pt x="1294" y="6287"/>
                    <a:pt x="1135" y="6765"/>
                  </a:cubicBezTo>
                  <a:cubicBezTo>
                    <a:pt x="1095" y="6964"/>
                    <a:pt x="1214" y="7262"/>
                    <a:pt x="956" y="7322"/>
                  </a:cubicBezTo>
                  <a:cubicBezTo>
                    <a:pt x="1055" y="7501"/>
                    <a:pt x="916" y="7800"/>
                    <a:pt x="816" y="8018"/>
                  </a:cubicBezTo>
                  <a:cubicBezTo>
                    <a:pt x="737" y="8138"/>
                    <a:pt x="677" y="8217"/>
                    <a:pt x="598" y="8277"/>
                  </a:cubicBezTo>
                  <a:cubicBezTo>
                    <a:pt x="538" y="9033"/>
                    <a:pt x="239" y="9789"/>
                    <a:pt x="160" y="10545"/>
                  </a:cubicBezTo>
                  <a:cubicBezTo>
                    <a:pt x="80" y="11301"/>
                    <a:pt x="1" y="12018"/>
                    <a:pt x="1" y="12674"/>
                  </a:cubicBezTo>
                  <a:cubicBezTo>
                    <a:pt x="21" y="13768"/>
                    <a:pt x="40" y="14743"/>
                    <a:pt x="200" y="15798"/>
                  </a:cubicBezTo>
                  <a:cubicBezTo>
                    <a:pt x="239" y="15957"/>
                    <a:pt x="319" y="16136"/>
                    <a:pt x="359" y="16315"/>
                  </a:cubicBezTo>
                  <a:cubicBezTo>
                    <a:pt x="418" y="16494"/>
                    <a:pt x="458" y="16673"/>
                    <a:pt x="518" y="16872"/>
                  </a:cubicBezTo>
                  <a:cubicBezTo>
                    <a:pt x="478" y="16912"/>
                    <a:pt x="498" y="16912"/>
                    <a:pt x="538" y="16932"/>
                  </a:cubicBezTo>
                  <a:cubicBezTo>
                    <a:pt x="598" y="17151"/>
                    <a:pt x="677" y="17370"/>
                    <a:pt x="757" y="17569"/>
                  </a:cubicBezTo>
                  <a:cubicBezTo>
                    <a:pt x="757" y="17608"/>
                    <a:pt x="757" y="17648"/>
                    <a:pt x="737" y="17688"/>
                  </a:cubicBezTo>
                  <a:cubicBezTo>
                    <a:pt x="777" y="17728"/>
                    <a:pt x="816" y="17768"/>
                    <a:pt x="836" y="17807"/>
                  </a:cubicBezTo>
                  <a:cubicBezTo>
                    <a:pt x="916" y="17986"/>
                    <a:pt x="1015" y="18185"/>
                    <a:pt x="1095" y="18364"/>
                  </a:cubicBezTo>
                  <a:cubicBezTo>
                    <a:pt x="1095" y="18364"/>
                    <a:pt x="1095" y="18384"/>
                    <a:pt x="1135" y="18424"/>
                  </a:cubicBezTo>
                  <a:cubicBezTo>
                    <a:pt x="1175" y="18504"/>
                    <a:pt x="1214" y="18583"/>
                    <a:pt x="1254" y="18683"/>
                  </a:cubicBezTo>
                  <a:cubicBezTo>
                    <a:pt x="1254" y="18742"/>
                    <a:pt x="1294" y="18802"/>
                    <a:pt x="1354" y="18842"/>
                  </a:cubicBezTo>
                  <a:cubicBezTo>
                    <a:pt x="1473" y="19041"/>
                    <a:pt x="1592" y="19220"/>
                    <a:pt x="1732" y="19419"/>
                  </a:cubicBezTo>
                  <a:cubicBezTo>
                    <a:pt x="3264" y="21588"/>
                    <a:pt x="5850" y="22841"/>
                    <a:pt x="8476" y="23299"/>
                  </a:cubicBezTo>
                  <a:cubicBezTo>
                    <a:pt x="10327" y="23637"/>
                    <a:pt x="12197" y="23617"/>
                    <a:pt x="14087" y="23518"/>
                  </a:cubicBezTo>
                  <a:cubicBezTo>
                    <a:pt x="13988" y="23537"/>
                    <a:pt x="13888" y="23557"/>
                    <a:pt x="13789" y="23577"/>
                  </a:cubicBezTo>
                  <a:cubicBezTo>
                    <a:pt x="13709" y="23597"/>
                    <a:pt x="13530" y="23617"/>
                    <a:pt x="13451" y="23657"/>
                  </a:cubicBezTo>
                  <a:cubicBezTo>
                    <a:pt x="13431" y="23657"/>
                    <a:pt x="13411" y="23756"/>
                    <a:pt x="13391" y="23756"/>
                  </a:cubicBezTo>
                  <a:cubicBezTo>
                    <a:pt x="13331" y="23776"/>
                    <a:pt x="13252" y="23717"/>
                    <a:pt x="13172" y="23717"/>
                  </a:cubicBezTo>
                  <a:cubicBezTo>
                    <a:pt x="12913" y="23717"/>
                    <a:pt x="12734" y="23736"/>
                    <a:pt x="12535" y="23736"/>
                  </a:cubicBezTo>
                  <a:cubicBezTo>
                    <a:pt x="12376" y="23736"/>
                    <a:pt x="12217" y="23796"/>
                    <a:pt x="12078" y="23677"/>
                  </a:cubicBezTo>
                  <a:cubicBezTo>
                    <a:pt x="11899" y="23717"/>
                    <a:pt x="11640" y="23796"/>
                    <a:pt x="11381" y="23836"/>
                  </a:cubicBezTo>
                  <a:cubicBezTo>
                    <a:pt x="11302" y="23856"/>
                    <a:pt x="11123" y="23876"/>
                    <a:pt x="11123" y="23876"/>
                  </a:cubicBezTo>
                  <a:cubicBezTo>
                    <a:pt x="11083" y="23876"/>
                    <a:pt x="11083" y="23836"/>
                    <a:pt x="11063" y="23836"/>
                  </a:cubicBezTo>
                  <a:cubicBezTo>
                    <a:pt x="10944" y="23856"/>
                    <a:pt x="10824" y="23915"/>
                    <a:pt x="10705" y="23915"/>
                  </a:cubicBezTo>
                  <a:cubicBezTo>
                    <a:pt x="10148" y="23955"/>
                    <a:pt x="9272" y="23537"/>
                    <a:pt x="9093" y="24194"/>
                  </a:cubicBezTo>
                  <a:cubicBezTo>
                    <a:pt x="9014" y="24492"/>
                    <a:pt x="9073" y="24711"/>
                    <a:pt x="9193" y="24851"/>
                  </a:cubicBezTo>
                  <a:cubicBezTo>
                    <a:pt x="9213" y="24890"/>
                    <a:pt x="9332" y="24871"/>
                    <a:pt x="9412" y="24930"/>
                  </a:cubicBezTo>
                  <a:cubicBezTo>
                    <a:pt x="9491" y="24970"/>
                    <a:pt x="9571" y="25010"/>
                    <a:pt x="9611" y="25109"/>
                  </a:cubicBezTo>
                  <a:cubicBezTo>
                    <a:pt x="10148" y="25109"/>
                    <a:pt x="10745" y="24990"/>
                    <a:pt x="11322" y="24950"/>
                  </a:cubicBezTo>
                  <a:cubicBezTo>
                    <a:pt x="11381" y="24930"/>
                    <a:pt x="11461" y="24890"/>
                    <a:pt x="11521" y="24890"/>
                  </a:cubicBezTo>
                  <a:cubicBezTo>
                    <a:pt x="11580" y="24890"/>
                    <a:pt x="11640" y="24950"/>
                    <a:pt x="11720" y="24950"/>
                  </a:cubicBezTo>
                  <a:cubicBezTo>
                    <a:pt x="11859" y="24930"/>
                    <a:pt x="12018" y="24851"/>
                    <a:pt x="12157" y="24851"/>
                  </a:cubicBezTo>
                  <a:cubicBezTo>
                    <a:pt x="12197" y="24831"/>
                    <a:pt x="12297" y="24890"/>
                    <a:pt x="12356" y="24890"/>
                  </a:cubicBezTo>
                  <a:cubicBezTo>
                    <a:pt x="12436" y="24890"/>
                    <a:pt x="12495" y="24851"/>
                    <a:pt x="12575" y="24831"/>
                  </a:cubicBezTo>
                  <a:cubicBezTo>
                    <a:pt x="12655" y="24831"/>
                    <a:pt x="12714" y="24890"/>
                    <a:pt x="12774" y="24890"/>
                  </a:cubicBezTo>
                  <a:cubicBezTo>
                    <a:pt x="13013" y="24871"/>
                    <a:pt x="13192" y="24751"/>
                    <a:pt x="13371" y="24910"/>
                  </a:cubicBezTo>
                  <a:cubicBezTo>
                    <a:pt x="13590" y="24811"/>
                    <a:pt x="13829" y="24771"/>
                    <a:pt x="14027" y="24731"/>
                  </a:cubicBezTo>
                  <a:cubicBezTo>
                    <a:pt x="14127" y="24691"/>
                    <a:pt x="14127" y="24731"/>
                    <a:pt x="14226" y="24711"/>
                  </a:cubicBezTo>
                  <a:cubicBezTo>
                    <a:pt x="14525" y="24652"/>
                    <a:pt x="14843" y="24532"/>
                    <a:pt x="15142" y="24492"/>
                  </a:cubicBezTo>
                  <a:cubicBezTo>
                    <a:pt x="15261" y="24473"/>
                    <a:pt x="15380" y="24532"/>
                    <a:pt x="15500" y="24512"/>
                  </a:cubicBezTo>
                  <a:cubicBezTo>
                    <a:pt x="15599" y="24512"/>
                    <a:pt x="15679" y="24413"/>
                    <a:pt x="15778" y="24393"/>
                  </a:cubicBezTo>
                  <a:cubicBezTo>
                    <a:pt x="16534" y="24154"/>
                    <a:pt x="17310" y="24274"/>
                    <a:pt x="18126" y="24055"/>
                  </a:cubicBezTo>
                  <a:cubicBezTo>
                    <a:pt x="18285" y="24015"/>
                    <a:pt x="18444" y="23935"/>
                    <a:pt x="18604" y="23876"/>
                  </a:cubicBezTo>
                  <a:cubicBezTo>
                    <a:pt x="18604" y="23876"/>
                    <a:pt x="18663" y="23935"/>
                    <a:pt x="18703" y="23915"/>
                  </a:cubicBezTo>
                  <a:cubicBezTo>
                    <a:pt x="18822" y="23896"/>
                    <a:pt x="19002" y="23836"/>
                    <a:pt x="19141" y="23796"/>
                  </a:cubicBezTo>
                  <a:cubicBezTo>
                    <a:pt x="20215" y="23458"/>
                    <a:pt x="21230" y="22960"/>
                    <a:pt x="22066" y="22264"/>
                  </a:cubicBezTo>
                  <a:cubicBezTo>
                    <a:pt x="22125" y="22204"/>
                    <a:pt x="22185" y="22165"/>
                    <a:pt x="22245" y="22105"/>
                  </a:cubicBezTo>
                  <a:cubicBezTo>
                    <a:pt x="22563" y="21806"/>
                    <a:pt x="22861" y="21448"/>
                    <a:pt x="23100" y="21170"/>
                  </a:cubicBezTo>
                  <a:cubicBezTo>
                    <a:pt x="23319" y="20931"/>
                    <a:pt x="23558" y="20414"/>
                    <a:pt x="23797" y="20175"/>
                  </a:cubicBezTo>
                  <a:cubicBezTo>
                    <a:pt x="23816" y="20155"/>
                    <a:pt x="23777" y="20115"/>
                    <a:pt x="23777" y="20076"/>
                  </a:cubicBezTo>
                  <a:cubicBezTo>
                    <a:pt x="24015" y="19598"/>
                    <a:pt x="24155" y="19041"/>
                    <a:pt x="24254" y="18782"/>
                  </a:cubicBezTo>
                  <a:cubicBezTo>
                    <a:pt x="24413" y="18364"/>
                    <a:pt x="24433" y="17867"/>
                    <a:pt x="24533" y="17390"/>
                  </a:cubicBezTo>
                  <a:cubicBezTo>
                    <a:pt x="24612" y="16872"/>
                    <a:pt x="24771" y="16375"/>
                    <a:pt x="24732" y="15798"/>
                  </a:cubicBezTo>
                  <a:cubicBezTo>
                    <a:pt x="24712" y="15559"/>
                    <a:pt x="24712" y="15440"/>
                    <a:pt x="24712" y="15320"/>
                  </a:cubicBezTo>
                  <a:cubicBezTo>
                    <a:pt x="24712" y="15082"/>
                    <a:pt x="24632" y="14843"/>
                    <a:pt x="24612" y="14604"/>
                  </a:cubicBezTo>
                  <a:cubicBezTo>
                    <a:pt x="24592" y="14505"/>
                    <a:pt x="24652" y="14425"/>
                    <a:pt x="24632" y="14326"/>
                  </a:cubicBezTo>
                  <a:cubicBezTo>
                    <a:pt x="24573" y="13589"/>
                    <a:pt x="24493" y="12833"/>
                    <a:pt x="24354" y="12097"/>
                  </a:cubicBezTo>
                  <a:cubicBezTo>
                    <a:pt x="24194" y="11361"/>
                    <a:pt x="24015" y="10665"/>
                    <a:pt x="23797" y="9988"/>
                  </a:cubicBezTo>
                  <a:cubicBezTo>
                    <a:pt x="23757" y="9909"/>
                    <a:pt x="23816" y="9809"/>
                    <a:pt x="23777" y="9749"/>
                  </a:cubicBezTo>
                  <a:cubicBezTo>
                    <a:pt x="23757" y="9670"/>
                    <a:pt x="23657" y="9630"/>
                    <a:pt x="23617" y="9550"/>
                  </a:cubicBezTo>
                  <a:cubicBezTo>
                    <a:pt x="23598" y="9511"/>
                    <a:pt x="23657" y="9471"/>
                    <a:pt x="23637" y="9431"/>
                  </a:cubicBezTo>
                  <a:cubicBezTo>
                    <a:pt x="23617" y="9312"/>
                    <a:pt x="23419" y="8954"/>
                    <a:pt x="23379" y="8914"/>
                  </a:cubicBezTo>
                  <a:cubicBezTo>
                    <a:pt x="23339" y="8874"/>
                    <a:pt x="23419" y="8854"/>
                    <a:pt x="23399" y="8834"/>
                  </a:cubicBezTo>
                  <a:cubicBezTo>
                    <a:pt x="23379" y="8774"/>
                    <a:pt x="23339" y="8774"/>
                    <a:pt x="23319" y="8755"/>
                  </a:cubicBezTo>
                  <a:cubicBezTo>
                    <a:pt x="23299" y="8695"/>
                    <a:pt x="23359" y="8655"/>
                    <a:pt x="23319" y="8615"/>
                  </a:cubicBezTo>
                  <a:cubicBezTo>
                    <a:pt x="23279" y="8456"/>
                    <a:pt x="23140" y="8337"/>
                    <a:pt x="23080" y="8197"/>
                  </a:cubicBezTo>
                  <a:cubicBezTo>
                    <a:pt x="23060" y="8158"/>
                    <a:pt x="23100" y="8118"/>
                    <a:pt x="23100" y="8098"/>
                  </a:cubicBezTo>
                  <a:cubicBezTo>
                    <a:pt x="23080" y="8058"/>
                    <a:pt x="23021" y="8058"/>
                    <a:pt x="23001" y="8018"/>
                  </a:cubicBezTo>
                  <a:cubicBezTo>
                    <a:pt x="22941" y="7879"/>
                    <a:pt x="22842" y="7740"/>
                    <a:pt x="22782" y="7581"/>
                  </a:cubicBezTo>
                  <a:cubicBezTo>
                    <a:pt x="22742" y="7501"/>
                    <a:pt x="22762" y="7402"/>
                    <a:pt x="22722" y="7322"/>
                  </a:cubicBezTo>
                  <a:cubicBezTo>
                    <a:pt x="22643" y="7163"/>
                    <a:pt x="22503" y="7043"/>
                    <a:pt x="22404" y="6884"/>
                  </a:cubicBezTo>
                  <a:cubicBezTo>
                    <a:pt x="22245" y="6626"/>
                    <a:pt x="22066" y="6307"/>
                    <a:pt x="21887" y="5969"/>
                  </a:cubicBezTo>
                  <a:cubicBezTo>
                    <a:pt x="21767" y="5790"/>
                    <a:pt x="21727" y="5591"/>
                    <a:pt x="21648" y="5472"/>
                  </a:cubicBezTo>
                  <a:cubicBezTo>
                    <a:pt x="21608" y="5412"/>
                    <a:pt x="21469" y="5392"/>
                    <a:pt x="21429" y="5332"/>
                  </a:cubicBezTo>
                  <a:cubicBezTo>
                    <a:pt x="21389" y="5273"/>
                    <a:pt x="21369" y="5153"/>
                    <a:pt x="21329" y="5094"/>
                  </a:cubicBezTo>
                  <a:cubicBezTo>
                    <a:pt x="21310" y="5054"/>
                    <a:pt x="21250" y="5094"/>
                    <a:pt x="21230" y="5034"/>
                  </a:cubicBezTo>
                  <a:cubicBezTo>
                    <a:pt x="21230" y="5014"/>
                    <a:pt x="21270" y="4915"/>
                    <a:pt x="21270" y="4895"/>
                  </a:cubicBezTo>
                  <a:cubicBezTo>
                    <a:pt x="21210" y="4815"/>
                    <a:pt x="21111" y="4775"/>
                    <a:pt x="21071" y="4716"/>
                  </a:cubicBezTo>
                  <a:cubicBezTo>
                    <a:pt x="20852" y="4457"/>
                    <a:pt x="20534" y="4298"/>
                    <a:pt x="20295" y="4079"/>
                  </a:cubicBezTo>
                  <a:cubicBezTo>
                    <a:pt x="20156" y="3960"/>
                    <a:pt x="20036" y="3840"/>
                    <a:pt x="19897" y="3721"/>
                  </a:cubicBezTo>
                  <a:cubicBezTo>
                    <a:pt x="19857" y="3701"/>
                    <a:pt x="19797" y="3701"/>
                    <a:pt x="19797" y="3701"/>
                  </a:cubicBezTo>
                  <a:cubicBezTo>
                    <a:pt x="19738" y="3661"/>
                    <a:pt x="19758" y="3601"/>
                    <a:pt x="19738" y="3582"/>
                  </a:cubicBezTo>
                  <a:cubicBezTo>
                    <a:pt x="19698" y="3542"/>
                    <a:pt x="19579" y="3422"/>
                    <a:pt x="19579" y="3422"/>
                  </a:cubicBezTo>
                  <a:cubicBezTo>
                    <a:pt x="19081" y="3005"/>
                    <a:pt x="18564" y="2666"/>
                    <a:pt x="18106" y="2189"/>
                  </a:cubicBezTo>
                  <a:cubicBezTo>
                    <a:pt x="18345" y="2209"/>
                    <a:pt x="18524" y="2328"/>
                    <a:pt x="18723" y="2447"/>
                  </a:cubicBezTo>
                  <a:cubicBezTo>
                    <a:pt x="19141" y="2706"/>
                    <a:pt x="19559" y="2925"/>
                    <a:pt x="19937" y="3184"/>
                  </a:cubicBezTo>
                  <a:cubicBezTo>
                    <a:pt x="20016" y="3243"/>
                    <a:pt x="20116" y="3323"/>
                    <a:pt x="20215" y="3383"/>
                  </a:cubicBezTo>
                  <a:cubicBezTo>
                    <a:pt x="20315" y="3422"/>
                    <a:pt x="20454" y="3422"/>
                    <a:pt x="20534" y="3482"/>
                  </a:cubicBezTo>
                  <a:cubicBezTo>
                    <a:pt x="20573" y="3522"/>
                    <a:pt x="20633" y="3562"/>
                    <a:pt x="20693" y="3601"/>
                  </a:cubicBezTo>
                  <a:cubicBezTo>
                    <a:pt x="20733" y="3641"/>
                    <a:pt x="20792" y="3681"/>
                    <a:pt x="20792" y="3681"/>
                  </a:cubicBezTo>
                  <a:cubicBezTo>
                    <a:pt x="20792" y="3701"/>
                    <a:pt x="20772" y="3761"/>
                    <a:pt x="20812" y="3800"/>
                  </a:cubicBezTo>
                  <a:cubicBezTo>
                    <a:pt x="20852" y="3820"/>
                    <a:pt x="20971" y="3820"/>
                    <a:pt x="21011" y="3860"/>
                  </a:cubicBezTo>
                  <a:cubicBezTo>
                    <a:pt x="21031" y="3880"/>
                    <a:pt x="20991" y="3920"/>
                    <a:pt x="21011" y="3940"/>
                  </a:cubicBezTo>
                  <a:cubicBezTo>
                    <a:pt x="21031" y="3979"/>
                    <a:pt x="21071" y="3960"/>
                    <a:pt x="21111" y="3999"/>
                  </a:cubicBezTo>
                  <a:cubicBezTo>
                    <a:pt x="21310" y="4198"/>
                    <a:pt x="21389" y="4497"/>
                    <a:pt x="21668" y="4656"/>
                  </a:cubicBezTo>
                  <a:cubicBezTo>
                    <a:pt x="21707" y="5133"/>
                    <a:pt x="22105" y="5492"/>
                    <a:pt x="22404" y="5949"/>
                  </a:cubicBezTo>
                  <a:cubicBezTo>
                    <a:pt x="22503" y="6069"/>
                    <a:pt x="22603" y="6208"/>
                    <a:pt x="22682" y="6347"/>
                  </a:cubicBezTo>
                  <a:cubicBezTo>
                    <a:pt x="22702" y="6407"/>
                    <a:pt x="22643" y="6486"/>
                    <a:pt x="22662" y="6546"/>
                  </a:cubicBezTo>
                  <a:cubicBezTo>
                    <a:pt x="22682" y="6606"/>
                    <a:pt x="22782" y="6665"/>
                    <a:pt x="22802" y="6725"/>
                  </a:cubicBezTo>
                  <a:cubicBezTo>
                    <a:pt x="22921" y="6984"/>
                    <a:pt x="23060" y="7223"/>
                    <a:pt x="23200" y="7481"/>
                  </a:cubicBezTo>
                  <a:cubicBezTo>
                    <a:pt x="23419" y="7939"/>
                    <a:pt x="23498" y="8317"/>
                    <a:pt x="23677" y="8655"/>
                  </a:cubicBezTo>
                  <a:cubicBezTo>
                    <a:pt x="23856" y="9013"/>
                    <a:pt x="24035" y="9332"/>
                    <a:pt x="24155" y="9670"/>
                  </a:cubicBezTo>
                  <a:cubicBezTo>
                    <a:pt x="24155" y="9729"/>
                    <a:pt x="24115" y="9809"/>
                    <a:pt x="24135" y="9849"/>
                  </a:cubicBezTo>
                  <a:cubicBezTo>
                    <a:pt x="24155" y="9928"/>
                    <a:pt x="24214" y="9948"/>
                    <a:pt x="24234" y="10008"/>
                  </a:cubicBezTo>
                  <a:cubicBezTo>
                    <a:pt x="24274" y="10127"/>
                    <a:pt x="24234" y="10267"/>
                    <a:pt x="24274" y="10366"/>
                  </a:cubicBezTo>
                  <a:cubicBezTo>
                    <a:pt x="24274" y="10426"/>
                    <a:pt x="24374" y="10426"/>
                    <a:pt x="24393" y="10486"/>
                  </a:cubicBezTo>
                  <a:cubicBezTo>
                    <a:pt x="24433" y="10525"/>
                    <a:pt x="24374" y="10605"/>
                    <a:pt x="24393" y="10645"/>
                  </a:cubicBezTo>
                  <a:cubicBezTo>
                    <a:pt x="24393" y="10704"/>
                    <a:pt x="24413" y="10724"/>
                    <a:pt x="24413" y="10784"/>
                  </a:cubicBezTo>
                  <a:cubicBezTo>
                    <a:pt x="24433" y="11102"/>
                    <a:pt x="24672" y="11202"/>
                    <a:pt x="24752" y="11421"/>
                  </a:cubicBezTo>
                  <a:cubicBezTo>
                    <a:pt x="24831" y="11659"/>
                    <a:pt x="24851" y="11898"/>
                    <a:pt x="24891" y="12157"/>
                  </a:cubicBezTo>
                  <a:cubicBezTo>
                    <a:pt x="24931" y="12475"/>
                    <a:pt x="25030" y="12853"/>
                    <a:pt x="24970" y="13072"/>
                  </a:cubicBezTo>
                  <a:cubicBezTo>
                    <a:pt x="24871" y="13410"/>
                    <a:pt x="25070" y="13729"/>
                    <a:pt x="25130" y="14047"/>
                  </a:cubicBezTo>
                  <a:cubicBezTo>
                    <a:pt x="25189" y="14266"/>
                    <a:pt x="25150" y="14524"/>
                    <a:pt x="25150" y="14664"/>
                  </a:cubicBezTo>
                  <a:cubicBezTo>
                    <a:pt x="25150" y="14723"/>
                    <a:pt x="25209" y="14783"/>
                    <a:pt x="25209" y="14863"/>
                  </a:cubicBezTo>
                  <a:cubicBezTo>
                    <a:pt x="25209" y="14982"/>
                    <a:pt x="25229" y="15101"/>
                    <a:pt x="25229" y="15221"/>
                  </a:cubicBezTo>
                  <a:cubicBezTo>
                    <a:pt x="25249" y="15360"/>
                    <a:pt x="25309" y="15499"/>
                    <a:pt x="25249" y="15639"/>
                  </a:cubicBezTo>
                  <a:cubicBezTo>
                    <a:pt x="25269" y="15778"/>
                    <a:pt x="25408" y="15838"/>
                    <a:pt x="25428" y="15977"/>
                  </a:cubicBezTo>
                  <a:cubicBezTo>
                    <a:pt x="25309" y="16136"/>
                    <a:pt x="25468" y="16335"/>
                    <a:pt x="25468" y="16474"/>
                  </a:cubicBezTo>
                  <a:cubicBezTo>
                    <a:pt x="25468" y="16534"/>
                    <a:pt x="25408" y="16594"/>
                    <a:pt x="25408" y="16653"/>
                  </a:cubicBezTo>
                  <a:cubicBezTo>
                    <a:pt x="25428" y="16852"/>
                    <a:pt x="25488" y="17071"/>
                    <a:pt x="25488" y="17230"/>
                  </a:cubicBezTo>
                  <a:cubicBezTo>
                    <a:pt x="25488" y="17270"/>
                    <a:pt x="25428" y="17350"/>
                    <a:pt x="25428" y="17390"/>
                  </a:cubicBezTo>
                  <a:cubicBezTo>
                    <a:pt x="25408" y="17668"/>
                    <a:pt x="25428" y="17947"/>
                    <a:pt x="25388" y="18245"/>
                  </a:cubicBezTo>
                  <a:cubicBezTo>
                    <a:pt x="25368" y="18524"/>
                    <a:pt x="25329" y="18862"/>
                    <a:pt x="25249" y="19160"/>
                  </a:cubicBezTo>
                  <a:cubicBezTo>
                    <a:pt x="25150" y="19598"/>
                    <a:pt x="24970" y="19996"/>
                    <a:pt x="24851" y="20394"/>
                  </a:cubicBezTo>
                  <a:cubicBezTo>
                    <a:pt x="24851" y="20394"/>
                    <a:pt x="24771" y="20414"/>
                    <a:pt x="24752" y="20473"/>
                  </a:cubicBezTo>
                  <a:cubicBezTo>
                    <a:pt x="24712" y="20613"/>
                    <a:pt x="24712" y="20812"/>
                    <a:pt x="24652" y="20931"/>
                  </a:cubicBezTo>
                  <a:cubicBezTo>
                    <a:pt x="24592" y="21110"/>
                    <a:pt x="24433" y="21229"/>
                    <a:pt x="24453" y="21428"/>
                  </a:cubicBezTo>
                  <a:cubicBezTo>
                    <a:pt x="24354" y="21627"/>
                    <a:pt x="24155" y="21747"/>
                    <a:pt x="24075" y="21906"/>
                  </a:cubicBezTo>
                  <a:cubicBezTo>
                    <a:pt x="24035" y="21966"/>
                    <a:pt x="24055" y="22045"/>
                    <a:pt x="23996" y="22105"/>
                  </a:cubicBezTo>
                  <a:cubicBezTo>
                    <a:pt x="23916" y="22165"/>
                    <a:pt x="23836" y="22165"/>
                    <a:pt x="23757" y="22224"/>
                  </a:cubicBezTo>
                  <a:cubicBezTo>
                    <a:pt x="23578" y="22324"/>
                    <a:pt x="23518" y="22463"/>
                    <a:pt x="23419" y="22582"/>
                  </a:cubicBezTo>
                  <a:cubicBezTo>
                    <a:pt x="23339" y="22722"/>
                    <a:pt x="23200" y="22881"/>
                    <a:pt x="23040" y="23000"/>
                  </a:cubicBezTo>
                  <a:cubicBezTo>
                    <a:pt x="22643" y="23319"/>
                    <a:pt x="22105" y="23557"/>
                    <a:pt x="21747" y="23756"/>
                  </a:cubicBezTo>
                  <a:cubicBezTo>
                    <a:pt x="21688" y="23816"/>
                    <a:pt x="21648" y="23816"/>
                    <a:pt x="21568" y="23856"/>
                  </a:cubicBezTo>
                  <a:cubicBezTo>
                    <a:pt x="21409" y="23935"/>
                    <a:pt x="21270" y="24055"/>
                    <a:pt x="21130" y="24114"/>
                  </a:cubicBezTo>
                  <a:cubicBezTo>
                    <a:pt x="20772" y="24254"/>
                    <a:pt x="20414" y="24274"/>
                    <a:pt x="20096" y="24373"/>
                  </a:cubicBezTo>
                  <a:cubicBezTo>
                    <a:pt x="19897" y="24433"/>
                    <a:pt x="19718" y="24572"/>
                    <a:pt x="19519" y="24612"/>
                  </a:cubicBezTo>
                  <a:cubicBezTo>
                    <a:pt x="19280" y="24691"/>
                    <a:pt x="19021" y="24691"/>
                    <a:pt x="18803" y="24711"/>
                  </a:cubicBezTo>
                  <a:cubicBezTo>
                    <a:pt x="18743" y="24771"/>
                    <a:pt x="18624" y="24791"/>
                    <a:pt x="18584" y="24910"/>
                  </a:cubicBezTo>
                  <a:cubicBezTo>
                    <a:pt x="18504" y="24930"/>
                    <a:pt x="18484" y="24811"/>
                    <a:pt x="18405" y="24831"/>
                  </a:cubicBezTo>
                  <a:cubicBezTo>
                    <a:pt x="18405" y="24831"/>
                    <a:pt x="18345" y="24930"/>
                    <a:pt x="18345" y="24930"/>
                  </a:cubicBezTo>
                  <a:cubicBezTo>
                    <a:pt x="18305" y="24950"/>
                    <a:pt x="18246" y="24950"/>
                    <a:pt x="18206" y="24950"/>
                  </a:cubicBezTo>
                  <a:cubicBezTo>
                    <a:pt x="18007" y="24990"/>
                    <a:pt x="17768" y="24930"/>
                    <a:pt x="17629" y="25030"/>
                  </a:cubicBezTo>
                  <a:cubicBezTo>
                    <a:pt x="16912" y="25408"/>
                    <a:pt x="16077" y="25308"/>
                    <a:pt x="15420" y="25646"/>
                  </a:cubicBezTo>
                  <a:cubicBezTo>
                    <a:pt x="15042" y="25706"/>
                    <a:pt x="14425" y="25786"/>
                    <a:pt x="14067" y="26044"/>
                  </a:cubicBezTo>
                  <a:cubicBezTo>
                    <a:pt x="13709" y="25945"/>
                    <a:pt x="13351" y="26124"/>
                    <a:pt x="12993" y="26204"/>
                  </a:cubicBezTo>
                  <a:cubicBezTo>
                    <a:pt x="12774" y="26243"/>
                    <a:pt x="12555" y="26223"/>
                    <a:pt x="12336" y="26263"/>
                  </a:cubicBezTo>
                  <a:cubicBezTo>
                    <a:pt x="12297" y="26263"/>
                    <a:pt x="12177" y="26363"/>
                    <a:pt x="12157" y="26363"/>
                  </a:cubicBezTo>
                  <a:cubicBezTo>
                    <a:pt x="12137" y="26363"/>
                    <a:pt x="12137" y="26303"/>
                    <a:pt x="12098" y="26323"/>
                  </a:cubicBezTo>
                  <a:cubicBezTo>
                    <a:pt x="11978" y="26343"/>
                    <a:pt x="11899" y="26403"/>
                    <a:pt x="11779" y="26422"/>
                  </a:cubicBezTo>
                  <a:cubicBezTo>
                    <a:pt x="11620" y="26442"/>
                    <a:pt x="11441" y="26422"/>
                    <a:pt x="11282" y="26422"/>
                  </a:cubicBezTo>
                  <a:cubicBezTo>
                    <a:pt x="11083" y="26403"/>
                    <a:pt x="10904" y="26343"/>
                    <a:pt x="10725" y="26343"/>
                  </a:cubicBezTo>
                  <a:cubicBezTo>
                    <a:pt x="10347" y="26363"/>
                    <a:pt x="9949" y="26661"/>
                    <a:pt x="9571" y="26482"/>
                  </a:cubicBezTo>
                  <a:cubicBezTo>
                    <a:pt x="9412" y="26582"/>
                    <a:pt x="9292" y="26522"/>
                    <a:pt x="9173" y="26442"/>
                  </a:cubicBezTo>
                  <a:cubicBezTo>
                    <a:pt x="8874" y="26582"/>
                    <a:pt x="8576" y="26522"/>
                    <a:pt x="8297" y="26522"/>
                  </a:cubicBezTo>
                  <a:cubicBezTo>
                    <a:pt x="8118" y="26522"/>
                    <a:pt x="7979" y="26562"/>
                    <a:pt x="7820" y="26562"/>
                  </a:cubicBezTo>
                  <a:cubicBezTo>
                    <a:pt x="7661" y="26542"/>
                    <a:pt x="7621" y="26462"/>
                    <a:pt x="7502" y="26502"/>
                  </a:cubicBezTo>
                  <a:cubicBezTo>
                    <a:pt x="7362" y="26542"/>
                    <a:pt x="6885" y="26403"/>
                    <a:pt x="6765" y="26383"/>
                  </a:cubicBezTo>
                  <a:cubicBezTo>
                    <a:pt x="6686" y="26383"/>
                    <a:pt x="6626" y="26403"/>
                    <a:pt x="6586" y="26383"/>
                  </a:cubicBezTo>
                  <a:cubicBezTo>
                    <a:pt x="6566" y="26383"/>
                    <a:pt x="6566" y="26323"/>
                    <a:pt x="6566" y="26323"/>
                  </a:cubicBezTo>
                  <a:cubicBezTo>
                    <a:pt x="6328" y="26303"/>
                    <a:pt x="5890" y="26243"/>
                    <a:pt x="5790" y="26263"/>
                  </a:cubicBezTo>
                  <a:cubicBezTo>
                    <a:pt x="5651" y="26323"/>
                    <a:pt x="5512" y="26184"/>
                    <a:pt x="5412" y="26144"/>
                  </a:cubicBezTo>
                  <a:cubicBezTo>
                    <a:pt x="4935" y="25965"/>
                    <a:pt x="4636" y="25925"/>
                    <a:pt x="4219" y="25925"/>
                  </a:cubicBezTo>
                  <a:cubicBezTo>
                    <a:pt x="4119" y="25885"/>
                    <a:pt x="4079" y="25845"/>
                    <a:pt x="4040" y="25786"/>
                  </a:cubicBezTo>
                  <a:cubicBezTo>
                    <a:pt x="3980" y="25686"/>
                    <a:pt x="3841" y="25925"/>
                    <a:pt x="3861" y="25766"/>
                  </a:cubicBezTo>
                  <a:cubicBezTo>
                    <a:pt x="3662" y="25746"/>
                    <a:pt x="3642" y="25666"/>
                    <a:pt x="3443" y="25567"/>
                  </a:cubicBezTo>
                  <a:cubicBezTo>
                    <a:pt x="3343" y="25746"/>
                    <a:pt x="3204" y="25487"/>
                    <a:pt x="3204" y="25487"/>
                  </a:cubicBezTo>
                  <a:cubicBezTo>
                    <a:pt x="3144" y="25447"/>
                    <a:pt x="3085" y="25507"/>
                    <a:pt x="3065" y="25487"/>
                  </a:cubicBezTo>
                  <a:cubicBezTo>
                    <a:pt x="2905" y="25388"/>
                    <a:pt x="2806" y="25209"/>
                    <a:pt x="2647" y="25129"/>
                  </a:cubicBezTo>
                  <a:cubicBezTo>
                    <a:pt x="2527" y="25089"/>
                    <a:pt x="2408" y="25109"/>
                    <a:pt x="2269" y="25089"/>
                  </a:cubicBezTo>
                  <a:cubicBezTo>
                    <a:pt x="1931" y="25030"/>
                    <a:pt x="1493" y="24791"/>
                    <a:pt x="1075" y="24552"/>
                  </a:cubicBezTo>
                  <a:cubicBezTo>
                    <a:pt x="916" y="24691"/>
                    <a:pt x="1155" y="24751"/>
                    <a:pt x="1214" y="24831"/>
                  </a:cubicBezTo>
                  <a:cubicBezTo>
                    <a:pt x="1354" y="25010"/>
                    <a:pt x="1473" y="25109"/>
                    <a:pt x="1592" y="25169"/>
                  </a:cubicBezTo>
                  <a:cubicBezTo>
                    <a:pt x="1672" y="25189"/>
                    <a:pt x="1692" y="25288"/>
                    <a:pt x="1712" y="25308"/>
                  </a:cubicBezTo>
                  <a:cubicBezTo>
                    <a:pt x="2030" y="25567"/>
                    <a:pt x="2508" y="25865"/>
                    <a:pt x="2806" y="25945"/>
                  </a:cubicBezTo>
                  <a:cubicBezTo>
                    <a:pt x="3284" y="26104"/>
                    <a:pt x="3681" y="26343"/>
                    <a:pt x="4139" y="26522"/>
                  </a:cubicBezTo>
                  <a:cubicBezTo>
                    <a:pt x="4378" y="26601"/>
                    <a:pt x="4676" y="26701"/>
                    <a:pt x="4855" y="26721"/>
                  </a:cubicBezTo>
                  <a:cubicBezTo>
                    <a:pt x="4935" y="26741"/>
                    <a:pt x="4955" y="26820"/>
                    <a:pt x="4995" y="26840"/>
                  </a:cubicBezTo>
                  <a:cubicBezTo>
                    <a:pt x="5174" y="26900"/>
                    <a:pt x="5412" y="26940"/>
                    <a:pt x="5611" y="26980"/>
                  </a:cubicBezTo>
                  <a:cubicBezTo>
                    <a:pt x="5850" y="27039"/>
                    <a:pt x="6089" y="27099"/>
                    <a:pt x="6228" y="27119"/>
                  </a:cubicBezTo>
                  <a:cubicBezTo>
                    <a:pt x="6268" y="27119"/>
                    <a:pt x="6268" y="27178"/>
                    <a:pt x="6268" y="27178"/>
                  </a:cubicBezTo>
                  <a:cubicBezTo>
                    <a:pt x="6507" y="27258"/>
                    <a:pt x="6606" y="27159"/>
                    <a:pt x="6765" y="27198"/>
                  </a:cubicBezTo>
                  <a:cubicBezTo>
                    <a:pt x="6765" y="27198"/>
                    <a:pt x="6825" y="27258"/>
                    <a:pt x="6885" y="27278"/>
                  </a:cubicBezTo>
                  <a:cubicBezTo>
                    <a:pt x="6964" y="27298"/>
                    <a:pt x="7024" y="27258"/>
                    <a:pt x="7064" y="27258"/>
                  </a:cubicBezTo>
                  <a:cubicBezTo>
                    <a:pt x="7322" y="27298"/>
                    <a:pt x="7581" y="27397"/>
                    <a:pt x="7820" y="27417"/>
                  </a:cubicBezTo>
                  <a:cubicBezTo>
                    <a:pt x="8019" y="27417"/>
                    <a:pt x="8258" y="27338"/>
                    <a:pt x="8437" y="27358"/>
                  </a:cubicBezTo>
                  <a:cubicBezTo>
                    <a:pt x="8556" y="27358"/>
                    <a:pt x="8596" y="27417"/>
                    <a:pt x="8636" y="27437"/>
                  </a:cubicBezTo>
                  <a:cubicBezTo>
                    <a:pt x="8656" y="27437"/>
                    <a:pt x="8675" y="27377"/>
                    <a:pt x="8675" y="27377"/>
                  </a:cubicBezTo>
                  <a:cubicBezTo>
                    <a:pt x="9034" y="27417"/>
                    <a:pt x="9451" y="27457"/>
                    <a:pt x="9670" y="27497"/>
                  </a:cubicBezTo>
                  <a:cubicBezTo>
                    <a:pt x="9730" y="27497"/>
                    <a:pt x="9750" y="27457"/>
                    <a:pt x="9790" y="27457"/>
                  </a:cubicBezTo>
                  <a:cubicBezTo>
                    <a:pt x="10008" y="27417"/>
                    <a:pt x="10148" y="27437"/>
                    <a:pt x="10367" y="27437"/>
                  </a:cubicBezTo>
                  <a:cubicBezTo>
                    <a:pt x="10585" y="27437"/>
                    <a:pt x="10904" y="27377"/>
                    <a:pt x="11162" y="27358"/>
                  </a:cubicBezTo>
                  <a:cubicBezTo>
                    <a:pt x="11222" y="27358"/>
                    <a:pt x="11302" y="27377"/>
                    <a:pt x="11381" y="27377"/>
                  </a:cubicBezTo>
                  <a:cubicBezTo>
                    <a:pt x="12018" y="27318"/>
                    <a:pt x="12973" y="27318"/>
                    <a:pt x="13649" y="27178"/>
                  </a:cubicBezTo>
                  <a:cubicBezTo>
                    <a:pt x="14346" y="27039"/>
                    <a:pt x="14983" y="26860"/>
                    <a:pt x="15599" y="26741"/>
                  </a:cubicBezTo>
                  <a:cubicBezTo>
                    <a:pt x="15957" y="26661"/>
                    <a:pt x="16256" y="26562"/>
                    <a:pt x="16554" y="26502"/>
                  </a:cubicBezTo>
                  <a:cubicBezTo>
                    <a:pt x="16952" y="26422"/>
                    <a:pt x="17390" y="26442"/>
                    <a:pt x="17828" y="26323"/>
                  </a:cubicBezTo>
                  <a:cubicBezTo>
                    <a:pt x="17967" y="26283"/>
                    <a:pt x="18106" y="26223"/>
                    <a:pt x="18246" y="26164"/>
                  </a:cubicBezTo>
                  <a:cubicBezTo>
                    <a:pt x="18763" y="26005"/>
                    <a:pt x="19101" y="25905"/>
                    <a:pt x="19539" y="25806"/>
                  </a:cubicBezTo>
                  <a:lnTo>
                    <a:pt x="20116" y="25666"/>
                  </a:lnTo>
                  <a:cubicBezTo>
                    <a:pt x="20315" y="25607"/>
                    <a:pt x="20534" y="25547"/>
                    <a:pt x="20733" y="25487"/>
                  </a:cubicBezTo>
                  <a:cubicBezTo>
                    <a:pt x="21130" y="25348"/>
                    <a:pt x="21528" y="25209"/>
                    <a:pt x="21906" y="25030"/>
                  </a:cubicBezTo>
                  <a:cubicBezTo>
                    <a:pt x="22583" y="24751"/>
                    <a:pt x="23220" y="24333"/>
                    <a:pt x="23797" y="23856"/>
                  </a:cubicBezTo>
                  <a:cubicBezTo>
                    <a:pt x="24433" y="23279"/>
                    <a:pt x="25010" y="22602"/>
                    <a:pt x="25468" y="21866"/>
                  </a:cubicBezTo>
                  <a:cubicBezTo>
                    <a:pt x="26105" y="20891"/>
                    <a:pt x="26542" y="19697"/>
                    <a:pt x="26662" y="18563"/>
                  </a:cubicBezTo>
                  <a:cubicBezTo>
                    <a:pt x="26761" y="17608"/>
                    <a:pt x="26861" y="16474"/>
                    <a:pt x="26781" y="15479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3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0" name="Google Shape;170;p3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 rot="-111">
            <a:off x="1170254" y="1570415"/>
            <a:ext cx="549014" cy="637128"/>
            <a:chOff x="5170900" y="2972300"/>
            <a:chExt cx="176600" cy="204950"/>
          </a:xfrm>
        </p:grpSpPr>
        <p:sp>
          <p:nvSpPr>
            <p:cNvPr id="172" name="Google Shape;172;p3"/>
            <p:cNvSpPr/>
            <p:nvPr/>
          </p:nvSpPr>
          <p:spPr>
            <a:xfrm>
              <a:off x="5170900" y="2972300"/>
              <a:ext cx="176600" cy="204950"/>
            </a:xfrm>
            <a:custGeom>
              <a:avLst/>
              <a:gdLst/>
              <a:ahLst/>
              <a:cxnLst/>
              <a:rect l="l" t="t" r="r" b="b"/>
              <a:pathLst>
                <a:path w="7064" h="8198" extrusionOk="0">
                  <a:moveTo>
                    <a:pt x="3503" y="0"/>
                  </a:moveTo>
                  <a:cubicBezTo>
                    <a:pt x="3457" y="0"/>
                    <a:pt x="3410" y="1"/>
                    <a:pt x="3363" y="4"/>
                  </a:cubicBezTo>
                  <a:cubicBezTo>
                    <a:pt x="2507" y="4"/>
                    <a:pt x="1851" y="382"/>
                    <a:pt x="1353" y="959"/>
                  </a:cubicBezTo>
                  <a:cubicBezTo>
                    <a:pt x="1293" y="1018"/>
                    <a:pt x="1234" y="1078"/>
                    <a:pt x="1194" y="1158"/>
                  </a:cubicBezTo>
                  <a:cubicBezTo>
                    <a:pt x="975" y="1456"/>
                    <a:pt x="776" y="1774"/>
                    <a:pt x="637" y="2132"/>
                  </a:cubicBezTo>
                  <a:cubicBezTo>
                    <a:pt x="577" y="2232"/>
                    <a:pt x="537" y="2351"/>
                    <a:pt x="498" y="2451"/>
                  </a:cubicBezTo>
                  <a:cubicBezTo>
                    <a:pt x="318" y="2928"/>
                    <a:pt x="199" y="3406"/>
                    <a:pt x="120" y="3824"/>
                  </a:cubicBezTo>
                  <a:cubicBezTo>
                    <a:pt x="80" y="3983"/>
                    <a:pt x="60" y="4122"/>
                    <a:pt x="40" y="4261"/>
                  </a:cubicBezTo>
                  <a:cubicBezTo>
                    <a:pt x="40" y="4361"/>
                    <a:pt x="20" y="4440"/>
                    <a:pt x="20" y="4500"/>
                  </a:cubicBezTo>
                  <a:cubicBezTo>
                    <a:pt x="0" y="4779"/>
                    <a:pt x="0" y="5057"/>
                    <a:pt x="0" y="5316"/>
                  </a:cubicBezTo>
                  <a:cubicBezTo>
                    <a:pt x="20" y="5415"/>
                    <a:pt x="20" y="5535"/>
                    <a:pt x="40" y="5654"/>
                  </a:cubicBezTo>
                  <a:cubicBezTo>
                    <a:pt x="80" y="5952"/>
                    <a:pt x="139" y="6231"/>
                    <a:pt x="259" y="6470"/>
                  </a:cubicBezTo>
                  <a:cubicBezTo>
                    <a:pt x="279" y="6549"/>
                    <a:pt x="318" y="6629"/>
                    <a:pt x="358" y="6709"/>
                  </a:cubicBezTo>
                  <a:cubicBezTo>
                    <a:pt x="776" y="7544"/>
                    <a:pt x="1592" y="8101"/>
                    <a:pt x="2925" y="8181"/>
                  </a:cubicBezTo>
                  <a:cubicBezTo>
                    <a:pt x="3081" y="8192"/>
                    <a:pt x="3252" y="8198"/>
                    <a:pt x="3433" y="8198"/>
                  </a:cubicBezTo>
                  <a:cubicBezTo>
                    <a:pt x="4268" y="8198"/>
                    <a:pt x="5301" y="8065"/>
                    <a:pt x="5889" y="7624"/>
                  </a:cubicBezTo>
                  <a:cubicBezTo>
                    <a:pt x="6208" y="7405"/>
                    <a:pt x="6447" y="7126"/>
                    <a:pt x="6626" y="6828"/>
                  </a:cubicBezTo>
                  <a:cubicBezTo>
                    <a:pt x="6665" y="6748"/>
                    <a:pt x="6705" y="6669"/>
                    <a:pt x="6725" y="6609"/>
                  </a:cubicBezTo>
                  <a:cubicBezTo>
                    <a:pt x="6844" y="6350"/>
                    <a:pt x="6944" y="6072"/>
                    <a:pt x="6984" y="5793"/>
                  </a:cubicBezTo>
                  <a:cubicBezTo>
                    <a:pt x="7004" y="5694"/>
                    <a:pt x="7024" y="5594"/>
                    <a:pt x="7024" y="5495"/>
                  </a:cubicBezTo>
                  <a:cubicBezTo>
                    <a:pt x="7063" y="5137"/>
                    <a:pt x="7063" y="4799"/>
                    <a:pt x="7043" y="4480"/>
                  </a:cubicBezTo>
                  <a:cubicBezTo>
                    <a:pt x="7043" y="4460"/>
                    <a:pt x="7043" y="4460"/>
                    <a:pt x="7043" y="4440"/>
                  </a:cubicBezTo>
                  <a:cubicBezTo>
                    <a:pt x="7043" y="4321"/>
                    <a:pt x="7024" y="4202"/>
                    <a:pt x="7004" y="4082"/>
                  </a:cubicBezTo>
                  <a:cubicBezTo>
                    <a:pt x="6944" y="3605"/>
                    <a:pt x="6825" y="3127"/>
                    <a:pt x="6665" y="2709"/>
                  </a:cubicBezTo>
                  <a:cubicBezTo>
                    <a:pt x="6606" y="2530"/>
                    <a:pt x="6526" y="2371"/>
                    <a:pt x="6447" y="2212"/>
                  </a:cubicBezTo>
                  <a:cubicBezTo>
                    <a:pt x="6228" y="1735"/>
                    <a:pt x="5949" y="1317"/>
                    <a:pt x="5611" y="978"/>
                  </a:cubicBezTo>
                  <a:cubicBezTo>
                    <a:pt x="5571" y="919"/>
                    <a:pt x="5511" y="859"/>
                    <a:pt x="5452" y="819"/>
                  </a:cubicBezTo>
                  <a:cubicBezTo>
                    <a:pt x="4890" y="295"/>
                    <a:pt x="4241" y="0"/>
                    <a:pt x="350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/>
            <p:nvPr/>
          </p:nvSpPr>
          <p:spPr>
            <a:xfrm>
              <a:off x="5183325" y="3022475"/>
              <a:ext cx="154225" cy="32975"/>
            </a:xfrm>
            <a:custGeom>
              <a:avLst/>
              <a:gdLst/>
              <a:ahLst/>
              <a:cxnLst/>
              <a:rect l="l" t="t" r="r" b="b"/>
              <a:pathLst>
                <a:path w="6169" h="1319" extrusionOk="0">
                  <a:moveTo>
                    <a:pt x="5430" y="1"/>
                  </a:moveTo>
                  <a:cubicBezTo>
                    <a:pt x="5261" y="1"/>
                    <a:pt x="5088" y="72"/>
                    <a:pt x="4915" y="245"/>
                  </a:cubicBezTo>
                  <a:cubicBezTo>
                    <a:pt x="4716" y="404"/>
                    <a:pt x="4616" y="663"/>
                    <a:pt x="4457" y="842"/>
                  </a:cubicBezTo>
                  <a:cubicBezTo>
                    <a:pt x="4356" y="956"/>
                    <a:pt x="4271" y="1001"/>
                    <a:pt x="4194" y="1001"/>
                  </a:cubicBezTo>
                  <a:cubicBezTo>
                    <a:pt x="4030" y="1001"/>
                    <a:pt x="3904" y="793"/>
                    <a:pt x="3741" y="603"/>
                  </a:cubicBezTo>
                  <a:cubicBezTo>
                    <a:pt x="3522" y="364"/>
                    <a:pt x="3283" y="26"/>
                    <a:pt x="2945" y="6"/>
                  </a:cubicBezTo>
                  <a:cubicBezTo>
                    <a:pt x="2925" y="4"/>
                    <a:pt x="2905" y="3"/>
                    <a:pt x="2885" y="3"/>
                  </a:cubicBezTo>
                  <a:cubicBezTo>
                    <a:pt x="2461" y="3"/>
                    <a:pt x="2178" y="397"/>
                    <a:pt x="1950" y="683"/>
                  </a:cubicBezTo>
                  <a:cubicBezTo>
                    <a:pt x="1804" y="856"/>
                    <a:pt x="1675" y="1002"/>
                    <a:pt x="1522" y="1002"/>
                  </a:cubicBezTo>
                  <a:cubicBezTo>
                    <a:pt x="1447" y="1002"/>
                    <a:pt x="1366" y="967"/>
                    <a:pt x="1274" y="881"/>
                  </a:cubicBezTo>
                  <a:cubicBezTo>
                    <a:pt x="1155" y="762"/>
                    <a:pt x="1075" y="603"/>
                    <a:pt x="975" y="464"/>
                  </a:cubicBezTo>
                  <a:cubicBezTo>
                    <a:pt x="762" y="204"/>
                    <a:pt x="537" y="97"/>
                    <a:pt x="326" y="97"/>
                  </a:cubicBezTo>
                  <a:cubicBezTo>
                    <a:pt x="263" y="97"/>
                    <a:pt x="200" y="107"/>
                    <a:pt x="140" y="125"/>
                  </a:cubicBezTo>
                  <a:cubicBezTo>
                    <a:pt x="80" y="225"/>
                    <a:pt x="40" y="344"/>
                    <a:pt x="1" y="444"/>
                  </a:cubicBezTo>
                  <a:cubicBezTo>
                    <a:pt x="96" y="388"/>
                    <a:pt x="194" y="355"/>
                    <a:pt x="294" y="355"/>
                  </a:cubicBezTo>
                  <a:cubicBezTo>
                    <a:pt x="445" y="355"/>
                    <a:pt x="601" y="431"/>
                    <a:pt x="757" y="623"/>
                  </a:cubicBezTo>
                  <a:cubicBezTo>
                    <a:pt x="916" y="822"/>
                    <a:pt x="1035" y="1080"/>
                    <a:pt x="1254" y="1220"/>
                  </a:cubicBezTo>
                  <a:cubicBezTo>
                    <a:pt x="1354" y="1280"/>
                    <a:pt x="1446" y="1306"/>
                    <a:pt x="1530" y="1306"/>
                  </a:cubicBezTo>
                  <a:cubicBezTo>
                    <a:pt x="2065" y="1306"/>
                    <a:pt x="2320" y="257"/>
                    <a:pt x="2868" y="257"/>
                  </a:cubicBezTo>
                  <a:cubicBezTo>
                    <a:pt x="2918" y="257"/>
                    <a:pt x="2970" y="266"/>
                    <a:pt x="3025" y="285"/>
                  </a:cubicBezTo>
                  <a:cubicBezTo>
                    <a:pt x="3452" y="427"/>
                    <a:pt x="3752" y="1319"/>
                    <a:pt x="4253" y="1319"/>
                  </a:cubicBezTo>
                  <a:cubicBezTo>
                    <a:pt x="4311" y="1319"/>
                    <a:pt x="4373" y="1307"/>
                    <a:pt x="4437" y="1279"/>
                  </a:cubicBezTo>
                  <a:cubicBezTo>
                    <a:pt x="4835" y="1100"/>
                    <a:pt x="4855" y="364"/>
                    <a:pt x="5333" y="245"/>
                  </a:cubicBezTo>
                  <a:cubicBezTo>
                    <a:pt x="5358" y="239"/>
                    <a:pt x="5384" y="236"/>
                    <a:pt x="5411" y="236"/>
                  </a:cubicBezTo>
                  <a:cubicBezTo>
                    <a:pt x="5654" y="236"/>
                    <a:pt x="5935" y="469"/>
                    <a:pt x="6168" y="702"/>
                  </a:cubicBezTo>
                  <a:cubicBezTo>
                    <a:pt x="6109" y="523"/>
                    <a:pt x="6029" y="364"/>
                    <a:pt x="5950" y="205"/>
                  </a:cubicBezTo>
                  <a:cubicBezTo>
                    <a:pt x="5785" y="82"/>
                    <a:pt x="5610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3"/>
            <p:cNvSpPr/>
            <p:nvPr/>
          </p:nvSpPr>
          <p:spPr>
            <a:xfrm>
              <a:off x="5170900" y="3091725"/>
              <a:ext cx="175600" cy="32875"/>
            </a:xfrm>
            <a:custGeom>
              <a:avLst/>
              <a:gdLst/>
              <a:ahLst/>
              <a:cxnLst/>
              <a:rect l="l" t="t" r="r" b="b"/>
              <a:pathLst>
                <a:path w="7024" h="1315" extrusionOk="0">
                  <a:moveTo>
                    <a:pt x="3389" y="1"/>
                  </a:moveTo>
                  <a:cubicBezTo>
                    <a:pt x="2951" y="1"/>
                    <a:pt x="2680" y="387"/>
                    <a:pt x="2447" y="698"/>
                  </a:cubicBezTo>
                  <a:cubicBezTo>
                    <a:pt x="2301" y="857"/>
                    <a:pt x="2173" y="999"/>
                    <a:pt x="2021" y="999"/>
                  </a:cubicBezTo>
                  <a:cubicBezTo>
                    <a:pt x="1946" y="999"/>
                    <a:pt x="1864" y="963"/>
                    <a:pt x="1771" y="877"/>
                  </a:cubicBezTo>
                  <a:cubicBezTo>
                    <a:pt x="1652" y="778"/>
                    <a:pt x="1572" y="599"/>
                    <a:pt x="1472" y="479"/>
                  </a:cubicBezTo>
                  <a:cubicBezTo>
                    <a:pt x="1256" y="203"/>
                    <a:pt x="1037" y="91"/>
                    <a:pt x="820" y="91"/>
                  </a:cubicBezTo>
                  <a:cubicBezTo>
                    <a:pt x="537" y="91"/>
                    <a:pt x="259" y="280"/>
                    <a:pt x="0" y="539"/>
                  </a:cubicBezTo>
                  <a:cubicBezTo>
                    <a:pt x="20" y="638"/>
                    <a:pt x="20" y="758"/>
                    <a:pt x="40" y="877"/>
                  </a:cubicBezTo>
                  <a:cubicBezTo>
                    <a:pt x="272" y="607"/>
                    <a:pt x="528" y="353"/>
                    <a:pt x="799" y="353"/>
                  </a:cubicBezTo>
                  <a:cubicBezTo>
                    <a:pt x="947" y="353"/>
                    <a:pt x="1099" y="429"/>
                    <a:pt x="1254" y="618"/>
                  </a:cubicBezTo>
                  <a:cubicBezTo>
                    <a:pt x="1413" y="817"/>
                    <a:pt x="1532" y="1076"/>
                    <a:pt x="1751" y="1215"/>
                  </a:cubicBezTo>
                  <a:cubicBezTo>
                    <a:pt x="1850" y="1276"/>
                    <a:pt x="1940" y="1302"/>
                    <a:pt x="2024" y="1302"/>
                  </a:cubicBezTo>
                  <a:cubicBezTo>
                    <a:pt x="2548" y="1302"/>
                    <a:pt x="2815" y="272"/>
                    <a:pt x="3363" y="272"/>
                  </a:cubicBezTo>
                  <a:cubicBezTo>
                    <a:pt x="3414" y="272"/>
                    <a:pt x="3466" y="281"/>
                    <a:pt x="3522" y="300"/>
                  </a:cubicBezTo>
                  <a:cubicBezTo>
                    <a:pt x="3949" y="425"/>
                    <a:pt x="4249" y="1314"/>
                    <a:pt x="4735" y="1314"/>
                  </a:cubicBezTo>
                  <a:cubicBezTo>
                    <a:pt x="4792" y="1314"/>
                    <a:pt x="4852" y="1302"/>
                    <a:pt x="4915" y="1275"/>
                  </a:cubicBezTo>
                  <a:cubicBezTo>
                    <a:pt x="5332" y="1116"/>
                    <a:pt x="5352" y="360"/>
                    <a:pt x="5830" y="240"/>
                  </a:cubicBezTo>
                  <a:cubicBezTo>
                    <a:pt x="5852" y="236"/>
                    <a:pt x="5876" y="233"/>
                    <a:pt x="5899" y="233"/>
                  </a:cubicBezTo>
                  <a:cubicBezTo>
                    <a:pt x="6269" y="233"/>
                    <a:pt x="6739" y="792"/>
                    <a:pt x="6964" y="1016"/>
                  </a:cubicBezTo>
                  <a:lnTo>
                    <a:pt x="6984" y="1016"/>
                  </a:lnTo>
                  <a:cubicBezTo>
                    <a:pt x="7004" y="917"/>
                    <a:pt x="7024" y="817"/>
                    <a:pt x="7024" y="718"/>
                  </a:cubicBezTo>
                  <a:cubicBezTo>
                    <a:pt x="6686" y="395"/>
                    <a:pt x="6310" y="2"/>
                    <a:pt x="5907" y="2"/>
                  </a:cubicBezTo>
                  <a:cubicBezTo>
                    <a:pt x="5740" y="2"/>
                    <a:pt x="5568" y="71"/>
                    <a:pt x="5392" y="240"/>
                  </a:cubicBezTo>
                  <a:cubicBezTo>
                    <a:pt x="5213" y="419"/>
                    <a:pt x="5113" y="658"/>
                    <a:pt x="4954" y="837"/>
                  </a:cubicBezTo>
                  <a:cubicBezTo>
                    <a:pt x="4853" y="951"/>
                    <a:pt x="4768" y="997"/>
                    <a:pt x="4691" y="997"/>
                  </a:cubicBezTo>
                  <a:cubicBezTo>
                    <a:pt x="4527" y="997"/>
                    <a:pt x="4401" y="788"/>
                    <a:pt x="4238" y="599"/>
                  </a:cubicBezTo>
                  <a:cubicBezTo>
                    <a:pt x="4019" y="360"/>
                    <a:pt x="3780" y="22"/>
                    <a:pt x="3422" y="2"/>
                  </a:cubicBezTo>
                  <a:cubicBezTo>
                    <a:pt x="3411" y="1"/>
                    <a:pt x="3400" y="1"/>
                    <a:pt x="33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" name="Google Shape;175;p3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76" name="Google Shape;176;p3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7" name="Google Shape;177;p3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78" name="Google Shape;178;p3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79" name="Google Shape;179;p3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80" name="Google Shape;180;p3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81" name="Google Shape;181;p3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82" name="Google Shape;182;p3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3" name="Google Shape;183;p3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4" name="Google Shape;184;p3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85" name="Google Shape;185;p3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6" name="Google Shape;186;p3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87" name="Google Shape;187;p3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88" name="Google Shape;188;p3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89" name="Google Shape;189;p3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0" name="Google Shape;190;p3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1" name="Google Shape;191;p3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92" name="Google Shape;192;p3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193" name="Google Shape;193;p3"/>
          <p:cNvSpPr txBox="1">
            <a:spLocks noGrp="1"/>
          </p:cNvSpPr>
          <p:nvPr>
            <p:ph type="title"/>
          </p:nvPr>
        </p:nvSpPr>
        <p:spPr>
          <a:xfrm>
            <a:off x="1703850" y="2525325"/>
            <a:ext cx="57363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94" name="Google Shape;194;p3"/>
          <p:cNvSpPr txBox="1">
            <a:spLocks noGrp="1"/>
          </p:cNvSpPr>
          <p:nvPr>
            <p:ph type="subTitle" idx="1"/>
          </p:nvPr>
        </p:nvSpPr>
        <p:spPr>
          <a:xfrm>
            <a:off x="1703838" y="3660200"/>
            <a:ext cx="50907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95" name="Google Shape;195;p3"/>
          <p:cNvSpPr txBox="1">
            <a:spLocks noGrp="1"/>
          </p:cNvSpPr>
          <p:nvPr>
            <p:ph type="title" idx="2" hasCustomPrompt="1"/>
          </p:nvPr>
        </p:nvSpPr>
        <p:spPr>
          <a:xfrm>
            <a:off x="4016250" y="166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6" name="Google Shape;286;p5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87" name="Google Shape;287;p5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88;p5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89;p5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90;p5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5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5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5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94;p5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95;p5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5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5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5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5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5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5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5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5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5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5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5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5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5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5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5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5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5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5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5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5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5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5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5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5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5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5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5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5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5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5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5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5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5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5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5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5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5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5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5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5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5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5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5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5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5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5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5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Google Shape;343;p5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5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" name="Google Shape;345;p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6" name="Google Shape;346;p5"/>
          <p:cNvGrpSpPr/>
          <p:nvPr/>
        </p:nvGrpSpPr>
        <p:grpSpPr>
          <a:xfrm rot="-729013">
            <a:off x="452654" y="586542"/>
            <a:ext cx="860671" cy="1228255"/>
            <a:chOff x="6107000" y="691500"/>
            <a:chExt cx="590450" cy="842625"/>
          </a:xfrm>
        </p:grpSpPr>
        <p:sp>
          <p:nvSpPr>
            <p:cNvPr id="347" name="Google Shape;347;p5"/>
            <p:cNvSpPr/>
            <p:nvPr/>
          </p:nvSpPr>
          <p:spPr>
            <a:xfrm>
              <a:off x="6107000" y="691500"/>
              <a:ext cx="590450" cy="842625"/>
            </a:xfrm>
            <a:custGeom>
              <a:avLst/>
              <a:gdLst/>
              <a:ahLst/>
              <a:cxnLst/>
              <a:rect l="l" t="t" r="r" b="b"/>
              <a:pathLst>
                <a:path w="23618" h="33705" extrusionOk="0">
                  <a:moveTo>
                    <a:pt x="14676" y="1"/>
                  </a:moveTo>
                  <a:cubicBezTo>
                    <a:pt x="14518" y="1"/>
                    <a:pt x="14375" y="83"/>
                    <a:pt x="14286" y="230"/>
                  </a:cubicBezTo>
                  <a:cubicBezTo>
                    <a:pt x="14187" y="409"/>
                    <a:pt x="14227" y="628"/>
                    <a:pt x="14406" y="787"/>
                  </a:cubicBezTo>
                  <a:cubicBezTo>
                    <a:pt x="14485" y="847"/>
                    <a:pt x="14565" y="907"/>
                    <a:pt x="14664" y="966"/>
                  </a:cubicBezTo>
                  <a:cubicBezTo>
                    <a:pt x="17530" y="2817"/>
                    <a:pt x="19619" y="5324"/>
                    <a:pt x="20912" y="8447"/>
                  </a:cubicBezTo>
                  <a:cubicBezTo>
                    <a:pt x="22941" y="13362"/>
                    <a:pt x="22862" y="18256"/>
                    <a:pt x="20713" y="23111"/>
                  </a:cubicBezTo>
                  <a:cubicBezTo>
                    <a:pt x="19778" y="25240"/>
                    <a:pt x="18445" y="27090"/>
                    <a:pt x="16714" y="28662"/>
                  </a:cubicBezTo>
                  <a:cubicBezTo>
                    <a:pt x="13829" y="31288"/>
                    <a:pt x="10446" y="32721"/>
                    <a:pt x="6507" y="32800"/>
                  </a:cubicBezTo>
                  <a:cubicBezTo>
                    <a:pt x="6451" y="32801"/>
                    <a:pt x="6395" y="32801"/>
                    <a:pt x="6339" y="32801"/>
                  </a:cubicBezTo>
                  <a:cubicBezTo>
                    <a:pt x="4607" y="32801"/>
                    <a:pt x="2913" y="32502"/>
                    <a:pt x="1274" y="31885"/>
                  </a:cubicBezTo>
                  <a:cubicBezTo>
                    <a:pt x="1115" y="31806"/>
                    <a:pt x="936" y="31746"/>
                    <a:pt x="777" y="31686"/>
                  </a:cubicBezTo>
                  <a:cubicBezTo>
                    <a:pt x="697" y="31666"/>
                    <a:pt x="618" y="31646"/>
                    <a:pt x="518" y="31626"/>
                  </a:cubicBezTo>
                  <a:cubicBezTo>
                    <a:pt x="319" y="31626"/>
                    <a:pt x="160" y="31706"/>
                    <a:pt x="80" y="31885"/>
                  </a:cubicBezTo>
                  <a:cubicBezTo>
                    <a:pt x="1" y="32064"/>
                    <a:pt x="41" y="32243"/>
                    <a:pt x="220" y="32363"/>
                  </a:cubicBezTo>
                  <a:cubicBezTo>
                    <a:pt x="478" y="32522"/>
                    <a:pt x="757" y="32681"/>
                    <a:pt x="1036" y="32780"/>
                  </a:cubicBezTo>
                  <a:cubicBezTo>
                    <a:pt x="2428" y="33278"/>
                    <a:pt x="3881" y="33596"/>
                    <a:pt x="5373" y="33676"/>
                  </a:cubicBezTo>
                  <a:cubicBezTo>
                    <a:pt x="5707" y="33695"/>
                    <a:pt x="6039" y="33705"/>
                    <a:pt x="6368" y="33705"/>
                  </a:cubicBezTo>
                  <a:cubicBezTo>
                    <a:pt x="9742" y="33705"/>
                    <a:pt x="12848" y="32685"/>
                    <a:pt x="15639" y="30691"/>
                  </a:cubicBezTo>
                  <a:cubicBezTo>
                    <a:pt x="18902" y="28383"/>
                    <a:pt x="21091" y="25240"/>
                    <a:pt x="22344" y="21459"/>
                  </a:cubicBezTo>
                  <a:cubicBezTo>
                    <a:pt x="22703" y="20325"/>
                    <a:pt x="22961" y="19171"/>
                    <a:pt x="23100" y="17978"/>
                  </a:cubicBezTo>
                  <a:cubicBezTo>
                    <a:pt x="23618" y="13720"/>
                    <a:pt x="22862" y="9721"/>
                    <a:pt x="20693" y="6000"/>
                  </a:cubicBezTo>
                  <a:cubicBezTo>
                    <a:pt x="19320" y="3613"/>
                    <a:pt x="17450" y="1663"/>
                    <a:pt x="15122" y="190"/>
                  </a:cubicBezTo>
                  <a:cubicBezTo>
                    <a:pt x="15023" y="131"/>
                    <a:pt x="14943" y="71"/>
                    <a:pt x="14844" y="31"/>
                  </a:cubicBezTo>
                  <a:cubicBezTo>
                    <a:pt x="14787" y="11"/>
                    <a:pt x="14730" y="1"/>
                    <a:pt x="146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5"/>
            <p:cNvSpPr/>
            <p:nvPr/>
          </p:nvSpPr>
          <p:spPr>
            <a:xfrm>
              <a:off x="6130400" y="766775"/>
              <a:ext cx="473550" cy="680625"/>
            </a:xfrm>
            <a:custGeom>
              <a:avLst/>
              <a:gdLst/>
              <a:ahLst/>
              <a:cxnLst/>
              <a:rect l="l" t="t" r="r" b="b"/>
              <a:pathLst>
                <a:path w="18942" h="27225" extrusionOk="0">
                  <a:moveTo>
                    <a:pt x="12068" y="0"/>
                  </a:moveTo>
                  <a:cubicBezTo>
                    <a:pt x="11822" y="0"/>
                    <a:pt x="11606" y="197"/>
                    <a:pt x="11639" y="462"/>
                  </a:cubicBezTo>
                  <a:cubicBezTo>
                    <a:pt x="11659" y="602"/>
                    <a:pt x="11739" y="741"/>
                    <a:pt x="11838" y="840"/>
                  </a:cubicBezTo>
                  <a:cubicBezTo>
                    <a:pt x="11997" y="1000"/>
                    <a:pt x="12196" y="1159"/>
                    <a:pt x="12356" y="1318"/>
                  </a:cubicBezTo>
                  <a:cubicBezTo>
                    <a:pt x="14683" y="3487"/>
                    <a:pt x="16375" y="6053"/>
                    <a:pt x="17250" y="9117"/>
                  </a:cubicBezTo>
                  <a:cubicBezTo>
                    <a:pt x="18046" y="11823"/>
                    <a:pt x="18046" y="14529"/>
                    <a:pt x="17190" y="17295"/>
                  </a:cubicBezTo>
                  <a:cubicBezTo>
                    <a:pt x="16434" y="19563"/>
                    <a:pt x="15121" y="21513"/>
                    <a:pt x="13231" y="23084"/>
                  </a:cubicBezTo>
                  <a:cubicBezTo>
                    <a:pt x="10744" y="25134"/>
                    <a:pt x="7839" y="26128"/>
                    <a:pt x="4636" y="26308"/>
                  </a:cubicBezTo>
                  <a:cubicBezTo>
                    <a:pt x="4363" y="26324"/>
                    <a:pt x="4090" y="26332"/>
                    <a:pt x="3817" y="26332"/>
                  </a:cubicBezTo>
                  <a:cubicBezTo>
                    <a:pt x="2797" y="26332"/>
                    <a:pt x="1780" y="26221"/>
                    <a:pt x="776" y="26049"/>
                  </a:cubicBezTo>
                  <a:cubicBezTo>
                    <a:pt x="716" y="26039"/>
                    <a:pt x="652" y="26034"/>
                    <a:pt x="587" y="26034"/>
                  </a:cubicBezTo>
                  <a:cubicBezTo>
                    <a:pt x="522" y="26034"/>
                    <a:pt x="458" y="26039"/>
                    <a:pt x="398" y="26049"/>
                  </a:cubicBezTo>
                  <a:cubicBezTo>
                    <a:pt x="179" y="26089"/>
                    <a:pt x="60" y="26228"/>
                    <a:pt x="20" y="26427"/>
                  </a:cubicBezTo>
                  <a:cubicBezTo>
                    <a:pt x="0" y="26606"/>
                    <a:pt x="100" y="26765"/>
                    <a:pt x="298" y="26845"/>
                  </a:cubicBezTo>
                  <a:cubicBezTo>
                    <a:pt x="557" y="26924"/>
                    <a:pt x="816" y="27024"/>
                    <a:pt x="1074" y="27044"/>
                  </a:cubicBezTo>
                  <a:cubicBezTo>
                    <a:pt x="1976" y="27117"/>
                    <a:pt x="2878" y="27225"/>
                    <a:pt x="3795" y="27225"/>
                  </a:cubicBezTo>
                  <a:cubicBezTo>
                    <a:pt x="3870" y="27225"/>
                    <a:pt x="3944" y="27224"/>
                    <a:pt x="4019" y="27223"/>
                  </a:cubicBezTo>
                  <a:cubicBezTo>
                    <a:pt x="7143" y="27203"/>
                    <a:pt x="10068" y="26387"/>
                    <a:pt x="12674" y="24636"/>
                  </a:cubicBezTo>
                  <a:cubicBezTo>
                    <a:pt x="15101" y="23005"/>
                    <a:pt x="16832" y="20816"/>
                    <a:pt x="17867" y="18090"/>
                  </a:cubicBezTo>
                  <a:cubicBezTo>
                    <a:pt x="18703" y="15882"/>
                    <a:pt x="18941" y="13574"/>
                    <a:pt x="18623" y="11226"/>
                  </a:cubicBezTo>
                  <a:cubicBezTo>
                    <a:pt x="17986" y="6750"/>
                    <a:pt x="15818" y="3128"/>
                    <a:pt x="12455" y="184"/>
                  </a:cubicBezTo>
                  <a:cubicBezTo>
                    <a:pt x="12376" y="124"/>
                    <a:pt x="12296" y="64"/>
                    <a:pt x="12216" y="25"/>
                  </a:cubicBezTo>
                  <a:cubicBezTo>
                    <a:pt x="12167" y="8"/>
                    <a:pt x="12117" y="0"/>
                    <a:pt x="12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5"/>
            <p:cNvSpPr/>
            <p:nvPr/>
          </p:nvSpPr>
          <p:spPr>
            <a:xfrm>
              <a:off x="6154750" y="842225"/>
              <a:ext cx="351700" cy="515475"/>
            </a:xfrm>
            <a:custGeom>
              <a:avLst/>
              <a:gdLst/>
              <a:ahLst/>
              <a:cxnLst/>
              <a:rect l="l" t="t" r="r" b="b"/>
              <a:pathLst>
                <a:path w="14068" h="20619" extrusionOk="0">
                  <a:moveTo>
                    <a:pt x="9655" y="1"/>
                  </a:moveTo>
                  <a:cubicBezTo>
                    <a:pt x="9544" y="1"/>
                    <a:pt x="9437" y="46"/>
                    <a:pt x="9352" y="130"/>
                  </a:cubicBezTo>
                  <a:cubicBezTo>
                    <a:pt x="9173" y="289"/>
                    <a:pt x="9173" y="528"/>
                    <a:pt x="9312" y="727"/>
                  </a:cubicBezTo>
                  <a:cubicBezTo>
                    <a:pt x="9392" y="827"/>
                    <a:pt x="9491" y="926"/>
                    <a:pt x="9571" y="1006"/>
                  </a:cubicBezTo>
                  <a:cubicBezTo>
                    <a:pt x="11222" y="2757"/>
                    <a:pt x="12337" y="4786"/>
                    <a:pt x="12814" y="7134"/>
                  </a:cubicBezTo>
                  <a:cubicBezTo>
                    <a:pt x="13292" y="9521"/>
                    <a:pt x="13033" y="11849"/>
                    <a:pt x="11959" y="14038"/>
                  </a:cubicBezTo>
                  <a:cubicBezTo>
                    <a:pt x="10765" y="16425"/>
                    <a:pt x="8875" y="18077"/>
                    <a:pt x="6368" y="19012"/>
                  </a:cubicBezTo>
                  <a:cubicBezTo>
                    <a:pt x="5131" y="19476"/>
                    <a:pt x="3854" y="19711"/>
                    <a:pt x="2551" y="19711"/>
                  </a:cubicBezTo>
                  <a:cubicBezTo>
                    <a:pt x="2010" y="19711"/>
                    <a:pt x="1465" y="19671"/>
                    <a:pt x="916" y="19589"/>
                  </a:cubicBezTo>
                  <a:cubicBezTo>
                    <a:pt x="813" y="19577"/>
                    <a:pt x="709" y="19566"/>
                    <a:pt x="606" y="19566"/>
                  </a:cubicBezTo>
                  <a:cubicBezTo>
                    <a:pt x="530" y="19566"/>
                    <a:pt x="455" y="19572"/>
                    <a:pt x="379" y="19589"/>
                  </a:cubicBezTo>
                  <a:cubicBezTo>
                    <a:pt x="160" y="19629"/>
                    <a:pt x="1" y="19828"/>
                    <a:pt x="1" y="20046"/>
                  </a:cubicBezTo>
                  <a:cubicBezTo>
                    <a:pt x="1" y="20206"/>
                    <a:pt x="120" y="20345"/>
                    <a:pt x="359" y="20405"/>
                  </a:cubicBezTo>
                  <a:cubicBezTo>
                    <a:pt x="558" y="20464"/>
                    <a:pt x="777" y="20504"/>
                    <a:pt x="996" y="20524"/>
                  </a:cubicBezTo>
                  <a:cubicBezTo>
                    <a:pt x="1513" y="20584"/>
                    <a:pt x="2033" y="20618"/>
                    <a:pt x="2553" y="20618"/>
                  </a:cubicBezTo>
                  <a:cubicBezTo>
                    <a:pt x="3233" y="20618"/>
                    <a:pt x="3912" y="20560"/>
                    <a:pt x="4577" y="20424"/>
                  </a:cubicBezTo>
                  <a:cubicBezTo>
                    <a:pt x="8934" y="19589"/>
                    <a:pt x="11879" y="17082"/>
                    <a:pt x="13192" y="13520"/>
                  </a:cubicBezTo>
                  <a:cubicBezTo>
                    <a:pt x="13908" y="11352"/>
                    <a:pt x="14068" y="9561"/>
                    <a:pt x="13849" y="7910"/>
                  </a:cubicBezTo>
                  <a:cubicBezTo>
                    <a:pt x="13471" y="4945"/>
                    <a:pt x="12177" y="2418"/>
                    <a:pt x="10108" y="270"/>
                  </a:cubicBezTo>
                  <a:cubicBezTo>
                    <a:pt x="10068" y="210"/>
                    <a:pt x="10009" y="150"/>
                    <a:pt x="9949" y="110"/>
                  </a:cubicBezTo>
                  <a:cubicBezTo>
                    <a:pt x="9856" y="36"/>
                    <a:pt x="9754" y="1"/>
                    <a:pt x="96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5"/>
            <p:cNvSpPr/>
            <p:nvPr/>
          </p:nvSpPr>
          <p:spPr>
            <a:xfrm>
              <a:off x="6193050" y="900900"/>
              <a:ext cx="226350" cy="351800"/>
            </a:xfrm>
            <a:custGeom>
              <a:avLst/>
              <a:gdLst/>
              <a:ahLst/>
              <a:cxnLst/>
              <a:rect l="l" t="t" r="r" b="b"/>
              <a:pathLst>
                <a:path w="9054" h="14072" extrusionOk="0">
                  <a:moveTo>
                    <a:pt x="5665" y="1"/>
                  </a:moveTo>
                  <a:cubicBezTo>
                    <a:pt x="5547" y="1"/>
                    <a:pt x="5436" y="48"/>
                    <a:pt x="5353" y="131"/>
                  </a:cubicBezTo>
                  <a:cubicBezTo>
                    <a:pt x="5214" y="270"/>
                    <a:pt x="5174" y="469"/>
                    <a:pt x="5273" y="668"/>
                  </a:cubicBezTo>
                  <a:cubicBezTo>
                    <a:pt x="5333" y="748"/>
                    <a:pt x="5413" y="827"/>
                    <a:pt x="5472" y="907"/>
                  </a:cubicBezTo>
                  <a:cubicBezTo>
                    <a:pt x="5831" y="1345"/>
                    <a:pt x="6209" y="1763"/>
                    <a:pt x="6527" y="2240"/>
                  </a:cubicBezTo>
                  <a:cubicBezTo>
                    <a:pt x="7462" y="3633"/>
                    <a:pt x="8079" y="5165"/>
                    <a:pt x="8079" y="6856"/>
                  </a:cubicBezTo>
                  <a:cubicBezTo>
                    <a:pt x="8079" y="9462"/>
                    <a:pt x="6905" y="11353"/>
                    <a:pt x="4557" y="12487"/>
                  </a:cubicBezTo>
                  <a:cubicBezTo>
                    <a:pt x="3508" y="12976"/>
                    <a:pt x="2396" y="13174"/>
                    <a:pt x="1251" y="13174"/>
                  </a:cubicBezTo>
                  <a:cubicBezTo>
                    <a:pt x="1093" y="13174"/>
                    <a:pt x="935" y="13170"/>
                    <a:pt x="777" y="13163"/>
                  </a:cubicBezTo>
                  <a:cubicBezTo>
                    <a:pt x="658" y="13143"/>
                    <a:pt x="538" y="13143"/>
                    <a:pt x="419" y="13143"/>
                  </a:cubicBezTo>
                  <a:cubicBezTo>
                    <a:pt x="200" y="13163"/>
                    <a:pt x="21" y="13342"/>
                    <a:pt x="21" y="13561"/>
                  </a:cubicBezTo>
                  <a:cubicBezTo>
                    <a:pt x="1" y="13760"/>
                    <a:pt x="140" y="13959"/>
                    <a:pt x="379" y="14019"/>
                  </a:cubicBezTo>
                  <a:cubicBezTo>
                    <a:pt x="419" y="14039"/>
                    <a:pt x="478" y="14039"/>
                    <a:pt x="538" y="14039"/>
                  </a:cubicBezTo>
                  <a:cubicBezTo>
                    <a:pt x="812" y="14060"/>
                    <a:pt x="1085" y="14071"/>
                    <a:pt x="1357" y="14071"/>
                  </a:cubicBezTo>
                  <a:cubicBezTo>
                    <a:pt x="2582" y="14071"/>
                    <a:pt x="3775" y="13843"/>
                    <a:pt x="4915" y="13322"/>
                  </a:cubicBezTo>
                  <a:cubicBezTo>
                    <a:pt x="6865" y="12427"/>
                    <a:pt x="8178" y="10955"/>
                    <a:pt x="8755" y="8846"/>
                  </a:cubicBezTo>
                  <a:cubicBezTo>
                    <a:pt x="9014" y="7871"/>
                    <a:pt x="9054" y="6876"/>
                    <a:pt x="8914" y="5881"/>
                  </a:cubicBezTo>
                  <a:cubicBezTo>
                    <a:pt x="8596" y="3673"/>
                    <a:pt x="7562" y="1822"/>
                    <a:pt x="6049" y="191"/>
                  </a:cubicBezTo>
                  <a:cubicBezTo>
                    <a:pt x="6010" y="151"/>
                    <a:pt x="5950" y="111"/>
                    <a:pt x="5910" y="71"/>
                  </a:cubicBezTo>
                  <a:cubicBezTo>
                    <a:pt x="5829" y="23"/>
                    <a:pt x="5745" y="1"/>
                    <a:pt x="56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1" name="Google Shape;351;p5"/>
          <p:cNvSpPr/>
          <p:nvPr/>
        </p:nvSpPr>
        <p:spPr>
          <a:xfrm rot="-1265962" flipH="1">
            <a:off x="5767650" y="2693403"/>
            <a:ext cx="2807596" cy="2196272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2" name="Google Shape;352;p5"/>
          <p:cNvGrpSpPr/>
          <p:nvPr/>
        </p:nvGrpSpPr>
        <p:grpSpPr>
          <a:xfrm>
            <a:off x="1720546" y="3068048"/>
            <a:ext cx="1562427" cy="1693601"/>
            <a:chOff x="2683071" y="3068048"/>
            <a:chExt cx="1562427" cy="1693601"/>
          </a:xfrm>
        </p:grpSpPr>
        <p:sp>
          <p:nvSpPr>
            <p:cNvPr id="353" name="Google Shape;353;p5"/>
            <p:cNvSpPr/>
            <p:nvPr/>
          </p:nvSpPr>
          <p:spPr>
            <a:xfrm>
              <a:off x="2863164" y="3199452"/>
              <a:ext cx="1264012" cy="1562181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5"/>
            <p:cNvSpPr/>
            <p:nvPr/>
          </p:nvSpPr>
          <p:spPr>
            <a:xfrm>
              <a:off x="2683071" y="3068048"/>
              <a:ext cx="1234106" cy="1536883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5"/>
            <p:cNvSpPr/>
            <p:nvPr/>
          </p:nvSpPr>
          <p:spPr>
            <a:xfrm>
              <a:off x="3148041" y="3480850"/>
              <a:ext cx="1097458" cy="1280799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6" name="Google Shape;356;p5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357" name="Google Shape;357;p5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8" name="Google Shape;358;p5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359" name="Google Shape;359;p5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360" name="Google Shape;360;p5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361" name="Google Shape;361;p5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362" name="Google Shape;362;p5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363" name="Google Shape;363;p5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64" name="Google Shape;364;p5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65" name="Google Shape;365;p5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366" name="Google Shape;366;p5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67" name="Google Shape;367;p5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68" name="Google Shape;368;p5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369" name="Google Shape;369;p5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370" name="Google Shape;370;p5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71" name="Google Shape;371;p5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72" name="Google Shape;372;p5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373" name="Google Shape;373;p5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374" name="Google Shape;374;p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5"/>
          <p:cNvSpPr txBox="1">
            <a:spLocks noGrp="1"/>
          </p:cNvSpPr>
          <p:nvPr>
            <p:ph type="subTitle" idx="1"/>
          </p:nvPr>
        </p:nvSpPr>
        <p:spPr>
          <a:xfrm>
            <a:off x="1514800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376" name="Google Shape;37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77" name="Google Shape;377;p5"/>
          <p:cNvSpPr txBox="1">
            <a:spLocks noGrp="1"/>
          </p:cNvSpPr>
          <p:nvPr>
            <p:ph type="subTitle" idx="2"/>
          </p:nvPr>
        </p:nvSpPr>
        <p:spPr>
          <a:xfrm>
            <a:off x="1514800" y="3206963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78" name="Google Shape;378;p5"/>
          <p:cNvSpPr txBox="1">
            <a:spLocks noGrp="1"/>
          </p:cNvSpPr>
          <p:nvPr>
            <p:ph type="subTitle" idx="3"/>
          </p:nvPr>
        </p:nvSpPr>
        <p:spPr>
          <a:xfrm>
            <a:off x="5110663" y="273716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379" name="Google Shape;379;p5"/>
          <p:cNvSpPr txBox="1">
            <a:spLocks noGrp="1"/>
          </p:cNvSpPr>
          <p:nvPr>
            <p:ph type="subTitle" idx="4"/>
          </p:nvPr>
        </p:nvSpPr>
        <p:spPr>
          <a:xfrm>
            <a:off x="5110670" y="3206963"/>
            <a:ext cx="25185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1" name="Google Shape;381;p6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382" name="Google Shape;382;p6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6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Google Shape;384;p6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Google Shape;385;p6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6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6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6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Google Shape;389;p6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Google Shape;390;p6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Google Shape;391;p6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Google Shape;392;p6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6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6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6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6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6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6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6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6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6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6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6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6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6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6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6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6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6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6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6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6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6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6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6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6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6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6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6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6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6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6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6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6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6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6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6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6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6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6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6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6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6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6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6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6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6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6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6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0" name="Google Shape;440;p6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6"/>
          <p:cNvSpPr/>
          <p:nvPr/>
        </p:nvSpPr>
        <p:spPr>
          <a:xfrm rot="8987260" flipH="1">
            <a:off x="3021212" y="772784"/>
            <a:ext cx="695478" cy="599568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2" name="Google Shape;442;p6"/>
          <p:cNvGrpSpPr/>
          <p:nvPr/>
        </p:nvGrpSpPr>
        <p:grpSpPr>
          <a:xfrm rot="-6079203">
            <a:off x="8131508" y="1259594"/>
            <a:ext cx="344269" cy="588482"/>
            <a:chOff x="478350" y="474400"/>
            <a:chExt cx="344250" cy="588450"/>
          </a:xfrm>
        </p:grpSpPr>
        <p:sp>
          <p:nvSpPr>
            <p:cNvPr id="443" name="Google Shape;443;p6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6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5" name="Google Shape;445;p6"/>
          <p:cNvSpPr/>
          <p:nvPr/>
        </p:nvSpPr>
        <p:spPr>
          <a:xfrm>
            <a:off x="7307301" y="567324"/>
            <a:ext cx="1341463" cy="1010499"/>
          </a:xfrm>
          <a:custGeom>
            <a:avLst/>
            <a:gdLst/>
            <a:ahLst/>
            <a:cxnLst/>
            <a:rect l="l" t="t" r="r" b="b"/>
            <a:pathLst>
              <a:path w="13789" h="10387" extrusionOk="0">
                <a:moveTo>
                  <a:pt x="5267" y="0"/>
                </a:moveTo>
                <a:cubicBezTo>
                  <a:pt x="4358" y="0"/>
                  <a:pt x="3499" y="191"/>
                  <a:pt x="2786" y="634"/>
                </a:cubicBezTo>
                <a:cubicBezTo>
                  <a:pt x="1234" y="1649"/>
                  <a:pt x="1" y="4573"/>
                  <a:pt x="1035" y="6623"/>
                </a:cubicBezTo>
                <a:cubicBezTo>
                  <a:pt x="2262" y="8933"/>
                  <a:pt x="5711" y="10386"/>
                  <a:pt x="8376" y="10386"/>
                </a:cubicBezTo>
                <a:cubicBezTo>
                  <a:pt x="8695" y="10386"/>
                  <a:pt x="9002" y="10366"/>
                  <a:pt x="9292" y="10323"/>
                </a:cubicBezTo>
                <a:cubicBezTo>
                  <a:pt x="12615" y="9846"/>
                  <a:pt x="13789" y="5309"/>
                  <a:pt x="11819" y="2942"/>
                </a:cubicBezTo>
                <a:cubicBezTo>
                  <a:pt x="10514" y="1376"/>
                  <a:pt x="7709" y="0"/>
                  <a:pt x="526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6" name="Google Shape;446;p6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447" name="Google Shape;447;p6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8" name="Google Shape;448;p6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449" name="Google Shape;449;p6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450" name="Google Shape;450;p6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451" name="Google Shape;451;p6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452" name="Google Shape;452;p6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453" name="Google Shape;453;p6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54" name="Google Shape;454;p6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55" name="Google Shape;455;p6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456" name="Google Shape;456;p6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457" name="Google Shape;457;p6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58" name="Google Shape;458;p6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459" name="Google Shape;459;p6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460" name="Google Shape;460;p6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61" name="Google Shape;461;p6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62" name="Google Shape;462;p6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463" name="Google Shape;463;p6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464" name="Google Shape;464;p6"/>
          <p:cNvGrpSpPr/>
          <p:nvPr/>
        </p:nvGrpSpPr>
        <p:grpSpPr>
          <a:xfrm>
            <a:off x="4642612" y="4198877"/>
            <a:ext cx="1124259" cy="572702"/>
            <a:chOff x="2094425" y="748900"/>
            <a:chExt cx="887900" cy="452300"/>
          </a:xfrm>
        </p:grpSpPr>
        <p:sp>
          <p:nvSpPr>
            <p:cNvPr id="465" name="Google Shape;465;p6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6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6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Google Shape;468;p6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9" name="Google Shape;469;p6"/>
          <p:cNvSpPr/>
          <p:nvPr/>
        </p:nvSpPr>
        <p:spPr>
          <a:xfrm>
            <a:off x="720000" y="4148525"/>
            <a:ext cx="644596" cy="518777"/>
          </a:xfrm>
          <a:custGeom>
            <a:avLst/>
            <a:gdLst/>
            <a:ahLst/>
            <a:cxnLst/>
            <a:rect l="l" t="t" r="r" b="b"/>
            <a:pathLst>
              <a:path w="23956" h="19280" extrusionOk="0">
                <a:moveTo>
                  <a:pt x="14843" y="0"/>
                </a:moveTo>
                <a:lnTo>
                  <a:pt x="10546" y="7402"/>
                </a:lnTo>
                <a:lnTo>
                  <a:pt x="4119" y="995"/>
                </a:lnTo>
                <a:lnTo>
                  <a:pt x="8795" y="7402"/>
                </a:lnTo>
                <a:lnTo>
                  <a:pt x="1" y="7163"/>
                </a:lnTo>
                <a:lnTo>
                  <a:pt x="7999" y="9551"/>
                </a:lnTo>
                <a:lnTo>
                  <a:pt x="637" y="14942"/>
                </a:lnTo>
                <a:lnTo>
                  <a:pt x="8854" y="12356"/>
                </a:lnTo>
                <a:lnTo>
                  <a:pt x="8854" y="12356"/>
                </a:lnTo>
                <a:cubicBezTo>
                  <a:pt x="8854" y="12356"/>
                  <a:pt x="8158" y="19240"/>
                  <a:pt x="8417" y="19280"/>
                </a:cubicBezTo>
                <a:cubicBezTo>
                  <a:pt x="8417" y="19280"/>
                  <a:pt x="8418" y="19280"/>
                  <a:pt x="8418" y="19280"/>
                </a:cubicBezTo>
                <a:cubicBezTo>
                  <a:pt x="8702" y="19280"/>
                  <a:pt x="11063" y="12436"/>
                  <a:pt x="11063" y="12436"/>
                </a:cubicBezTo>
                <a:lnTo>
                  <a:pt x="19220" y="17867"/>
                </a:lnTo>
                <a:lnTo>
                  <a:pt x="19220" y="17867"/>
                </a:lnTo>
                <a:lnTo>
                  <a:pt x="13252" y="10824"/>
                </a:lnTo>
                <a:lnTo>
                  <a:pt x="23956" y="10864"/>
                </a:lnTo>
                <a:lnTo>
                  <a:pt x="13351" y="8337"/>
                </a:lnTo>
                <a:lnTo>
                  <a:pt x="14843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6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6" name="Google Shape;646;p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647" name="Google Shape;647;p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Google Shape;652;p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Google Shape;653;p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Google Shape;654;p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Google Shape;674;p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Google Shape;675;p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5" name="Google Shape;705;p9"/>
          <p:cNvSpPr/>
          <p:nvPr/>
        </p:nvSpPr>
        <p:spPr>
          <a:xfrm>
            <a:off x="946175" y="1068675"/>
            <a:ext cx="7251900" cy="3402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9"/>
          <p:cNvSpPr/>
          <p:nvPr/>
        </p:nvSpPr>
        <p:spPr>
          <a:xfrm rot="1888520">
            <a:off x="806999" y="808085"/>
            <a:ext cx="1884485" cy="1419556"/>
          </a:xfrm>
          <a:custGeom>
            <a:avLst/>
            <a:gdLst/>
            <a:ahLst/>
            <a:cxnLst/>
            <a:rect l="l" t="t" r="r" b="b"/>
            <a:pathLst>
              <a:path w="13789" h="10387" extrusionOk="0">
                <a:moveTo>
                  <a:pt x="5267" y="0"/>
                </a:moveTo>
                <a:cubicBezTo>
                  <a:pt x="4358" y="0"/>
                  <a:pt x="3499" y="191"/>
                  <a:pt x="2786" y="634"/>
                </a:cubicBezTo>
                <a:cubicBezTo>
                  <a:pt x="1234" y="1649"/>
                  <a:pt x="1" y="4573"/>
                  <a:pt x="1035" y="6623"/>
                </a:cubicBezTo>
                <a:cubicBezTo>
                  <a:pt x="2262" y="8933"/>
                  <a:pt x="5711" y="10386"/>
                  <a:pt x="8376" y="10386"/>
                </a:cubicBezTo>
                <a:cubicBezTo>
                  <a:pt x="8695" y="10386"/>
                  <a:pt x="9002" y="10366"/>
                  <a:pt x="9292" y="10323"/>
                </a:cubicBezTo>
                <a:cubicBezTo>
                  <a:pt x="12615" y="9846"/>
                  <a:pt x="13789" y="5309"/>
                  <a:pt x="11819" y="2942"/>
                </a:cubicBezTo>
                <a:cubicBezTo>
                  <a:pt x="10514" y="1376"/>
                  <a:pt x="7709" y="0"/>
                  <a:pt x="52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7" name="Google Shape;707;p9"/>
          <p:cNvGrpSpPr/>
          <p:nvPr/>
        </p:nvGrpSpPr>
        <p:grpSpPr>
          <a:xfrm>
            <a:off x="946050" y="672163"/>
            <a:ext cx="7251900" cy="417000"/>
            <a:chOff x="946050" y="672163"/>
            <a:chExt cx="7251900" cy="417000"/>
          </a:xfrm>
        </p:grpSpPr>
        <p:sp>
          <p:nvSpPr>
            <p:cNvPr id="708" name="Google Shape;708;p9"/>
            <p:cNvSpPr/>
            <p:nvPr/>
          </p:nvSpPr>
          <p:spPr>
            <a:xfrm>
              <a:off x="946050" y="672163"/>
              <a:ext cx="7251900" cy="417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09" name="Google Shape;709;p9"/>
            <p:cNvGrpSpPr/>
            <p:nvPr/>
          </p:nvGrpSpPr>
          <p:grpSpPr>
            <a:xfrm>
              <a:off x="7209519" y="794061"/>
              <a:ext cx="789243" cy="171052"/>
              <a:chOff x="733775" y="310686"/>
              <a:chExt cx="789243" cy="171052"/>
            </a:xfrm>
          </p:grpSpPr>
          <p:sp>
            <p:nvSpPr>
              <p:cNvPr id="710" name="Google Shape;710;p9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711" name="Google Shape;711;p9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712" name="Google Shape;712;p9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713" name="Google Shape;713;p9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714" name="Google Shape;714;p9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15" name="Google Shape;715;p9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716" name="Google Shape;716;p9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717" name="Google Shape;717;p9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718" name="Google Shape;718;p9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719" name="Google Shape;719;p9"/>
            <p:cNvGrpSpPr/>
            <p:nvPr/>
          </p:nvGrpSpPr>
          <p:grpSpPr>
            <a:xfrm>
              <a:off x="1145239" y="777487"/>
              <a:ext cx="800559" cy="204209"/>
              <a:chOff x="747420" y="664537"/>
              <a:chExt cx="800559" cy="204209"/>
            </a:xfrm>
          </p:grpSpPr>
          <p:grpSp>
            <p:nvGrpSpPr>
              <p:cNvPr id="720" name="Google Shape;720;p9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721" name="Google Shape;721;p9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722" name="Google Shape;722;p9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723" name="Google Shape;723;p9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724" name="Google Shape;724;p9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725" name="Google Shape;725;p9"/>
          <p:cNvSpPr/>
          <p:nvPr/>
        </p:nvSpPr>
        <p:spPr>
          <a:xfrm rot="7854059" flipH="1">
            <a:off x="6410582" y="3145827"/>
            <a:ext cx="1891661" cy="1386256"/>
          </a:xfrm>
          <a:custGeom>
            <a:avLst/>
            <a:gdLst/>
            <a:ahLst/>
            <a:cxnLst/>
            <a:rect l="l" t="t" r="r" b="b"/>
            <a:pathLst>
              <a:path w="71687" h="52534" extrusionOk="0">
                <a:moveTo>
                  <a:pt x="45501" y="1"/>
                </a:moveTo>
                <a:cubicBezTo>
                  <a:pt x="44031" y="1"/>
                  <a:pt x="42548" y="114"/>
                  <a:pt x="41066" y="337"/>
                </a:cubicBezTo>
                <a:cubicBezTo>
                  <a:pt x="40808" y="377"/>
                  <a:pt x="40549" y="417"/>
                  <a:pt x="40290" y="476"/>
                </a:cubicBezTo>
                <a:cubicBezTo>
                  <a:pt x="32093" y="1929"/>
                  <a:pt x="24592" y="6127"/>
                  <a:pt x="18325" y="11499"/>
                </a:cubicBezTo>
                <a:cubicBezTo>
                  <a:pt x="10923" y="17826"/>
                  <a:pt x="0" y="29485"/>
                  <a:pt x="3701" y="40249"/>
                </a:cubicBezTo>
                <a:cubicBezTo>
                  <a:pt x="4358" y="42139"/>
                  <a:pt x="5353" y="43910"/>
                  <a:pt x="6626" y="45482"/>
                </a:cubicBezTo>
                <a:cubicBezTo>
                  <a:pt x="10032" y="49704"/>
                  <a:pt x="15304" y="52534"/>
                  <a:pt x="20694" y="52534"/>
                </a:cubicBezTo>
                <a:cubicBezTo>
                  <a:pt x="21349" y="52534"/>
                  <a:pt x="22006" y="52492"/>
                  <a:pt x="22662" y="52406"/>
                </a:cubicBezTo>
                <a:cubicBezTo>
                  <a:pt x="28711" y="51630"/>
                  <a:pt x="34202" y="47113"/>
                  <a:pt x="35794" y="41224"/>
                </a:cubicBezTo>
                <a:cubicBezTo>
                  <a:pt x="40385" y="43315"/>
                  <a:pt x="44956" y="44761"/>
                  <a:pt x="49574" y="44761"/>
                </a:cubicBezTo>
                <a:cubicBezTo>
                  <a:pt x="52821" y="44761"/>
                  <a:pt x="56092" y="44046"/>
                  <a:pt x="59411" y="42338"/>
                </a:cubicBezTo>
                <a:cubicBezTo>
                  <a:pt x="64385" y="39811"/>
                  <a:pt x="69498" y="34897"/>
                  <a:pt x="70433" y="29167"/>
                </a:cubicBezTo>
                <a:cubicBezTo>
                  <a:pt x="71687" y="21547"/>
                  <a:pt x="68841" y="13588"/>
                  <a:pt x="63768" y="7858"/>
                </a:cubicBezTo>
                <a:cubicBezTo>
                  <a:pt x="59042" y="2508"/>
                  <a:pt x="52421" y="1"/>
                  <a:pt x="4550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9"/>
          <p:cNvSpPr/>
          <p:nvPr/>
        </p:nvSpPr>
        <p:spPr>
          <a:xfrm rot="-1540137">
            <a:off x="513092" y="1647646"/>
            <a:ext cx="1484106" cy="1848219"/>
          </a:xfrm>
          <a:custGeom>
            <a:avLst/>
            <a:gdLst/>
            <a:ahLst/>
            <a:cxnLst/>
            <a:rect l="l" t="t" r="r" b="b"/>
            <a:pathLst>
              <a:path w="26245" h="32684" extrusionOk="0">
                <a:moveTo>
                  <a:pt x="25587" y="2110"/>
                </a:moveTo>
                <a:lnTo>
                  <a:pt x="25289" y="2627"/>
                </a:lnTo>
                <a:cubicBezTo>
                  <a:pt x="25275" y="2634"/>
                  <a:pt x="25263" y="2638"/>
                  <a:pt x="25254" y="2638"/>
                </a:cubicBezTo>
                <a:cubicBezTo>
                  <a:pt x="25209" y="2638"/>
                  <a:pt x="25209" y="2566"/>
                  <a:pt x="25209" y="2468"/>
                </a:cubicBezTo>
                <a:cubicBezTo>
                  <a:pt x="25209" y="2508"/>
                  <a:pt x="25190" y="2548"/>
                  <a:pt x="25170" y="2568"/>
                </a:cubicBezTo>
                <a:cubicBezTo>
                  <a:pt x="25132" y="2605"/>
                  <a:pt x="25102" y="2619"/>
                  <a:pt x="25080" y="2619"/>
                </a:cubicBezTo>
                <a:cubicBezTo>
                  <a:pt x="25068" y="2619"/>
                  <a:pt x="25058" y="2615"/>
                  <a:pt x="25050" y="2607"/>
                </a:cubicBezTo>
                <a:cubicBezTo>
                  <a:pt x="25110" y="2528"/>
                  <a:pt x="25150" y="2468"/>
                  <a:pt x="25209" y="2388"/>
                </a:cubicBezTo>
                <a:cubicBezTo>
                  <a:pt x="25209" y="2428"/>
                  <a:pt x="25209" y="2448"/>
                  <a:pt x="25209" y="2468"/>
                </a:cubicBezTo>
                <a:cubicBezTo>
                  <a:pt x="25229" y="2428"/>
                  <a:pt x="25229" y="2388"/>
                  <a:pt x="25249" y="2349"/>
                </a:cubicBezTo>
                <a:cubicBezTo>
                  <a:pt x="25269" y="2309"/>
                  <a:pt x="25309" y="2269"/>
                  <a:pt x="25329" y="2249"/>
                </a:cubicBezTo>
                <a:cubicBezTo>
                  <a:pt x="25428" y="2190"/>
                  <a:pt x="25528" y="2150"/>
                  <a:pt x="25587" y="2110"/>
                </a:cubicBezTo>
                <a:close/>
                <a:moveTo>
                  <a:pt x="20872" y="7820"/>
                </a:moveTo>
                <a:lnTo>
                  <a:pt x="20832" y="8218"/>
                </a:lnTo>
                <a:cubicBezTo>
                  <a:pt x="20812" y="8158"/>
                  <a:pt x="20733" y="8119"/>
                  <a:pt x="20653" y="8079"/>
                </a:cubicBezTo>
                <a:cubicBezTo>
                  <a:pt x="20713" y="7979"/>
                  <a:pt x="20792" y="7900"/>
                  <a:pt x="20872" y="7820"/>
                </a:cubicBezTo>
                <a:close/>
                <a:moveTo>
                  <a:pt x="14784" y="11143"/>
                </a:moveTo>
                <a:lnTo>
                  <a:pt x="14784" y="11143"/>
                </a:lnTo>
                <a:cubicBezTo>
                  <a:pt x="14776" y="11155"/>
                  <a:pt x="14770" y="11167"/>
                  <a:pt x="14766" y="11177"/>
                </a:cubicBezTo>
                <a:lnTo>
                  <a:pt x="14766" y="11177"/>
                </a:lnTo>
                <a:cubicBezTo>
                  <a:pt x="14772" y="11166"/>
                  <a:pt x="14778" y="11154"/>
                  <a:pt x="14784" y="11143"/>
                </a:cubicBezTo>
                <a:close/>
                <a:moveTo>
                  <a:pt x="18047" y="11322"/>
                </a:moveTo>
                <a:cubicBezTo>
                  <a:pt x="18047" y="11600"/>
                  <a:pt x="18027" y="11879"/>
                  <a:pt x="17888" y="12138"/>
                </a:cubicBezTo>
                <a:lnTo>
                  <a:pt x="17768" y="12158"/>
                </a:lnTo>
                <a:lnTo>
                  <a:pt x="17569" y="12555"/>
                </a:lnTo>
                <a:cubicBezTo>
                  <a:pt x="17569" y="12416"/>
                  <a:pt x="17569" y="12158"/>
                  <a:pt x="17609" y="11899"/>
                </a:cubicBezTo>
                <a:cubicBezTo>
                  <a:pt x="17748" y="11700"/>
                  <a:pt x="17908" y="11521"/>
                  <a:pt x="18047" y="11322"/>
                </a:cubicBezTo>
                <a:close/>
                <a:moveTo>
                  <a:pt x="16157" y="13729"/>
                </a:moveTo>
                <a:cubicBezTo>
                  <a:pt x="16276" y="13809"/>
                  <a:pt x="16376" y="13928"/>
                  <a:pt x="16376" y="14008"/>
                </a:cubicBezTo>
                <a:cubicBezTo>
                  <a:pt x="16336" y="14028"/>
                  <a:pt x="15779" y="14465"/>
                  <a:pt x="15600" y="14525"/>
                </a:cubicBezTo>
                <a:lnTo>
                  <a:pt x="15520" y="14525"/>
                </a:lnTo>
                <a:cubicBezTo>
                  <a:pt x="15619" y="14386"/>
                  <a:pt x="15719" y="14267"/>
                  <a:pt x="15818" y="14147"/>
                </a:cubicBezTo>
                <a:lnTo>
                  <a:pt x="15978" y="14267"/>
                </a:lnTo>
                <a:lnTo>
                  <a:pt x="15858" y="14087"/>
                </a:lnTo>
                <a:cubicBezTo>
                  <a:pt x="15958" y="13968"/>
                  <a:pt x="16057" y="13849"/>
                  <a:pt x="16157" y="13729"/>
                </a:cubicBezTo>
                <a:close/>
                <a:moveTo>
                  <a:pt x="14664" y="15600"/>
                </a:moveTo>
                <a:lnTo>
                  <a:pt x="14664" y="15600"/>
                </a:lnTo>
                <a:cubicBezTo>
                  <a:pt x="14645" y="15719"/>
                  <a:pt x="14605" y="15838"/>
                  <a:pt x="14545" y="15938"/>
                </a:cubicBezTo>
                <a:cubicBezTo>
                  <a:pt x="14533" y="15915"/>
                  <a:pt x="14508" y="15905"/>
                  <a:pt x="14477" y="15905"/>
                </a:cubicBezTo>
                <a:cubicBezTo>
                  <a:pt x="14455" y="15905"/>
                  <a:pt x="14430" y="15910"/>
                  <a:pt x="14406" y="15918"/>
                </a:cubicBezTo>
                <a:cubicBezTo>
                  <a:pt x="14485" y="15818"/>
                  <a:pt x="14585" y="15699"/>
                  <a:pt x="14664" y="15600"/>
                </a:cubicBezTo>
                <a:close/>
                <a:moveTo>
                  <a:pt x="9153" y="18723"/>
                </a:moveTo>
                <a:cubicBezTo>
                  <a:pt x="9115" y="18809"/>
                  <a:pt x="9095" y="18840"/>
                  <a:pt x="9085" y="18840"/>
                </a:cubicBezTo>
                <a:cubicBezTo>
                  <a:pt x="9074" y="18840"/>
                  <a:pt x="9074" y="18804"/>
                  <a:pt x="9074" y="18763"/>
                </a:cubicBezTo>
                <a:lnTo>
                  <a:pt x="9153" y="18723"/>
                </a:lnTo>
                <a:close/>
                <a:moveTo>
                  <a:pt x="12098" y="18902"/>
                </a:moveTo>
                <a:lnTo>
                  <a:pt x="12098" y="18902"/>
                </a:lnTo>
                <a:cubicBezTo>
                  <a:pt x="12088" y="18909"/>
                  <a:pt x="12078" y="18917"/>
                  <a:pt x="12068" y="18925"/>
                </a:cubicBezTo>
                <a:lnTo>
                  <a:pt x="12068" y="18925"/>
                </a:lnTo>
                <a:cubicBezTo>
                  <a:pt x="12080" y="18917"/>
                  <a:pt x="12090" y="18910"/>
                  <a:pt x="12098" y="18902"/>
                </a:cubicBezTo>
                <a:close/>
                <a:moveTo>
                  <a:pt x="13152" y="17510"/>
                </a:moveTo>
                <a:cubicBezTo>
                  <a:pt x="13152" y="17728"/>
                  <a:pt x="13053" y="18067"/>
                  <a:pt x="12854" y="18425"/>
                </a:cubicBezTo>
                <a:cubicBezTo>
                  <a:pt x="12750" y="18593"/>
                  <a:pt x="12688" y="18638"/>
                  <a:pt x="12649" y="18638"/>
                </a:cubicBezTo>
                <a:cubicBezTo>
                  <a:pt x="12603" y="18638"/>
                  <a:pt x="12591" y="18571"/>
                  <a:pt x="12582" y="18571"/>
                </a:cubicBezTo>
                <a:cubicBezTo>
                  <a:pt x="12580" y="18571"/>
                  <a:pt x="12578" y="18575"/>
                  <a:pt x="12575" y="18584"/>
                </a:cubicBezTo>
                <a:cubicBezTo>
                  <a:pt x="11978" y="19280"/>
                  <a:pt x="12396" y="19440"/>
                  <a:pt x="11799" y="19937"/>
                </a:cubicBezTo>
                <a:cubicBezTo>
                  <a:pt x="11740" y="19969"/>
                  <a:pt x="11694" y="19982"/>
                  <a:pt x="11659" y="19982"/>
                </a:cubicBezTo>
                <a:cubicBezTo>
                  <a:pt x="11518" y="19982"/>
                  <a:pt x="11537" y="19778"/>
                  <a:pt x="11441" y="19778"/>
                </a:cubicBezTo>
                <a:cubicBezTo>
                  <a:pt x="11640" y="19420"/>
                  <a:pt x="11899" y="19340"/>
                  <a:pt x="12058" y="19121"/>
                </a:cubicBezTo>
                <a:lnTo>
                  <a:pt x="12058" y="19121"/>
                </a:lnTo>
                <a:lnTo>
                  <a:pt x="11799" y="19360"/>
                </a:lnTo>
                <a:cubicBezTo>
                  <a:pt x="11836" y="19232"/>
                  <a:pt x="11956" y="19021"/>
                  <a:pt x="12068" y="18925"/>
                </a:cubicBezTo>
                <a:lnTo>
                  <a:pt x="12068" y="18925"/>
                </a:lnTo>
                <a:cubicBezTo>
                  <a:pt x="12046" y="18940"/>
                  <a:pt x="12016" y="18957"/>
                  <a:pt x="11978" y="18982"/>
                </a:cubicBezTo>
                <a:cubicBezTo>
                  <a:pt x="12376" y="18485"/>
                  <a:pt x="12774" y="18007"/>
                  <a:pt x="13152" y="17510"/>
                </a:cubicBezTo>
                <a:close/>
                <a:moveTo>
                  <a:pt x="8835" y="23001"/>
                </a:moveTo>
                <a:lnTo>
                  <a:pt x="8815" y="23041"/>
                </a:lnTo>
                <a:cubicBezTo>
                  <a:pt x="8815" y="23021"/>
                  <a:pt x="8815" y="23021"/>
                  <a:pt x="8835" y="23001"/>
                </a:cubicBezTo>
                <a:close/>
                <a:moveTo>
                  <a:pt x="5902" y="23051"/>
                </a:moveTo>
                <a:cubicBezTo>
                  <a:pt x="5893" y="23053"/>
                  <a:pt x="5883" y="23056"/>
                  <a:pt x="5870" y="23061"/>
                </a:cubicBezTo>
                <a:cubicBezTo>
                  <a:pt x="5881" y="23058"/>
                  <a:pt x="5891" y="23055"/>
                  <a:pt x="5902" y="23051"/>
                </a:cubicBezTo>
                <a:close/>
                <a:moveTo>
                  <a:pt x="8735" y="23120"/>
                </a:moveTo>
                <a:lnTo>
                  <a:pt x="8735" y="23120"/>
                </a:lnTo>
                <a:cubicBezTo>
                  <a:pt x="8696" y="23260"/>
                  <a:pt x="8596" y="23419"/>
                  <a:pt x="8437" y="23518"/>
                </a:cubicBezTo>
                <a:cubicBezTo>
                  <a:pt x="8536" y="23399"/>
                  <a:pt x="8636" y="23260"/>
                  <a:pt x="8735" y="23120"/>
                </a:cubicBezTo>
                <a:close/>
                <a:moveTo>
                  <a:pt x="24632" y="1"/>
                </a:moveTo>
                <a:lnTo>
                  <a:pt x="24613" y="21"/>
                </a:lnTo>
                <a:cubicBezTo>
                  <a:pt x="24593" y="41"/>
                  <a:pt x="24573" y="61"/>
                  <a:pt x="24553" y="81"/>
                </a:cubicBezTo>
                <a:cubicBezTo>
                  <a:pt x="24513" y="120"/>
                  <a:pt x="24473" y="180"/>
                  <a:pt x="24414" y="220"/>
                </a:cubicBezTo>
                <a:lnTo>
                  <a:pt x="24533" y="160"/>
                </a:lnTo>
                <a:lnTo>
                  <a:pt x="24533" y="160"/>
                </a:lnTo>
                <a:cubicBezTo>
                  <a:pt x="24453" y="359"/>
                  <a:pt x="24394" y="459"/>
                  <a:pt x="24294" y="538"/>
                </a:cubicBezTo>
                <a:cubicBezTo>
                  <a:pt x="24195" y="598"/>
                  <a:pt x="24055" y="677"/>
                  <a:pt x="23916" y="837"/>
                </a:cubicBezTo>
                <a:lnTo>
                  <a:pt x="23916" y="817"/>
                </a:lnTo>
                <a:cubicBezTo>
                  <a:pt x="23498" y="1115"/>
                  <a:pt x="23478" y="1155"/>
                  <a:pt x="23419" y="1235"/>
                </a:cubicBezTo>
                <a:cubicBezTo>
                  <a:pt x="23379" y="1294"/>
                  <a:pt x="23319" y="1354"/>
                  <a:pt x="22981" y="1573"/>
                </a:cubicBezTo>
                <a:lnTo>
                  <a:pt x="23100" y="1632"/>
                </a:lnTo>
                <a:cubicBezTo>
                  <a:pt x="23260" y="1871"/>
                  <a:pt x="22523" y="2010"/>
                  <a:pt x="22305" y="2408"/>
                </a:cubicBezTo>
                <a:lnTo>
                  <a:pt x="22464" y="2349"/>
                </a:lnTo>
                <a:lnTo>
                  <a:pt x="22464" y="2349"/>
                </a:lnTo>
                <a:cubicBezTo>
                  <a:pt x="22364" y="2587"/>
                  <a:pt x="21728" y="2607"/>
                  <a:pt x="21549" y="2767"/>
                </a:cubicBezTo>
                <a:cubicBezTo>
                  <a:pt x="21544" y="2768"/>
                  <a:pt x="21540" y="2769"/>
                  <a:pt x="21537" y="2769"/>
                </a:cubicBezTo>
                <a:cubicBezTo>
                  <a:pt x="21501" y="2769"/>
                  <a:pt x="21571" y="2663"/>
                  <a:pt x="21608" y="2607"/>
                </a:cubicBezTo>
                <a:lnTo>
                  <a:pt x="21608" y="2607"/>
                </a:lnTo>
                <a:cubicBezTo>
                  <a:pt x="21051" y="2965"/>
                  <a:pt x="21668" y="2767"/>
                  <a:pt x="21369" y="3145"/>
                </a:cubicBezTo>
                <a:cubicBezTo>
                  <a:pt x="21365" y="3145"/>
                  <a:pt x="21361" y="3146"/>
                  <a:pt x="21357" y="3146"/>
                </a:cubicBezTo>
                <a:cubicBezTo>
                  <a:pt x="21287" y="3146"/>
                  <a:pt x="21277" y="3043"/>
                  <a:pt x="21209" y="3043"/>
                </a:cubicBezTo>
                <a:cubicBezTo>
                  <a:pt x="21175" y="3043"/>
                  <a:pt x="21127" y="3068"/>
                  <a:pt x="21051" y="3145"/>
                </a:cubicBezTo>
                <a:cubicBezTo>
                  <a:pt x="20892" y="3224"/>
                  <a:pt x="20673" y="4040"/>
                  <a:pt x="20255" y="4259"/>
                </a:cubicBezTo>
                <a:cubicBezTo>
                  <a:pt x="20299" y="4251"/>
                  <a:pt x="20340" y="4242"/>
                  <a:pt x="20369" y="4242"/>
                </a:cubicBezTo>
                <a:cubicBezTo>
                  <a:pt x="20421" y="4242"/>
                  <a:pt x="20438" y="4272"/>
                  <a:pt x="20375" y="4398"/>
                </a:cubicBezTo>
                <a:cubicBezTo>
                  <a:pt x="20176" y="4677"/>
                  <a:pt x="19579" y="4935"/>
                  <a:pt x="19539" y="5313"/>
                </a:cubicBezTo>
                <a:cubicBezTo>
                  <a:pt x="19519" y="5323"/>
                  <a:pt x="19504" y="5328"/>
                  <a:pt x="19492" y="5328"/>
                </a:cubicBezTo>
                <a:cubicBezTo>
                  <a:pt x="19479" y="5328"/>
                  <a:pt x="19469" y="5323"/>
                  <a:pt x="19459" y="5313"/>
                </a:cubicBezTo>
                <a:cubicBezTo>
                  <a:pt x="19340" y="5552"/>
                  <a:pt x="19002" y="6029"/>
                  <a:pt x="19002" y="6228"/>
                </a:cubicBezTo>
                <a:cubicBezTo>
                  <a:pt x="18986" y="6225"/>
                  <a:pt x="18969" y="6224"/>
                  <a:pt x="18953" y="6224"/>
                </a:cubicBezTo>
                <a:cubicBezTo>
                  <a:pt x="18521" y="6224"/>
                  <a:pt x="18195" y="7373"/>
                  <a:pt x="17906" y="7373"/>
                </a:cubicBezTo>
                <a:cubicBezTo>
                  <a:pt x="17880" y="7373"/>
                  <a:pt x="17854" y="7364"/>
                  <a:pt x="17828" y="7343"/>
                </a:cubicBezTo>
                <a:cubicBezTo>
                  <a:pt x="17669" y="7542"/>
                  <a:pt x="17510" y="7760"/>
                  <a:pt x="17350" y="7979"/>
                </a:cubicBezTo>
                <a:lnTo>
                  <a:pt x="17331" y="7940"/>
                </a:lnTo>
                <a:cubicBezTo>
                  <a:pt x="16992" y="8318"/>
                  <a:pt x="16952" y="8517"/>
                  <a:pt x="16933" y="8715"/>
                </a:cubicBezTo>
                <a:cubicBezTo>
                  <a:pt x="16905" y="8738"/>
                  <a:pt x="16887" y="8746"/>
                  <a:pt x="16874" y="8746"/>
                </a:cubicBezTo>
                <a:cubicBezTo>
                  <a:pt x="16843" y="8746"/>
                  <a:pt x="16853" y="8690"/>
                  <a:pt x="16853" y="8676"/>
                </a:cubicBezTo>
                <a:lnTo>
                  <a:pt x="16853" y="8676"/>
                </a:lnTo>
                <a:cubicBezTo>
                  <a:pt x="16316" y="9213"/>
                  <a:pt x="16296" y="9273"/>
                  <a:pt x="16057" y="9889"/>
                </a:cubicBezTo>
                <a:lnTo>
                  <a:pt x="15918" y="9850"/>
                </a:lnTo>
                <a:cubicBezTo>
                  <a:pt x="15878" y="10029"/>
                  <a:pt x="15102" y="10586"/>
                  <a:pt x="14764" y="11242"/>
                </a:cubicBezTo>
                <a:cubicBezTo>
                  <a:pt x="14764" y="11242"/>
                  <a:pt x="14751" y="11217"/>
                  <a:pt x="14766" y="11177"/>
                </a:cubicBezTo>
                <a:lnTo>
                  <a:pt x="14766" y="11177"/>
                </a:lnTo>
                <a:cubicBezTo>
                  <a:pt x="14372" y="11916"/>
                  <a:pt x="13295" y="12484"/>
                  <a:pt x="13491" y="13013"/>
                </a:cubicBezTo>
                <a:lnTo>
                  <a:pt x="13252" y="13510"/>
                </a:lnTo>
                <a:cubicBezTo>
                  <a:pt x="13376" y="13364"/>
                  <a:pt x="13440" y="13314"/>
                  <a:pt x="13473" y="13314"/>
                </a:cubicBezTo>
                <a:cubicBezTo>
                  <a:pt x="13544" y="13314"/>
                  <a:pt x="13457" y="13565"/>
                  <a:pt x="13527" y="13565"/>
                </a:cubicBezTo>
                <a:cubicBezTo>
                  <a:pt x="13541" y="13565"/>
                  <a:pt x="13561" y="13555"/>
                  <a:pt x="13590" y="13530"/>
                </a:cubicBezTo>
                <a:lnTo>
                  <a:pt x="13590" y="13530"/>
                </a:lnTo>
                <a:cubicBezTo>
                  <a:pt x="13496" y="13692"/>
                  <a:pt x="13282" y="13864"/>
                  <a:pt x="13210" y="13864"/>
                </a:cubicBezTo>
                <a:cubicBezTo>
                  <a:pt x="13176" y="13864"/>
                  <a:pt x="13174" y="13825"/>
                  <a:pt x="13232" y="13729"/>
                </a:cubicBezTo>
                <a:lnTo>
                  <a:pt x="13292" y="13709"/>
                </a:lnTo>
                <a:cubicBezTo>
                  <a:pt x="13274" y="13677"/>
                  <a:pt x="13251" y="13662"/>
                  <a:pt x="13224" y="13662"/>
                </a:cubicBezTo>
                <a:cubicBezTo>
                  <a:pt x="13055" y="13662"/>
                  <a:pt x="12731" y="14238"/>
                  <a:pt x="12602" y="14238"/>
                </a:cubicBezTo>
                <a:cubicBezTo>
                  <a:pt x="12592" y="14238"/>
                  <a:pt x="12583" y="14234"/>
                  <a:pt x="12575" y="14227"/>
                </a:cubicBezTo>
                <a:cubicBezTo>
                  <a:pt x="11740" y="15321"/>
                  <a:pt x="10844" y="16316"/>
                  <a:pt x="10068" y="17350"/>
                </a:cubicBezTo>
                <a:lnTo>
                  <a:pt x="10307" y="17350"/>
                </a:lnTo>
                <a:lnTo>
                  <a:pt x="10029" y="17709"/>
                </a:lnTo>
                <a:cubicBezTo>
                  <a:pt x="10000" y="17726"/>
                  <a:pt x="9969" y="17737"/>
                  <a:pt x="9945" y="17737"/>
                </a:cubicBezTo>
                <a:cubicBezTo>
                  <a:pt x="9887" y="17737"/>
                  <a:pt x="9868" y="17673"/>
                  <a:pt x="10009" y="17490"/>
                </a:cubicBezTo>
                <a:lnTo>
                  <a:pt x="10009" y="17490"/>
                </a:lnTo>
                <a:cubicBezTo>
                  <a:pt x="9830" y="17549"/>
                  <a:pt x="9770" y="17967"/>
                  <a:pt x="9790" y="18007"/>
                </a:cubicBezTo>
                <a:cubicBezTo>
                  <a:pt x="9690" y="18112"/>
                  <a:pt x="9633" y="18151"/>
                  <a:pt x="9605" y="18151"/>
                </a:cubicBezTo>
                <a:cubicBezTo>
                  <a:pt x="9519" y="18151"/>
                  <a:pt x="9675" y="17807"/>
                  <a:pt x="9652" y="17807"/>
                </a:cubicBezTo>
                <a:cubicBezTo>
                  <a:pt x="9648" y="17807"/>
                  <a:pt x="9642" y="17813"/>
                  <a:pt x="9631" y="17828"/>
                </a:cubicBezTo>
                <a:lnTo>
                  <a:pt x="9491" y="18047"/>
                </a:lnTo>
                <a:lnTo>
                  <a:pt x="9551" y="18007"/>
                </a:lnTo>
                <a:lnTo>
                  <a:pt x="9551" y="18007"/>
                </a:lnTo>
                <a:cubicBezTo>
                  <a:pt x="9491" y="18226"/>
                  <a:pt x="9551" y="18286"/>
                  <a:pt x="9312" y="18604"/>
                </a:cubicBezTo>
                <a:cubicBezTo>
                  <a:pt x="9237" y="18670"/>
                  <a:pt x="9194" y="18685"/>
                  <a:pt x="9164" y="18685"/>
                </a:cubicBezTo>
                <a:cubicBezTo>
                  <a:pt x="9142" y="18685"/>
                  <a:pt x="9127" y="18677"/>
                  <a:pt x="9113" y="18677"/>
                </a:cubicBezTo>
                <a:cubicBezTo>
                  <a:pt x="9101" y="18677"/>
                  <a:pt x="9089" y="18682"/>
                  <a:pt x="9074" y="18703"/>
                </a:cubicBezTo>
                <a:cubicBezTo>
                  <a:pt x="9070" y="18700"/>
                  <a:pt x="9067" y="18698"/>
                  <a:pt x="9063" y="18698"/>
                </a:cubicBezTo>
                <a:cubicBezTo>
                  <a:pt x="9046" y="18698"/>
                  <a:pt x="9024" y="18740"/>
                  <a:pt x="8974" y="18823"/>
                </a:cubicBezTo>
                <a:lnTo>
                  <a:pt x="8636" y="19260"/>
                </a:lnTo>
                <a:lnTo>
                  <a:pt x="8895" y="19161"/>
                </a:lnTo>
                <a:lnTo>
                  <a:pt x="8895" y="19161"/>
                </a:lnTo>
                <a:cubicBezTo>
                  <a:pt x="8817" y="19363"/>
                  <a:pt x="8666" y="19517"/>
                  <a:pt x="8737" y="19517"/>
                </a:cubicBezTo>
                <a:cubicBezTo>
                  <a:pt x="8754" y="19517"/>
                  <a:pt x="8783" y="19509"/>
                  <a:pt x="8827" y="19491"/>
                </a:cubicBezTo>
                <a:lnTo>
                  <a:pt x="8827" y="19491"/>
                </a:lnTo>
                <a:cubicBezTo>
                  <a:pt x="8381" y="19699"/>
                  <a:pt x="7537" y="21134"/>
                  <a:pt x="7343" y="21270"/>
                </a:cubicBezTo>
                <a:cubicBezTo>
                  <a:pt x="7223" y="21628"/>
                  <a:pt x="7024" y="21907"/>
                  <a:pt x="6746" y="22245"/>
                </a:cubicBezTo>
                <a:cubicBezTo>
                  <a:pt x="6772" y="22224"/>
                  <a:pt x="6804" y="22212"/>
                  <a:pt x="6832" y="22212"/>
                </a:cubicBezTo>
                <a:cubicBezTo>
                  <a:pt x="6911" y="22212"/>
                  <a:pt x="6961" y="22299"/>
                  <a:pt x="6786" y="22504"/>
                </a:cubicBezTo>
                <a:cubicBezTo>
                  <a:pt x="6749" y="22450"/>
                  <a:pt x="6710" y="22427"/>
                  <a:pt x="6668" y="22427"/>
                </a:cubicBezTo>
                <a:cubicBezTo>
                  <a:pt x="6470" y="22427"/>
                  <a:pt x="6218" y="22943"/>
                  <a:pt x="5902" y="23051"/>
                </a:cubicBezTo>
                <a:lnTo>
                  <a:pt x="5902" y="23051"/>
                </a:lnTo>
                <a:cubicBezTo>
                  <a:pt x="5905" y="23051"/>
                  <a:pt x="5908" y="23051"/>
                  <a:pt x="5910" y="23051"/>
                </a:cubicBezTo>
                <a:cubicBezTo>
                  <a:pt x="6058" y="23051"/>
                  <a:pt x="5456" y="23764"/>
                  <a:pt x="5642" y="23764"/>
                </a:cubicBezTo>
                <a:cubicBezTo>
                  <a:pt x="5662" y="23764"/>
                  <a:pt x="5691" y="23755"/>
                  <a:pt x="5731" y="23737"/>
                </a:cubicBezTo>
                <a:lnTo>
                  <a:pt x="5731" y="23737"/>
                </a:lnTo>
                <a:cubicBezTo>
                  <a:pt x="5670" y="23811"/>
                  <a:pt x="5635" y="23833"/>
                  <a:pt x="5610" y="23833"/>
                </a:cubicBezTo>
                <a:cubicBezTo>
                  <a:pt x="5571" y="23833"/>
                  <a:pt x="5557" y="23778"/>
                  <a:pt x="5505" y="23778"/>
                </a:cubicBezTo>
                <a:cubicBezTo>
                  <a:pt x="5483" y="23778"/>
                  <a:pt x="5454" y="23788"/>
                  <a:pt x="5413" y="23817"/>
                </a:cubicBezTo>
                <a:cubicBezTo>
                  <a:pt x="5094" y="24493"/>
                  <a:pt x="4398" y="25090"/>
                  <a:pt x="3901" y="25846"/>
                </a:cubicBezTo>
                <a:cubicBezTo>
                  <a:pt x="3940" y="25886"/>
                  <a:pt x="4080" y="25806"/>
                  <a:pt x="4020" y="26005"/>
                </a:cubicBezTo>
                <a:lnTo>
                  <a:pt x="3562" y="26264"/>
                </a:lnTo>
                <a:cubicBezTo>
                  <a:pt x="3463" y="26423"/>
                  <a:pt x="3682" y="26562"/>
                  <a:pt x="3363" y="26722"/>
                </a:cubicBezTo>
                <a:cubicBezTo>
                  <a:pt x="3387" y="26722"/>
                  <a:pt x="3414" y="26715"/>
                  <a:pt x="3434" y="26715"/>
                </a:cubicBezTo>
                <a:cubicBezTo>
                  <a:pt x="3464" y="26715"/>
                  <a:pt x="3479" y="26730"/>
                  <a:pt x="3443" y="26801"/>
                </a:cubicBezTo>
                <a:cubicBezTo>
                  <a:pt x="2846" y="27438"/>
                  <a:pt x="2369" y="28194"/>
                  <a:pt x="1871" y="28930"/>
                </a:cubicBezTo>
                <a:cubicBezTo>
                  <a:pt x="1632" y="29308"/>
                  <a:pt x="1374" y="29686"/>
                  <a:pt x="1095" y="30024"/>
                </a:cubicBezTo>
                <a:lnTo>
                  <a:pt x="896" y="30283"/>
                </a:lnTo>
                <a:lnTo>
                  <a:pt x="657" y="30581"/>
                </a:lnTo>
                <a:cubicBezTo>
                  <a:pt x="459" y="30820"/>
                  <a:pt x="240" y="31059"/>
                  <a:pt x="1" y="31318"/>
                </a:cubicBezTo>
                <a:lnTo>
                  <a:pt x="1" y="31457"/>
                </a:lnTo>
                <a:cubicBezTo>
                  <a:pt x="21" y="31357"/>
                  <a:pt x="21" y="31318"/>
                  <a:pt x="41" y="31318"/>
                </a:cubicBezTo>
                <a:lnTo>
                  <a:pt x="61" y="31318"/>
                </a:lnTo>
                <a:cubicBezTo>
                  <a:pt x="80" y="31337"/>
                  <a:pt x="100" y="31457"/>
                  <a:pt x="120" y="31576"/>
                </a:cubicBezTo>
                <a:cubicBezTo>
                  <a:pt x="120" y="31527"/>
                  <a:pt x="133" y="31513"/>
                  <a:pt x="151" y="31513"/>
                </a:cubicBezTo>
                <a:cubicBezTo>
                  <a:pt x="178" y="31513"/>
                  <a:pt x="219" y="31544"/>
                  <a:pt x="254" y="31544"/>
                </a:cubicBezTo>
                <a:cubicBezTo>
                  <a:pt x="263" y="31544"/>
                  <a:pt x="271" y="31542"/>
                  <a:pt x="279" y="31536"/>
                </a:cubicBezTo>
                <a:lnTo>
                  <a:pt x="279" y="31536"/>
                </a:lnTo>
                <a:cubicBezTo>
                  <a:pt x="240" y="31636"/>
                  <a:pt x="200" y="31716"/>
                  <a:pt x="180" y="31815"/>
                </a:cubicBezTo>
                <a:lnTo>
                  <a:pt x="160" y="31875"/>
                </a:lnTo>
                <a:lnTo>
                  <a:pt x="160" y="31914"/>
                </a:lnTo>
                <a:lnTo>
                  <a:pt x="180" y="31914"/>
                </a:lnTo>
                <a:cubicBezTo>
                  <a:pt x="200" y="31914"/>
                  <a:pt x="220" y="31954"/>
                  <a:pt x="260" y="31974"/>
                </a:cubicBezTo>
                <a:cubicBezTo>
                  <a:pt x="279" y="32014"/>
                  <a:pt x="319" y="32054"/>
                  <a:pt x="359" y="32094"/>
                </a:cubicBezTo>
                <a:cubicBezTo>
                  <a:pt x="459" y="32113"/>
                  <a:pt x="638" y="32253"/>
                  <a:pt x="777" y="32472"/>
                </a:cubicBezTo>
                <a:cubicBezTo>
                  <a:pt x="896" y="32531"/>
                  <a:pt x="1016" y="32611"/>
                  <a:pt x="1115" y="32651"/>
                </a:cubicBezTo>
                <a:cubicBezTo>
                  <a:pt x="1150" y="32674"/>
                  <a:pt x="1185" y="32684"/>
                  <a:pt x="1216" y="32684"/>
                </a:cubicBezTo>
                <a:cubicBezTo>
                  <a:pt x="1238" y="32684"/>
                  <a:pt x="1258" y="32679"/>
                  <a:pt x="1274" y="32671"/>
                </a:cubicBezTo>
                <a:lnTo>
                  <a:pt x="1035" y="32551"/>
                </a:lnTo>
                <a:lnTo>
                  <a:pt x="1035" y="32551"/>
                </a:lnTo>
                <a:cubicBezTo>
                  <a:pt x="1058" y="32555"/>
                  <a:pt x="1078" y="32557"/>
                  <a:pt x="1096" y="32557"/>
                </a:cubicBezTo>
                <a:cubicBezTo>
                  <a:pt x="1259" y="32557"/>
                  <a:pt x="1189" y="32397"/>
                  <a:pt x="1135" y="32253"/>
                </a:cubicBezTo>
                <a:cubicBezTo>
                  <a:pt x="1135" y="32233"/>
                  <a:pt x="1135" y="32213"/>
                  <a:pt x="1135" y="32193"/>
                </a:cubicBezTo>
                <a:cubicBezTo>
                  <a:pt x="1453" y="32392"/>
                  <a:pt x="1752" y="32611"/>
                  <a:pt x="1752" y="32611"/>
                </a:cubicBezTo>
                <a:cubicBezTo>
                  <a:pt x="1911" y="32054"/>
                  <a:pt x="4557" y="28512"/>
                  <a:pt x="8039" y="24016"/>
                </a:cubicBezTo>
                <a:cubicBezTo>
                  <a:pt x="8039" y="24036"/>
                  <a:pt x="8039" y="24036"/>
                  <a:pt x="8039" y="24055"/>
                </a:cubicBezTo>
                <a:lnTo>
                  <a:pt x="8079" y="24075"/>
                </a:lnTo>
                <a:cubicBezTo>
                  <a:pt x="8160" y="23978"/>
                  <a:pt x="8201" y="23880"/>
                  <a:pt x="8171" y="23880"/>
                </a:cubicBezTo>
                <a:cubicBezTo>
                  <a:pt x="8164" y="23880"/>
                  <a:pt x="8153" y="23885"/>
                  <a:pt x="8138" y="23896"/>
                </a:cubicBezTo>
                <a:cubicBezTo>
                  <a:pt x="8218" y="23797"/>
                  <a:pt x="8318" y="23677"/>
                  <a:pt x="8397" y="23558"/>
                </a:cubicBezTo>
                <a:lnTo>
                  <a:pt x="8397" y="23558"/>
                </a:lnTo>
                <a:cubicBezTo>
                  <a:pt x="8339" y="23747"/>
                  <a:pt x="8525" y="23830"/>
                  <a:pt x="8745" y="23830"/>
                </a:cubicBezTo>
                <a:cubicBezTo>
                  <a:pt x="8827" y="23830"/>
                  <a:pt x="8913" y="23818"/>
                  <a:pt x="8994" y="23797"/>
                </a:cubicBezTo>
                <a:cubicBezTo>
                  <a:pt x="8954" y="23757"/>
                  <a:pt x="8914" y="23737"/>
                  <a:pt x="9054" y="23459"/>
                </a:cubicBezTo>
                <a:lnTo>
                  <a:pt x="9054" y="23459"/>
                </a:lnTo>
                <a:cubicBezTo>
                  <a:pt x="8978" y="23504"/>
                  <a:pt x="8716" y="23736"/>
                  <a:pt x="8632" y="23736"/>
                </a:cubicBezTo>
                <a:cubicBezTo>
                  <a:pt x="8606" y="23736"/>
                  <a:pt x="8597" y="23714"/>
                  <a:pt x="8616" y="23658"/>
                </a:cubicBezTo>
                <a:cubicBezTo>
                  <a:pt x="8835" y="23299"/>
                  <a:pt x="8855" y="23419"/>
                  <a:pt x="9014" y="23299"/>
                </a:cubicBezTo>
                <a:lnTo>
                  <a:pt x="9014" y="23299"/>
                </a:lnTo>
                <a:cubicBezTo>
                  <a:pt x="9006" y="23301"/>
                  <a:pt x="8999" y="23302"/>
                  <a:pt x="8993" y="23302"/>
                </a:cubicBezTo>
                <a:cubicBezTo>
                  <a:pt x="8857" y="23302"/>
                  <a:pt x="9090" y="22895"/>
                  <a:pt x="9014" y="22762"/>
                </a:cubicBezTo>
                <a:cubicBezTo>
                  <a:pt x="9511" y="22145"/>
                  <a:pt x="10009" y="21509"/>
                  <a:pt x="10506" y="20852"/>
                </a:cubicBezTo>
                <a:cubicBezTo>
                  <a:pt x="10520" y="20866"/>
                  <a:pt x="10524" y="20880"/>
                  <a:pt x="10540" y="20880"/>
                </a:cubicBezTo>
                <a:cubicBezTo>
                  <a:pt x="10546" y="20880"/>
                  <a:pt x="10554" y="20878"/>
                  <a:pt x="10566" y="20872"/>
                </a:cubicBezTo>
                <a:lnTo>
                  <a:pt x="10685" y="20693"/>
                </a:lnTo>
                <a:cubicBezTo>
                  <a:pt x="10705" y="20684"/>
                  <a:pt x="10720" y="20680"/>
                  <a:pt x="10731" y="20680"/>
                </a:cubicBezTo>
                <a:cubicBezTo>
                  <a:pt x="10826" y="20680"/>
                  <a:pt x="10647" y="20970"/>
                  <a:pt x="10701" y="20970"/>
                </a:cubicBezTo>
                <a:cubicBezTo>
                  <a:pt x="10712" y="20970"/>
                  <a:pt x="10732" y="20959"/>
                  <a:pt x="10765" y="20932"/>
                </a:cubicBezTo>
                <a:lnTo>
                  <a:pt x="10765" y="20932"/>
                </a:lnTo>
                <a:cubicBezTo>
                  <a:pt x="10645" y="21210"/>
                  <a:pt x="10526" y="21549"/>
                  <a:pt x="10228" y="21847"/>
                </a:cubicBezTo>
                <a:lnTo>
                  <a:pt x="10055" y="21809"/>
                </a:lnTo>
                <a:lnTo>
                  <a:pt x="10055" y="21809"/>
                </a:lnTo>
                <a:cubicBezTo>
                  <a:pt x="10056" y="21809"/>
                  <a:pt x="10056" y="21809"/>
                  <a:pt x="10056" y="21809"/>
                </a:cubicBezTo>
                <a:cubicBezTo>
                  <a:pt x="10108" y="21809"/>
                  <a:pt x="10289" y="21642"/>
                  <a:pt x="10327" y="21529"/>
                </a:cubicBezTo>
                <a:lnTo>
                  <a:pt x="10327" y="21529"/>
                </a:lnTo>
                <a:cubicBezTo>
                  <a:pt x="10267" y="21708"/>
                  <a:pt x="9750" y="21907"/>
                  <a:pt x="9810" y="22185"/>
                </a:cubicBezTo>
                <a:lnTo>
                  <a:pt x="10068" y="22026"/>
                </a:lnTo>
                <a:lnTo>
                  <a:pt x="10068" y="22026"/>
                </a:lnTo>
                <a:cubicBezTo>
                  <a:pt x="9949" y="22305"/>
                  <a:pt x="9850" y="22722"/>
                  <a:pt x="9591" y="22981"/>
                </a:cubicBezTo>
                <a:cubicBezTo>
                  <a:pt x="9810" y="22941"/>
                  <a:pt x="9631" y="22901"/>
                  <a:pt x="9929" y="22802"/>
                </a:cubicBezTo>
                <a:lnTo>
                  <a:pt x="9929" y="22802"/>
                </a:lnTo>
                <a:cubicBezTo>
                  <a:pt x="9921" y="22803"/>
                  <a:pt x="9914" y="22803"/>
                  <a:pt x="9908" y="22803"/>
                </a:cubicBezTo>
                <a:cubicBezTo>
                  <a:pt x="9676" y="22803"/>
                  <a:pt x="10381" y="22169"/>
                  <a:pt x="10185" y="22169"/>
                </a:cubicBezTo>
                <a:cubicBezTo>
                  <a:pt x="10177" y="22169"/>
                  <a:pt x="10169" y="22170"/>
                  <a:pt x="10160" y="22171"/>
                </a:cubicBezTo>
                <a:lnTo>
                  <a:pt x="10160" y="22171"/>
                </a:lnTo>
                <a:cubicBezTo>
                  <a:pt x="10452" y="22083"/>
                  <a:pt x="10505" y="21877"/>
                  <a:pt x="10844" y="21708"/>
                </a:cubicBezTo>
                <a:cubicBezTo>
                  <a:pt x="10785" y="21688"/>
                  <a:pt x="10685" y="21748"/>
                  <a:pt x="10904" y="21509"/>
                </a:cubicBezTo>
                <a:cubicBezTo>
                  <a:pt x="10904" y="21489"/>
                  <a:pt x="10904" y="21449"/>
                  <a:pt x="10904" y="21429"/>
                </a:cubicBezTo>
                <a:cubicBezTo>
                  <a:pt x="10844" y="21469"/>
                  <a:pt x="10785" y="21509"/>
                  <a:pt x="10745" y="21509"/>
                </a:cubicBezTo>
                <a:cubicBezTo>
                  <a:pt x="10745" y="21310"/>
                  <a:pt x="11043" y="20912"/>
                  <a:pt x="11103" y="20753"/>
                </a:cubicBezTo>
                <a:cubicBezTo>
                  <a:pt x="11135" y="20720"/>
                  <a:pt x="11153" y="20708"/>
                  <a:pt x="11161" y="20708"/>
                </a:cubicBezTo>
                <a:cubicBezTo>
                  <a:pt x="11186" y="20708"/>
                  <a:pt x="11143" y="20802"/>
                  <a:pt x="11177" y="20802"/>
                </a:cubicBezTo>
                <a:cubicBezTo>
                  <a:pt x="11183" y="20802"/>
                  <a:pt x="11191" y="20799"/>
                  <a:pt x="11202" y="20792"/>
                </a:cubicBezTo>
                <a:lnTo>
                  <a:pt x="11302" y="20534"/>
                </a:lnTo>
                <a:cubicBezTo>
                  <a:pt x="11311" y="20539"/>
                  <a:pt x="11322" y="20542"/>
                  <a:pt x="11335" y="20542"/>
                </a:cubicBezTo>
                <a:cubicBezTo>
                  <a:pt x="11408" y="20542"/>
                  <a:pt x="11530" y="20465"/>
                  <a:pt x="11584" y="20465"/>
                </a:cubicBezTo>
                <a:cubicBezTo>
                  <a:pt x="11624" y="20465"/>
                  <a:pt x="11625" y="20507"/>
                  <a:pt x="11541" y="20653"/>
                </a:cubicBezTo>
                <a:lnTo>
                  <a:pt x="11779" y="20355"/>
                </a:lnTo>
                <a:cubicBezTo>
                  <a:pt x="11978" y="20216"/>
                  <a:pt x="12197" y="19977"/>
                  <a:pt x="12277" y="19778"/>
                </a:cubicBezTo>
                <a:cubicBezTo>
                  <a:pt x="12387" y="19684"/>
                  <a:pt x="12447" y="19466"/>
                  <a:pt x="12458" y="19466"/>
                </a:cubicBezTo>
                <a:cubicBezTo>
                  <a:pt x="12461" y="19466"/>
                  <a:pt x="12460" y="19481"/>
                  <a:pt x="12456" y="19519"/>
                </a:cubicBezTo>
                <a:lnTo>
                  <a:pt x="12774" y="18982"/>
                </a:lnTo>
                <a:lnTo>
                  <a:pt x="12794" y="19002"/>
                </a:lnTo>
                <a:cubicBezTo>
                  <a:pt x="13192" y="18524"/>
                  <a:pt x="13431" y="17888"/>
                  <a:pt x="14028" y="17470"/>
                </a:cubicBezTo>
                <a:cubicBezTo>
                  <a:pt x="14127" y="17291"/>
                  <a:pt x="14247" y="17092"/>
                  <a:pt x="14485" y="16853"/>
                </a:cubicBezTo>
                <a:lnTo>
                  <a:pt x="14605" y="16853"/>
                </a:lnTo>
                <a:cubicBezTo>
                  <a:pt x="14744" y="16634"/>
                  <a:pt x="15182" y="16296"/>
                  <a:pt x="15162" y="16137"/>
                </a:cubicBezTo>
                <a:cubicBezTo>
                  <a:pt x="15560" y="16097"/>
                  <a:pt x="16017" y="15182"/>
                  <a:pt x="16336" y="14844"/>
                </a:cubicBezTo>
                <a:lnTo>
                  <a:pt x="16256" y="14744"/>
                </a:lnTo>
                <a:cubicBezTo>
                  <a:pt x="16455" y="14485"/>
                  <a:pt x="16614" y="14227"/>
                  <a:pt x="16813" y="13889"/>
                </a:cubicBezTo>
                <a:lnTo>
                  <a:pt x="16714" y="13829"/>
                </a:lnTo>
                <a:cubicBezTo>
                  <a:pt x="16853" y="13491"/>
                  <a:pt x="17331" y="13192"/>
                  <a:pt x="17649" y="12754"/>
                </a:cubicBezTo>
                <a:lnTo>
                  <a:pt x="17649" y="12754"/>
                </a:lnTo>
                <a:cubicBezTo>
                  <a:pt x="17669" y="12814"/>
                  <a:pt x="17569" y="12914"/>
                  <a:pt x="17490" y="12973"/>
                </a:cubicBezTo>
                <a:cubicBezTo>
                  <a:pt x="18106" y="12635"/>
                  <a:pt x="18186" y="11780"/>
                  <a:pt x="18703" y="11441"/>
                </a:cubicBezTo>
                <a:cubicBezTo>
                  <a:pt x="18763" y="11302"/>
                  <a:pt x="18843" y="11222"/>
                  <a:pt x="18942" y="11163"/>
                </a:cubicBezTo>
                <a:lnTo>
                  <a:pt x="18942" y="11163"/>
                </a:lnTo>
                <a:cubicBezTo>
                  <a:pt x="18922" y="11183"/>
                  <a:pt x="18922" y="11183"/>
                  <a:pt x="18922" y="11203"/>
                </a:cubicBezTo>
                <a:cubicBezTo>
                  <a:pt x="18922" y="11183"/>
                  <a:pt x="18942" y="11163"/>
                  <a:pt x="18962" y="11143"/>
                </a:cubicBezTo>
                <a:cubicBezTo>
                  <a:pt x="19022" y="11103"/>
                  <a:pt x="19081" y="11083"/>
                  <a:pt x="19141" y="11023"/>
                </a:cubicBezTo>
                <a:lnTo>
                  <a:pt x="19141" y="11023"/>
                </a:lnTo>
                <a:cubicBezTo>
                  <a:pt x="19081" y="11063"/>
                  <a:pt x="19022" y="11083"/>
                  <a:pt x="18982" y="11123"/>
                </a:cubicBezTo>
                <a:cubicBezTo>
                  <a:pt x="19042" y="11043"/>
                  <a:pt x="19141" y="10884"/>
                  <a:pt x="19221" y="10745"/>
                </a:cubicBezTo>
                <a:lnTo>
                  <a:pt x="19360" y="10765"/>
                </a:lnTo>
                <a:cubicBezTo>
                  <a:pt x="19380" y="10745"/>
                  <a:pt x="19380" y="10745"/>
                  <a:pt x="19380" y="10725"/>
                </a:cubicBezTo>
                <a:cubicBezTo>
                  <a:pt x="19496" y="10642"/>
                  <a:pt x="19446" y="10601"/>
                  <a:pt x="19357" y="10601"/>
                </a:cubicBezTo>
                <a:cubicBezTo>
                  <a:pt x="19339" y="10601"/>
                  <a:pt x="19320" y="10602"/>
                  <a:pt x="19300" y="10606"/>
                </a:cubicBezTo>
                <a:cubicBezTo>
                  <a:pt x="19320" y="10526"/>
                  <a:pt x="19360" y="10446"/>
                  <a:pt x="19380" y="10387"/>
                </a:cubicBezTo>
                <a:cubicBezTo>
                  <a:pt x="19385" y="10387"/>
                  <a:pt x="19391" y="10387"/>
                  <a:pt x="19396" y="10387"/>
                </a:cubicBezTo>
                <a:cubicBezTo>
                  <a:pt x="19618" y="10387"/>
                  <a:pt x="19605" y="9989"/>
                  <a:pt x="19877" y="9989"/>
                </a:cubicBezTo>
                <a:cubicBezTo>
                  <a:pt x="19877" y="9850"/>
                  <a:pt x="20275" y="9352"/>
                  <a:pt x="20235" y="9113"/>
                </a:cubicBezTo>
                <a:cubicBezTo>
                  <a:pt x="20235" y="9094"/>
                  <a:pt x="20235" y="9074"/>
                  <a:pt x="20215" y="9054"/>
                </a:cubicBezTo>
                <a:lnTo>
                  <a:pt x="20215" y="9054"/>
                </a:lnTo>
                <a:cubicBezTo>
                  <a:pt x="20255" y="9074"/>
                  <a:pt x="20295" y="9054"/>
                  <a:pt x="20235" y="9113"/>
                </a:cubicBezTo>
                <a:cubicBezTo>
                  <a:pt x="20375" y="8994"/>
                  <a:pt x="20514" y="8855"/>
                  <a:pt x="20574" y="8696"/>
                </a:cubicBezTo>
                <a:lnTo>
                  <a:pt x="20753" y="8715"/>
                </a:lnTo>
                <a:lnTo>
                  <a:pt x="20832" y="8278"/>
                </a:lnTo>
                <a:cubicBezTo>
                  <a:pt x="20946" y="8212"/>
                  <a:pt x="21028" y="8168"/>
                  <a:pt x="21076" y="8168"/>
                </a:cubicBezTo>
                <a:cubicBezTo>
                  <a:pt x="21130" y="8168"/>
                  <a:pt x="21142" y="8221"/>
                  <a:pt x="21111" y="8357"/>
                </a:cubicBezTo>
                <a:cubicBezTo>
                  <a:pt x="21330" y="7780"/>
                  <a:pt x="21369" y="7940"/>
                  <a:pt x="21529" y="7422"/>
                </a:cubicBezTo>
                <a:lnTo>
                  <a:pt x="21588" y="7502"/>
                </a:lnTo>
                <a:cubicBezTo>
                  <a:pt x="21708" y="7363"/>
                  <a:pt x="21787" y="7044"/>
                  <a:pt x="21907" y="7024"/>
                </a:cubicBezTo>
                <a:cubicBezTo>
                  <a:pt x="22324" y="6825"/>
                  <a:pt x="23200" y="5472"/>
                  <a:pt x="23976" y="4776"/>
                </a:cubicBezTo>
                <a:cubicBezTo>
                  <a:pt x="23618" y="4736"/>
                  <a:pt x="24394" y="4478"/>
                  <a:pt x="24235" y="4299"/>
                </a:cubicBezTo>
                <a:cubicBezTo>
                  <a:pt x="24284" y="4299"/>
                  <a:pt x="24339" y="4279"/>
                  <a:pt x="24374" y="4279"/>
                </a:cubicBezTo>
                <a:cubicBezTo>
                  <a:pt x="24409" y="4279"/>
                  <a:pt x="24424" y="4299"/>
                  <a:pt x="24394" y="4378"/>
                </a:cubicBezTo>
                <a:cubicBezTo>
                  <a:pt x="24672" y="3920"/>
                  <a:pt x="24991" y="3841"/>
                  <a:pt x="25070" y="3423"/>
                </a:cubicBezTo>
                <a:cubicBezTo>
                  <a:pt x="25145" y="3423"/>
                  <a:pt x="25079" y="3564"/>
                  <a:pt x="25137" y="3564"/>
                </a:cubicBezTo>
                <a:cubicBezTo>
                  <a:pt x="25141" y="3564"/>
                  <a:pt x="25145" y="3564"/>
                  <a:pt x="25150" y="3562"/>
                </a:cubicBezTo>
                <a:cubicBezTo>
                  <a:pt x="25150" y="3523"/>
                  <a:pt x="25190" y="3383"/>
                  <a:pt x="25269" y="3383"/>
                </a:cubicBezTo>
                <a:cubicBezTo>
                  <a:pt x="25274" y="3382"/>
                  <a:pt x="25279" y="3381"/>
                  <a:pt x="25282" y="3381"/>
                </a:cubicBezTo>
                <a:cubicBezTo>
                  <a:pt x="25319" y="3381"/>
                  <a:pt x="25266" y="3472"/>
                  <a:pt x="25229" y="3562"/>
                </a:cubicBezTo>
                <a:cubicBezTo>
                  <a:pt x="25568" y="3125"/>
                  <a:pt x="25428" y="2946"/>
                  <a:pt x="25289" y="2786"/>
                </a:cubicBezTo>
                <a:cubicBezTo>
                  <a:pt x="25349" y="2747"/>
                  <a:pt x="25408" y="2707"/>
                  <a:pt x="25468" y="2647"/>
                </a:cubicBezTo>
                <a:cubicBezTo>
                  <a:pt x="25508" y="2607"/>
                  <a:pt x="25568" y="2548"/>
                  <a:pt x="25587" y="2508"/>
                </a:cubicBezTo>
                <a:cubicBezTo>
                  <a:pt x="25667" y="2408"/>
                  <a:pt x="25687" y="2309"/>
                  <a:pt x="25707" y="2190"/>
                </a:cubicBezTo>
                <a:cubicBezTo>
                  <a:pt x="25778" y="2149"/>
                  <a:pt x="25870" y="2087"/>
                  <a:pt x="25908" y="2087"/>
                </a:cubicBezTo>
                <a:cubicBezTo>
                  <a:pt x="25945" y="2087"/>
                  <a:pt x="25933" y="2144"/>
                  <a:pt x="25806" y="2329"/>
                </a:cubicBezTo>
                <a:cubicBezTo>
                  <a:pt x="25866" y="2249"/>
                  <a:pt x="26065" y="2030"/>
                  <a:pt x="26244" y="1811"/>
                </a:cubicBezTo>
                <a:cubicBezTo>
                  <a:pt x="26184" y="1712"/>
                  <a:pt x="26105" y="1632"/>
                  <a:pt x="26025" y="1533"/>
                </a:cubicBezTo>
                <a:cubicBezTo>
                  <a:pt x="25985" y="1493"/>
                  <a:pt x="25966" y="1453"/>
                  <a:pt x="25926" y="1394"/>
                </a:cubicBezTo>
                <a:cubicBezTo>
                  <a:pt x="25886" y="1354"/>
                  <a:pt x="25826" y="1294"/>
                  <a:pt x="25786" y="1254"/>
                </a:cubicBezTo>
                <a:cubicBezTo>
                  <a:pt x="25747" y="1215"/>
                  <a:pt x="25707" y="1155"/>
                  <a:pt x="25667" y="1115"/>
                </a:cubicBezTo>
                <a:cubicBezTo>
                  <a:pt x="25607" y="1075"/>
                  <a:pt x="25607" y="1075"/>
                  <a:pt x="25587" y="1055"/>
                </a:cubicBezTo>
                <a:cubicBezTo>
                  <a:pt x="25548" y="1036"/>
                  <a:pt x="25528" y="1036"/>
                  <a:pt x="25488" y="1036"/>
                </a:cubicBezTo>
                <a:cubicBezTo>
                  <a:pt x="25488" y="1036"/>
                  <a:pt x="25488" y="996"/>
                  <a:pt x="25468" y="976"/>
                </a:cubicBezTo>
                <a:cubicBezTo>
                  <a:pt x="25448" y="956"/>
                  <a:pt x="25428" y="936"/>
                  <a:pt x="25389" y="896"/>
                </a:cubicBezTo>
                <a:cubicBezTo>
                  <a:pt x="25329" y="817"/>
                  <a:pt x="25249" y="737"/>
                  <a:pt x="25209" y="717"/>
                </a:cubicBezTo>
                <a:cubicBezTo>
                  <a:pt x="25030" y="478"/>
                  <a:pt x="24931" y="339"/>
                  <a:pt x="24812" y="220"/>
                </a:cubicBezTo>
                <a:cubicBezTo>
                  <a:pt x="24772" y="160"/>
                  <a:pt x="24712" y="100"/>
                  <a:pt x="24652" y="21"/>
                </a:cubicBezTo>
                <a:cubicBezTo>
                  <a:pt x="24652" y="21"/>
                  <a:pt x="24652" y="1"/>
                  <a:pt x="2463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9"/>
          <p:cNvSpPr/>
          <p:nvPr/>
        </p:nvSpPr>
        <p:spPr>
          <a:xfrm>
            <a:off x="7319300" y="1068675"/>
            <a:ext cx="878768" cy="757581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8" name="Google Shape;728;p9"/>
          <p:cNvGrpSpPr/>
          <p:nvPr/>
        </p:nvGrpSpPr>
        <p:grpSpPr>
          <a:xfrm rot="-5400000">
            <a:off x="7213166" y="3208384"/>
            <a:ext cx="1305035" cy="664791"/>
            <a:chOff x="2094425" y="748900"/>
            <a:chExt cx="887900" cy="452300"/>
          </a:xfrm>
        </p:grpSpPr>
        <p:sp>
          <p:nvSpPr>
            <p:cNvPr id="729" name="Google Shape;729;p9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9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9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9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3" name="Google Shape;733;p9"/>
          <p:cNvSpPr/>
          <p:nvPr/>
        </p:nvSpPr>
        <p:spPr>
          <a:xfrm rot="-1472198">
            <a:off x="1016804" y="1972493"/>
            <a:ext cx="1026939" cy="1198498"/>
          </a:xfrm>
          <a:custGeom>
            <a:avLst/>
            <a:gdLst/>
            <a:ahLst/>
            <a:cxnLst/>
            <a:rect l="l" t="t" r="r" b="b"/>
            <a:pathLst>
              <a:path w="23339" h="27238" extrusionOk="0">
                <a:moveTo>
                  <a:pt x="7819" y="15440"/>
                </a:moveTo>
                <a:cubicBezTo>
                  <a:pt x="7814" y="15449"/>
                  <a:pt x="7810" y="15458"/>
                  <a:pt x="7806" y="15466"/>
                </a:cubicBezTo>
                <a:lnTo>
                  <a:pt x="7806" y="15466"/>
                </a:lnTo>
                <a:lnTo>
                  <a:pt x="7819" y="15440"/>
                </a:lnTo>
                <a:close/>
                <a:moveTo>
                  <a:pt x="7502" y="21482"/>
                </a:moveTo>
                <a:lnTo>
                  <a:pt x="7501" y="21488"/>
                </a:lnTo>
                <a:cubicBezTo>
                  <a:pt x="7502" y="21486"/>
                  <a:pt x="7502" y="21484"/>
                  <a:pt x="7502" y="21482"/>
                </a:cubicBezTo>
                <a:close/>
                <a:moveTo>
                  <a:pt x="7402" y="21607"/>
                </a:moveTo>
                <a:cubicBezTo>
                  <a:pt x="7400" y="21608"/>
                  <a:pt x="7398" y="21609"/>
                  <a:pt x="7396" y="21610"/>
                </a:cubicBezTo>
                <a:lnTo>
                  <a:pt x="7396" y="21610"/>
                </a:lnTo>
                <a:cubicBezTo>
                  <a:pt x="7398" y="21609"/>
                  <a:pt x="7400" y="21608"/>
                  <a:pt x="7402" y="21607"/>
                </a:cubicBezTo>
                <a:close/>
                <a:moveTo>
                  <a:pt x="2105" y="22387"/>
                </a:moveTo>
                <a:cubicBezTo>
                  <a:pt x="2100" y="22400"/>
                  <a:pt x="2095" y="22413"/>
                  <a:pt x="2089" y="22423"/>
                </a:cubicBezTo>
                <a:cubicBezTo>
                  <a:pt x="2096" y="22410"/>
                  <a:pt x="2101" y="22398"/>
                  <a:pt x="2105" y="22387"/>
                </a:cubicBezTo>
                <a:close/>
                <a:moveTo>
                  <a:pt x="2845" y="26522"/>
                </a:moveTo>
                <a:lnTo>
                  <a:pt x="2845" y="26522"/>
                </a:lnTo>
                <a:cubicBezTo>
                  <a:pt x="2806" y="26621"/>
                  <a:pt x="2706" y="26701"/>
                  <a:pt x="2607" y="26760"/>
                </a:cubicBezTo>
                <a:cubicBezTo>
                  <a:pt x="2666" y="26661"/>
                  <a:pt x="2746" y="26581"/>
                  <a:pt x="2845" y="26522"/>
                </a:cubicBezTo>
                <a:close/>
                <a:moveTo>
                  <a:pt x="21627" y="0"/>
                </a:moveTo>
                <a:cubicBezTo>
                  <a:pt x="21568" y="40"/>
                  <a:pt x="21508" y="80"/>
                  <a:pt x="21468" y="139"/>
                </a:cubicBezTo>
                <a:cubicBezTo>
                  <a:pt x="21349" y="139"/>
                  <a:pt x="21548" y="40"/>
                  <a:pt x="21468" y="20"/>
                </a:cubicBezTo>
                <a:lnTo>
                  <a:pt x="21468" y="20"/>
                </a:lnTo>
                <a:cubicBezTo>
                  <a:pt x="21409" y="100"/>
                  <a:pt x="21329" y="179"/>
                  <a:pt x="21170" y="239"/>
                </a:cubicBezTo>
                <a:cubicBezTo>
                  <a:pt x="21110" y="299"/>
                  <a:pt x="21030" y="378"/>
                  <a:pt x="20931" y="458"/>
                </a:cubicBezTo>
                <a:lnTo>
                  <a:pt x="20951" y="418"/>
                </a:lnTo>
                <a:lnTo>
                  <a:pt x="20951" y="418"/>
                </a:lnTo>
                <a:cubicBezTo>
                  <a:pt x="20851" y="517"/>
                  <a:pt x="20772" y="617"/>
                  <a:pt x="20692" y="716"/>
                </a:cubicBezTo>
                <a:cubicBezTo>
                  <a:pt x="20633" y="796"/>
                  <a:pt x="20593" y="856"/>
                  <a:pt x="20533" y="915"/>
                </a:cubicBezTo>
                <a:cubicBezTo>
                  <a:pt x="20414" y="1035"/>
                  <a:pt x="20314" y="1134"/>
                  <a:pt x="20215" y="1234"/>
                </a:cubicBezTo>
                <a:cubicBezTo>
                  <a:pt x="19996" y="1453"/>
                  <a:pt x="19757" y="1651"/>
                  <a:pt x="19439" y="1990"/>
                </a:cubicBezTo>
                <a:lnTo>
                  <a:pt x="19578" y="2010"/>
                </a:lnTo>
                <a:cubicBezTo>
                  <a:pt x="19439" y="2149"/>
                  <a:pt x="19379" y="2149"/>
                  <a:pt x="19300" y="2209"/>
                </a:cubicBezTo>
                <a:cubicBezTo>
                  <a:pt x="19300" y="2257"/>
                  <a:pt x="19310" y="2276"/>
                  <a:pt x="19328" y="2276"/>
                </a:cubicBezTo>
                <a:cubicBezTo>
                  <a:pt x="19395" y="2276"/>
                  <a:pt x="19562" y="2013"/>
                  <a:pt x="19648" y="2013"/>
                </a:cubicBezTo>
                <a:cubicBezTo>
                  <a:pt x="19672" y="2013"/>
                  <a:pt x="19690" y="2034"/>
                  <a:pt x="19697" y="2089"/>
                </a:cubicBezTo>
                <a:cubicBezTo>
                  <a:pt x="19346" y="2109"/>
                  <a:pt x="18823" y="3085"/>
                  <a:pt x="18502" y="3085"/>
                </a:cubicBezTo>
                <a:cubicBezTo>
                  <a:pt x="18496" y="3085"/>
                  <a:pt x="18490" y="3085"/>
                  <a:pt x="18484" y="3084"/>
                </a:cubicBezTo>
                <a:lnTo>
                  <a:pt x="18484" y="3084"/>
                </a:lnTo>
                <a:cubicBezTo>
                  <a:pt x="18285" y="3303"/>
                  <a:pt x="18643" y="3104"/>
                  <a:pt x="18444" y="3323"/>
                </a:cubicBezTo>
                <a:lnTo>
                  <a:pt x="18344" y="3343"/>
                </a:lnTo>
                <a:lnTo>
                  <a:pt x="18364" y="3462"/>
                </a:lnTo>
                <a:cubicBezTo>
                  <a:pt x="18266" y="3561"/>
                  <a:pt x="18167" y="3600"/>
                  <a:pt x="18104" y="3600"/>
                </a:cubicBezTo>
                <a:cubicBezTo>
                  <a:pt x="18078" y="3600"/>
                  <a:pt x="18058" y="3593"/>
                  <a:pt x="18046" y="3581"/>
                </a:cubicBezTo>
                <a:cubicBezTo>
                  <a:pt x="18066" y="3542"/>
                  <a:pt x="18106" y="3462"/>
                  <a:pt x="18146" y="3422"/>
                </a:cubicBezTo>
                <a:lnTo>
                  <a:pt x="18146" y="3422"/>
                </a:lnTo>
                <a:cubicBezTo>
                  <a:pt x="17927" y="3542"/>
                  <a:pt x="17728" y="3940"/>
                  <a:pt x="17648" y="4019"/>
                </a:cubicBezTo>
                <a:lnTo>
                  <a:pt x="17847" y="3860"/>
                </a:lnTo>
                <a:lnTo>
                  <a:pt x="17847" y="3860"/>
                </a:lnTo>
                <a:cubicBezTo>
                  <a:pt x="17389" y="4517"/>
                  <a:pt x="16653" y="5213"/>
                  <a:pt x="16275" y="5929"/>
                </a:cubicBezTo>
                <a:lnTo>
                  <a:pt x="16355" y="5909"/>
                </a:lnTo>
                <a:lnTo>
                  <a:pt x="16355" y="5909"/>
                </a:lnTo>
                <a:cubicBezTo>
                  <a:pt x="16056" y="6446"/>
                  <a:pt x="15997" y="6247"/>
                  <a:pt x="15619" y="6785"/>
                </a:cubicBezTo>
                <a:lnTo>
                  <a:pt x="15619" y="6765"/>
                </a:lnTo>
                <a:cubicBezTo>
                  <a:pt x="15579" y="6904"/>
                  <a:pt x="15499" y="7043"/>
                  <a:pt x="15360" y="7183"/>
                </a:cubicBezTo>
                <a:cubicBezTo>
                  <a:pt x="15374" y="7142"/>
                  <a:pt x="15366" y="7128"/>
                  <a:pt x="15346" y="7128"/>
                </a:cubicBezTo>
                <a:cubicBezTo>
                  <a:pt x="15303" y="7128"/>
                  <a:pt x="15200" y="7200"/>
                  <a:pt x="15154" y="7200"/>
                </a:cubicBezTo>
                <a:cubicBezTo>
                  <a:pt x="15130" y="7200"/>
                  <a:pt x="15120" y="7181"/>
                  <a:pt x="15141" y="7123"/>
                </a:cubicBezTo>
                <a:lnTo>
                  <a:pt x="15141" y="7123"/>
                </a:lnTo>
                <a:cubicBezTo>
                  <a:pt x="14823" y="7700"/>
                  <a:pt x="15002" y="7421"/>
                  <a:pt x="14902" y="7899"/>
                </a:cubicBezTo>
                <a:lnTo>
                  <a:pt x="14763" y="7919"/>
                </a:lnTo>
                <a:cubicBezTo>
                  <a:pt x="14743" y="8078"/>
                  <a:pt x="14763" y="8118"/>
                  <a:pt x="14564" y="8396"/>
                </a:cubicBezTo>
                <a:cubicBezTo>
                  <a:pt x="14606" y="8305"/>
                  <a:pt x="14589" y="8286"/>
                  <a:pt x="14553" y="8286"/>
                </a:cubicBezTo>
                <a:cubicBezTo>
                  <a:pt x="14527" y="8286"/>
                  <a:pt x="14490" y="8296"/>
                  <a:pt x="14461" y="8296"/>
                </a:cubicBezTo>
                <a:cubicBezTo>
                  <a:pt x="14416" y="8296"/>
                  <a:pt x="14386" y="8273"/>
                  <a:pt x="14425" y="8158"/>
                </a:cubicBezTo>
                <a:lnTo>
                  <a:pt x="14425" y="8158"/>
                </a:lnTo>
                <a:cubicBezTo>
                  <a:pt x="13828" y="8536"/>
                  <a:pt x="13928" y="9073"/>
                  <a:pt x="13490" y="9113"/>
                </a:cubicBezTo>
                <a:cubicBezTo>
                  <a:pt x="13490" y="9203"/>
                  <a:pt x="13513" y="9238"/>
                  <a:pt x="13550" y="9238"/>
                </a:cubicBezTo>
                <a:cubicBezTo>
                  <a:pt x="13662" y="9238"/>
                  <a:pt x="13897" y="8906"/>
                  <a:pt x="13929" y="8906"/>
                </a:cubicBezTo>
                <a:cubicBezTo>
                  <a:pt x="13934" y="8906"/>
                  <a:pt x="13934" y="8914"/>
                  <a:pt x="13928" y="8933"/>
                </a:cubicBezTo>
                <a:cubicBezTo>
                  <a:pt x="13939" y="8929"/>
                  <a:pt x="13949" y="8927"/>
                  <a:pt x="13957" y="8927"/>
                </a:cubicBezTo>
                <a:cubicBezTo>
                  <a:pt x="14061" y="8927"/>
                  <a:pt x="13896" y="9263"/>
                  <a:pt x="13748" y="9411"/>
                </a:cubicBezTo>
                <a:cubicBezTo>
                  <a:pt x="13609" y="9570"/>
                  <a:pt x="13231" y="9471"/>
                  <a:pt x="12893" y="9908"/>
                </a:cubicBezTo>
                <a:cubicBezTo>
                  <a:pt x="12913" y="9869"/>
                  <a:pt x="12913" y="9849"/>
                  <a:pt x="12953" y="9809"/>
                </a:cubicBezTo>
                <a:lnTo>
                  <a:pt x="12953" y="9809"/>
                </a:lnTo>
                <a:cubicBezTo>
                  <a:pt x="12754" y="9928"/>
                  <a:pt x="12754" y="10167"/>
                  <a:pt x="12495" y="10306"/>
                </a:cubicBezTo>
                <a:cubicBezTo>
                  <a:pt x="12535" y="10505"/>
                  <a:pt x="12276" y="10545"/>
                  <a:pt x="12415" y="10704"/>
                </a:cubicBezTo>
                <a:lnTo>
                  <a:pt x="12714" y="10286"/>
                </a:lnTo>
                <a:lnTo>
                  <a:pt x="12714" y="10286"/>
                </a:lnTo>
                <a:cubicBezTo>
                  <a:pt x="12555" y="10545"/>
                  <a:pt x="12575" y="10903"/>
                  <a:pt x="12177" y="11202"/>
                </a:cubicBezTo>
                <a:cubicBezTo>
                  <a:pt x="12177" y="11142"/>
                  <a:pt x="12216" y="11003"/>
                  <a:pt x="12256" y="10903"/>
                </a:cubicBezTo>
                <a:lnTo>
                  <a:pt x="12256" y="10903"/>
                </a:lnTo>
                <a:cubicBezTo>
                  <a:pt x="12117" y="10983"/>
                  <a:pt x="12117" y="11142"/>
                  <a:pt x="11978" y="11202"/>
                </a:cubicBezTo>
                <a:cubicBezTo>
                  <a:pt x="11838" y="11042"/>
                  <a:pt x="12336" y="10704"/>
                  <a:pt x="12415" y="10366"/>
                </a:cubicBezTo>
                <a:lnTo>
                  <a:pt x="12415" y="10366"/>
                </a:lnTo>
                <a:cubicBezTo>
                  <a:pt x="12290" y="10413"/>
                  <a:pt x="12201" y="10721"/>
                  <a:pt x="12130" y="10721"/>
                </a:cubicBezTo>
                <a:cubicBezTo>
                  <a:pt x="12112" y="10721"/>
                  <a:pt x="12094" y="10699"/>
                  <a:pt x="12077" y="10645"/>
                </a:cubicBezTo>
                <a:lnTo>
                  <a:pt x="12077" y="10645"/>
                </a:lnTo>
                <a:cubicBezTo>
                  <a:pt x="12157" y="11003"/>
                  <a:pt x="11699" y="11042"/>
                  <a:pt x="11620" y="11480"/>
                </a:cubicBezTo>
                <a:lnTo>
                  <a:pt x="11540" y="11381"/>
                </a:lnTo>
                <a:cubicBezTo>
                  <a:pt x="11520" y="11421"/>
                  <a:pt x="11480" y="11560"/>
                  <a:pt x="11421" y="11639"/>
                </a:cubicBezTo>
                <a:lnTo>
                  <a:pt x="11421" y="11381"/>
                </a:lnTo>
                <a:cubicBezTo>
                  <a:pt x="11321" y="11719"/>
                  <a:pt x="10943" y="11759"/>
                  <a:pt x="10824" y="12037"/>
                </a:cubicBezTo>
                <a:cubicBezTo>
                  <a:pt x="10961" y="11864"/>
                  <a:pt x="11025" y="11814"/>
                  <a:pt x="11062" y="11814"/>
                </a:cubicBezTo>
                <a:cubicBezTo>
                  <a:pt x="11112" y="11814"/>
                  <a:pt x="11113" y="11906"/>
                  <a:pt x="11182" y="11906"/>
                </a:cubicBezTo>
                <a:cubicBezTo>
                  <a:pt x="11202" y="11906"/>
                  <a:pt x="11227" y="11898"/>
                  <a:pt x="11261" y="11878"/>
                </a:cubicBezTo>
                <a:lnTo>
                  <a:pt x="11261" y="11878"/>
                </a:lnTo>
                <a:cubicBezTo>
                  <a:pt x="10903" y="12555"/>
                  <a:pt x="10744" y="12037"/>
                  <a:pt x="10267" y="12654"/>
                </a:cubicBezTo>
                <a:cubicBezTo>
                  <a:pt x="10320" y="12587"/>
                  <a:pt x="10428" y="12511"/>
                  <a:pt x="10474" y="12511"/>
                </a:cubicBezTo>
                <a:cubicBezTo>
                  <a:pt x="10497" y="12511"/>
                  <a:pt x="10505" y="12529"/>
                  <a:pt x="10485" y="12574"/>
                </a:cubicBezTo>
                <a:cubicBezTo>
                  <a:pt x="10366" y="12694"/>
                  <a:pt x="10187" y="12813"/>
                  <a:pt x="10088" y="12853"/>
                </a:cubicBezTo>
                <a:cubicBezTo>
                  <a:pt x="9948" y="13024"/>
                  <a:pt x="9938" y="13064"/>
                  <a:pt x="9974" y="13064"/>
                </a:cubicBezTo>
                <a:cubicBezTo>
                  <a:pt x="10006" y="13064"/>
                  <a:pt x="10075" y="13032"/>
                  <a:pt x="10118" y="13032"/>
                </a:cubicBezTo>
                <a:cubicBezTo>
                  <a:pt x="10150" y="13032"/>
                  <a:pt x="10168" y="13050"/>
                  <a:pt x="10147" y="13112"/>
                </a:cubicBezTo>
                <a:cubicBezTo>
                  <a:pt x="9908" y="13151"/>
                  <a:pt x="10008" y="13350"/>
                  <a:pt x="9889" y="13569"/>
                </a:cubicBezTo>
                <a:lnTo>
                  <a:pt x="9789" y="13490"/>
                </a:lnTo>
                <a:lnTo>
                  <a:pt x="9789" y="13490"/>
                </a:lnTo>
                <a:cubicBezTo>
                  <a:pt x="9312" y="13927"/>
                  <a:pt x="9889" y="13788"/>
                  <a:pt x="9431" y="14166"/>
                </a:cubicBezTo>
                <a:lnTo>
                  <a:pt x="9451" y="13868"/>
                </a:lnTo>
                <a:lnTo>
                  <a:pt x="9292" y="14126"/>
                </a:lnTo>
                <a:lnTo>
                  <a:pt x="9232" y="13987"/>
                </a:lnTo>
                <a:cubicBezTo>
                  <a:pt x="9093" y="14305"/>
                  <a:pt x="9013" y="14365"/>
                  <a:pt x="8774" y="14584"/>
                </a:cubicBezTo>
                <a:cubicBezTo>
                  <a:pt x="8894" y="14584"/>
                  <a:pt x="8934" y="14763"/>
                  <a:pt x="8735" y="14982"/>
                </a:cubicBezTo>
                <a:cubicBezTo>
                  <a:pt x="8702" y="15000"/>
                  <a:pt x="8681" y="15006"/>
                  <a:pt x="8666" y="15006"/>
                </a:cubicBezTo>
                <a:cubicBezTo>
                  <a:pt x="8634" y="15006"/>
                  <a:pt x="8634" y="14976"/>
                  <a:pt x="8620" y="14976"/>
                </a:cubicBezTo>
                <a:cubicBezTo>
                  <a:pt x="8606" y="14976"/>
                  <a:pt x="8575" y="15009"/>
                  <a:pt x="8476" y="15141"/>
                </a:cubicBezTo>
                <a:cubicBezTo>
                  <a:pt x="8476" y="15022"/>
                  <a:pt x="8456" y="14882"/>
                  <a:pt x="8655" y="14823"/>
                </a:cubicBezTo>
                <a:cubicBezTo>
                  <a:pt x="8635" y="14783"/>
                  <a:pt x="8655" y="14703"/>
                  <a:pt x="8635" y="14664"/>
                </a:cubicBezTo>
                <a:cubicBezTo>
                  <a:pt x="8436" y="14763"/>
                  <a:pt x="8297" y="15042"/>
                  <a:pt x="8197" y="15161"/>
                </a:cubicBezTo>
                <a:cubicBezTo>
                  <a:pt x="8237" y="15121"/>
                  <a:pt x="8277" y="15062"/>
                  <a:pt x="8317" y="15062"/>
                </a:cubicBezTo>
                <a:lnTo>
                  <a:pt x="8078" y="15619"/>
                </a:lnTo>
                <a:cubicBezTo>
                  <a:pt x="8068" y="15621"/>
                  <a:pt x="8058" y="15622"/>
                  <a:pt x="8050" y="15622"/>
                </a:cubicBezTo>
                <a:cubicBezTo>
                  <a:pt x="7983" y="15622"/>
                  <a:pt x="8001" y="15551"/>
                  <a:pt x="8018" y="15479"/>
                </a:cubicBezTo>
                <a:lnTo>
                  <a:pt x="8018" y="15479"/>
                </a:lnTo>
                <a:cubicBezTo>
                  <a:pt x="7959" y="15579"/>
                  <a:pt x="7939" y="15678"/>
                  <a:pt x="7839" y="15818"/>
                </a:cubicBezTo>
                <a:cubicBezTo>
                  <a:pt x="7801" y="15722"/>
                  <a:pt x="7708" y="15663"/>
                  <a:pt x="7806" y="15466"/>
                </a:cubicBezTo>
                <a:lnTo>
                  <a:pt x="7806" y="15466"/>
                </a:lnTo>
                <a:lnTo>
                  <a:pt x="7561" y="15937"/>
                </a:lnTo>
                <a:cubicBezTo>
                  <a:pt x="7514" y="15937"/>
                  <a:pt x="7372" y="16021"/>
                  <a:pt x="7320" y="16021"/>
                </a:cubicBezTo>
                <a:cubicBezTo>
                  <a:pt x="7305" y="16021"/>
                  <a:pt x="7298" y="16014"/>
                  <a:pt x="7302" y="15997"/>
                </a:cubicBezTo>
                <a:lnTo>
                  <a:pt x="7302" y="15997"/>
                </a:lnTo>
                <a:cubicBezTo>
                  <a:pt x="7043" y="16196"/>
                  <a:pt x="6964" y="16693"/>
                  <a:pt x="6626" y="16952"/>
                </a:cubicBezTo>
                <a:cubicBezTo>
                  <a:pt x="6626" y="16991"/>
                  <a:pt x="6626" y="17031"/>
                  <a:pt x="6566" y="17111"/>
                </a:cubicBezTo>
                <a:cubicBezTo>
                  <a:pt x="6307" y="17389"/>
                  <a:pt x="5989" y="17549"/>
                  <a:pt x="5810" y="17986"/>
                </a:cubicBezTo>
                <a:lnTo>
                  <a:pt x="5492" y="18066"/>
                </a:lnTo>
                <a:cubicBezTo>
                  <a:pt x="5424" y="18167"/>
                  <a:pt x="5450" y="18186"/>
                  <a:pt x="5502" y="18186"/>
                </a:cubicBezTo>
                <a:cubicBezTo>
                  <a:pt x="5532" y="18186"/>
                  <a:pt x="5570" y="18180"/>
                  <a:pt x="5603" y="18180"/>
                </a:cubicBezTo>
                <a:cubicBezTo>
                  <a:pt x="5680" y="18180"/>
                  <a:pt x="5727" y="18214"/>
                  <a:pt x="5571" y="18444"/>
                </a:cubicBezTo>
                <a:cubicBezTo>
                  <a:pt x="5485" y="18574"/>
                  <a:pt x="5432" y="18612"/>
                  <a:pt x="5394" y="18612"/>
                </a:cubicBezTo>
                <a:cubicBezTo>
                  <a:pt x="5338" y="18612"/>
                  <a:pt x="5312" y="18531"/>
                  <a:pt x="5254" y="18531"/>
                </a:cubicBezTo>
                <a:cubicBezTo>
                  <a:pt x="5242" y="18531"/>
                  <a:pt x="5229" y="18534"/>
                  <a:pt x="5213" y="18543"/>
                </a:cubicBezTo>
                <a:cubicBezTo>
                  <a:pt x="5153" y="18762"/>
                  <a:pt x="5054" y="19160"/>
                  <a:pt x="4696" y="19359"/>
                </a:cubicBezTo>
                <a:cubicBezTo>
                  <a:pt x="4755" y="19240"/>
                  <a:pt x="4835" y="19180"/>
                  <a:pt x="4895" y="19081"/>
                </a:cubicBezTo>
                <a:lnTo>
                  <a:pt x="4895" y="19081"/>
                </a:lnTo>
                <a:lnTo>
                  <a:pt x="4636" y="19220"/>
                </a:lnTo>
                <a:cubicBezTo>
                  <a:pt x="4716" y="18932"/>
                  <a:pt x="4873" y="18773"/>
                  <a:pt x="4777" y="18773"/>
                </a:cubicBezTo>
                <a:cubicBezTo>
                  <a:pt x="4753" y="18773"/>
                  <a:pt x="4715" y="18782"/>
                  <a:pt x="4656" y="18802"/>
                </a:cubicBezTo>
                <a:cubicBezTo>
                  <a:pt x="4895" y="19081"/>
                  <a:pt x="3940" y="19697"/>
                  <a:pt x="4178" y="19956"/>
                </a:cubicBezTo>
                <a:lnTo>
                  <a:pt x="3999" y="20055"/>
                </a:lnTo>
                <a:cubicBezTo>
                  <a:pt x="4039" y="20016"/>
                  <a:pt x="4039" y="19996"/>
                  <a:pt x="4079" y="19956"/>
                </a:cubicBezTo>
                <a:lnTo>
                  <a:pt x="4079" y="19956"/>
                </a:lnTo>
                <a:cubicBezTo>
                  <a:pt x="3701" y="20135"/>
                  <a:pt x="4079" y="20334"/>
                  <a:pt x="3721" y="20672"/>
                </a:cubicBezTo>
                <a:cubicBezTo>
                  <a:pt x="3648" y="20733"/>
                  <a:pt x="3576" y="20778"/>
                  <a:pt x="3539" y="20778"/>
                </a:cubicBezTo>
                <a:cubicBezTo>
                  <a:pt x="3515" y="20778"/>
                  <a:pt x="3506" y="20759"/>
                  <a:pt x="3522" y="20712"/>
                </a:cubicBezTo>
                <a:lnTo>
                  <a:pt x="3522" y="20712"/>
                </a:lnTo>
                <a:lnTo>
                  <a:pt x="3343" y="21050"/>
                </a:lnTo>
                <a:cubicBezTo>
                  <a:pt x="3319" y="21082"/>
                  <a:pt x="3298" y="21095"/>
                  <a:pt x="3284" y="21095"/>
                </a:cubicBezTo>
                <a:cubicBezTo>
                  <a:pt x="3264" y="21095"/>
                  <a:pt x="3259" y="21066"/>
                  <a:pt x="3283" y="21030"/>
                </a:cubicBezTo>
                <a:lnTo>
                  <a:pt x="3283" y="21030"/>
                </a:lnTo>
                <a:lnTo>
                  <a:pt x="2965" y="21448"/>
                </a:lnTo>
                <a:lnTo>
                  <a:pt x="2945" y="21428"/>
                </a:lnTo>
                <a:cubicBezTo>
                  <a:pt x="2945" y="21528"/>
                  <a:pt x="2885" y="21727"/>
                  <a:pt x="2845" y="21826"/>
                </a:cubicBezTo>
                <a:cubicBezTo>
                  <a:pt x="2821" y="21842"/>
                  <a:pt x="2808" y="21849"/>
                  <a:pt x="2801" y="21849"/>
                </a:cubicBezTo>
                <a:cubicBezTo>
                  <a:pt x="2774" y="21849"/>
                  <a:pt x="2853" y="21747"/>
                  <a:pt x="2806" y="21747"/>
                </a:cubicBezTo>
                <a:lnTo>
                  <a:pt x="2666" y="22045"/>
                </a:lnTo>
                <a:cubicBezTo>
                  <a:pt x="2660" y="22046"/>
                  <a:pt x="2654" y="22046"/>
                  <a:pt x="2649" y="22046"/>
                </a:cubicBezTo>
                <a:cubicBezTo>
                  <a:pt x="2517" y="22046"/>
                  <a:pt x="2633" y="21820"/>
                  <a:pt x="2786" y="21667"/>
                </a:cubicBezTo>
                <a:cubicBezTo>
                  <a:pt x="2769" y="21666"/>
                  <a:pt x="2754" y="21666"/>
                  <a:pt x="2740" y="21666"/>
                </a:cubicBezTo>
                <a:cubicBezTo>
                  <a:pt x="2331" y="21666"/>
                  <a:pt x="2647" y="21937"/>
                  <a:pt x="2089" y="22264"/>
                </a:cubicBezTo>
                <a:lnTo>
                  <a:pt x="2248" y="22005"/>
                </a:lnTo>
                <a:cubicBezTo>
                  <a:pt x="1970" y="22005"/>
                  <a:pt x="1870" y="22244"/>
                  <a:pt x="1552" y="22403"/>
                </a:cubicBezTo>
                <a:cubicBezTo>
                  <a:pt x="1629" y="22390"/>
                  <a:pt x="1893" y="22271"/>
                  <a:pt x="2031" y="22271"/>
                </a:cubicBezTo>
                <a:cubicBezTo>
                  <a:pt x="2100" y="22271"/>
                  <a:pt x="2137" y="22301"/>
                  <a:pt x="2105" y="22387"/>
                </a:cubicBezTo>
                <a:lnTo>
                  <a:pt x="2105" y="22387"/>
                </a:lnTo>
                <a:cubicBezTo>
                  <a:pt x="2141" y="22299"/>
                  <a:pt x="2182" y="22164"/>
                  <a:pt x="2268" y="22164"/>
                </a:cubicBezTo>
                <a:cubicBezTo>
                  <a:pt x="2328" y="22344"/>
                  <a:pt x="2229" y="22344"/>
                  <a:pt x="2089" y="22423"/>
                </a:cubicBezTo>
                <a:cubicBezTo>
                  <a:pt x="2010" y="22483"/>
                  <a:pt x="1910" y="22562"/>
                  <a:pt x="1831" y="22761"/>
                </a:cubicBezTo>
                <a:cubicBezTo>
                  <a:pt x="1811" y="22746"/>
                  <a:pt x="1792" y="22738"/>
                  <a:pt x="1773" y="22738"/>
                </a:cubicBezTo>
                <a:cubicBezTo>
                  <a:pt x="1697" y="22738"/>
                  <a:pt x="1620" y="22856"/>
                  <a:pt x="1492" y="23000"/>
                </a:cubicBezTo>
                <a:lnTo>
                  <a:pt x="1393" y="22881"/>
                </a:lnTo>
                <a:cubicBezTo>
                  <a:pt x="1254" y="23100"/>
                  <a:pt x="1333" y="23139"/>
                  <a:pt x="1293" y="23299"/>
                </a:cubicBezTo>
                <a:cubicBezTo>
                  <a:pt x="1179" y="23401"/>
                  <a:pt x="1085" y="23432"/>
                  <a:pt x="1002" y="23432"/>
                </a:cubicBezTo>
                <a:cubicBezTo>
                  <a:pt x="941" y="23432"/>
                  <a:pt x="887" y="23415"/>
                  <a:pt x="836" y="23398"/>
                </a:cubicBezTo>
                <a:cubicBezTo>
                  <a:pt x="727" y="23514"/>
                  <a:pt x="745" y="23535"/>
                  <a:pt x="796" y="23535"/>
                </a:cubicBezTo>
                <a:cubicBezTo>
                  <a:pt x="826" y="23535"/>
                  <a:pt x="866" y="23528"/>
                  <a:pt x="900" y="23528"/>
                </a:cubicBezTo>
                <a:cubicBezTo>
                  <a:pt x="969" y="23528"/>
                  <a:pt x="1012" y="23557"/>
                  <a:pt x="876" y="23736"/>
                </a:cubicBezTo>
                <a:cubicBezTo>
                  <a:pt x="796" y="23776"/>
                  <a:pt x="736" y="23836"/>
                  <a:pt x="677" y="23895"/>
                </a:cubicBezTo>
                <a:cubicBezTo>
                  <a:pt x="657" y="23935"/>
                  <a:pt x="637" y="23955"/>
                  <a:pt x="597" y="23995"/>
                </a:cubicBezTo>
                <a:cubicBezTo>
                  <a:pt x="557" y="24035"/>
                  <a:pt x="517" y="24075"/>
                  <a:pt x="478" y="24134"/>
                </a:cubicBezTo>
                <a:cubicBezTo>
                  <a:pt x="398" y="24234"/>
                  <a:pt x="318" y="24333"/>
                  <a:pt x="239" y="24453"/>
                </a:cubicBezTo>
                <a:cubicBezTo>
                  <a:pt x="219" y="24512"/>
                  <a:pt x="120" y="24552"/>
                  <a:pt x="239" y="24651"/>
                </a:cubicBezTo>
                <a:cubicBezTo>
                  <a:pt x="279" y="24691"/>
                  <a:pt x="318" y="24731"/>
                  <a:pt x="358" y="24771"/>
                </a:cubicBezTo>
                <a:cubicBezTo>
                  <a:pt x="378" y="24811"/>
                  <a:pt x="338" y="24831"/>
                  <a:pt x="338" y="24850"/>
                </a:cubicBezTo>
                <a:cubicBezTo>
                  <a:pt x="288" y="24926"/>
                  <a:pt x="266" y="24949"/>
                  <a:pt x="257" y="24949"/>
                </a:cubicBezTo>
                <a:cubicBezTo>
                  <a:pt x="240" y="24949"/>
                  <a:pt x="265" y="24875"/>
                  <a:pt x="254" y="24875"/>
                </a:cubicBezTo>
                <a:cubicBezTo>
                  <a:pt x="252" y="24875"/>
                  <a:pt x="247" y="24880"/>
                  <a:pt x="239" y="24890"/>
                </a:cubicBezTo>
                <a:cubicBezTo>
                  <a:pt x="219" y="24970"/>
                  <a:pt x="199" y="25030"/>
                  <a:pt x="179" y="25089"/>
                </a:cubicBezTo>
                <a:cubicBezTo>
                  <a:pt x="168" y="25113"/>
                  <a:pt x="156" y="25122"/>
                  <a:pt x="148" y="25122"/>
                </a:cubicBezTo>
                <a:cubicBezTo>
                  <a:pt x="143" y="25122"/>
                  <a:pt x="139" y="25117"/>
                  <a:pt x="139" y="25109"/>
                </a:cubicBezTo>
                <a:lnTo>
                  <a:pt x="139" y="25109"/>
                </a:lnTo>
                <a:cubicBezTo>
                  <a:pt x="80" y="25248"/>
                  <a:pt x="179" y="25149"/>
                  <a:pt x="80" y="25288"/>
                </a:cubicBezTo>
                <a:cubicBezTo>
                  <a:pt x="80" y="25308"/>
                  <a:pt x="60" y="25308"/>
                  <a:pt x="40" y="25328"/>
                </a:cubicBezTo>
                <a:cubicBezTo>
                  <a:pt x="40" y="25348"/>
                  <a:pt x="40" y="25348"/>
                  <a:pt x="40" y="25348"/>
                </a:cubicBezTo>
                <a:cubicBezTo>
                  <a:pt x="20" y="25368"/>
                  <a:pt x="20" y="25368"/>
                  <a:pt x="20" y="25368"/>
                </a:cubicBezTo>
                <a:lnTo>
                  <a:pt x="0" y="25368"/>
                </a:lnTo>
                <a:lnTo>
                  <a:pt x="20" y="25388"/>
                </a:lnTo>
                <a:cubicBezTo>
                  <a:pt x="40" y="25427"/>
                  <a:pt x="60" y="25467"/>
                  <a:pt x="80" y="25527"/>
                </a:cubicBezTo>
                <a:cubicBezTo>
                  <a:pt x="120" y="25646"/>
                  <a:pt x="100" y="25825"/>
                  <a:pt x="159" y="25965"/>
                </a:cubicBezTo>
                <a:cubicBezTo>
                  <a:pt x="259" y="26004"/>
                  <a:pt x="358" y="26044"/>
                  <a:pt x="458" y="26064"/>
                </a:cubicBezTo>
                <a:cubicBezTo>
                  <a:pt x="537" y="26164"/>
                  <a:pt x="318" y="26104"/>
                  <a:pt x="279" y="26164"/>
                </a:cubicBezTo>
                <a:cubicBezTo>
                  <a:pt x="1094" y="26442"/>
                  <a:pt x="995" y="26422"/>
                  <a:pt x="1453" y="26462"/>
                </a:cubicBezTo>
                <a:cubicBezTo>
                  <a:pt x="1512" y="26542"/>
                  <a:pt x="1671" y="26661"/>
                  <a:pt x="1811" y="26780"/>
                </a:cubicBezTo>
                <a:cubicBezTo>
                  <a:pt x="1652" y="26621"/>
                  <a:pt x="1711" y="26581"/>
                  <a:pt x="1831" y="26562"/>
                </a:cubicBezTo>
                <a:cubicBezTo>
                  <a:pt x="1950" y="26542"/>
                  <a:pt x="2109" y="26542"/>
                  <a:pt x="2229" y="26542"/>
                </a:cubicBezTo>
                <a:cubicBezTo>
                  <a:pt x="2229" y="26542"/>
                  <a:pt x="2209" y="26522"/>
                  <a:pt x="2209" y="26502"/>
                </a:cubicBezTo>
                <a:lnTo>
                  <a:pt x="2209" y="26502"/>
                </a:lnTo>
                <a:lnTo>
                  <a:pt x="2288" y="26542"/>
                </a:lnTo>
                <a:lnTo>
                  <a:pt x="2229" y="26542"/>
                </a:lnTo>
                <a:cubicBezTo>
                  <a:pt x="2248" y="26562"/>
                  <a:pt x="2268" y="26601"/>
                  <a:pt x="2288" y="26621"/>
                </a:cubicBezTo>
                <a:cubicBezTo>
                  <a:pt x="2308" y="26601"/>
                  <a:pt x="2328" y="26581"/>
                  <a:pt x="2348" y="26581"/>
                </a:cubicBezTo>
                <a:lnTo>
                  <a:pt x="2408" y="26621"/>
                </a:lnTo>
                <a:cubicBezTo>
                  <a:pt x="2408" y="26621"/>
                  <a:pt x="2447" y="26562"/>
                  <a:pt x="2507" y="26502"/>
                </a:cubicBezTo>
                <a:lnTo>
                  <a:pt x="2507" y="26502"/>
                </a:lnTo>
                <a:cubicBezTo>
                  <a:pt x="2527" y="26562"/>
                  <a:pt x="2507" y="26661"/>
                  <a:pt x="2467" y="26800"/>
                </a:cubicBezTo>
                <a:lnTo>
                  <a:pt x="2447" y="26800"/>
                </a:lnTo>
                <a:cubicBezTo>
                  <a:pt x="2447" y="26800"/>
                  <a:pt x="2427" y="26780"/>
                  <a:pt x="2427" y="26780"/>
                </a:cubicBezTo>
                <a:lnTo>
                  <a:pt x="2368" y="26721"/>
                </a:lnTo>
                <a:lnTo>
                  <a:pt x="2288" y="26621"/>
                </a:lnTo>
                <a:cubicBezTo>
                  <a:pt x="2189" y="26681"/>
                  <a:pt x="2069" y="26741"/>
                  <a:pt x="2089" y="26860"/>
                </a:cubicBezTo>
                <a:cubicBezTo>
                  <a:pt x="2109" y="26860"/>
                  <a:pt x="2189" y="26880"/>
                  <a:pt x="2268" y="26900"/>
                </a:cubicBezTo>
                <a:cubicBezTo>
                  <a:pt x="2229" y="26920"/>
                  <a:pt x="2209" y="26940"/>
                  <a:pt x="2229" y="26959"/>
                </a:cubicBezTo>
                <a:cubicBezTo>
                  <a:pt x="2238" y="26979"/>
                  <a:pt x="2258" y="26984"/>
                  <a:pt x="2286" y="26984"/>
                </a:cubicBezTo>
                <a:cubicBezTo>
                  <a:pt x="2313" y="26984"/>
                  <a:pt x="2348" y="26979"/>
                  <a:pt x="2388" y="26979"/>
                </a:cubicBezTo>
                <a:lnTo>
                  <a:pt x="2467" y="27139"/>
                </a:lnTo>
                <a:lnTo>
                  <a:pt x="2507" y="27218"/>
                </a:lnTo>
                <a:cubicBezTo>
                  <a:pt x="2527" y="27238"/>
                  <a:pt x="2547" y="27238"/>
                  <a:pt x="2547" y="27238"/>
                </a:cubicBezTo>
                <a:lnTo>
                  <a:pt x="2547" y="27119"/>
                </a:lnTo>
                <a:cubicBezTo>
                  <a:pt x="2766" y="26959"/>
                  <a:pt x="2985" y="26760"/>
                  <a:pt x="3203" y="26542"/>
                </a:cubicBezTo>
                <a:cubicBezTo>
                  <a:pt x="3243" y="26462"/>
                  <a:pt x="3283" y="26382"/>
                  <a:pt x="3323" y="26323"/>
                </a:cubicBezTo>
                <a:lnTo>
                  <a:pt x="3363" y="26144"/>
                </a:lnTo>
                <a:cubicBezTo>
                  <a:pt x="3382" y="26024"/>
                  <a:pt x="3422" y="25905"/>
                  <a:pt x="3462" y="25786"/>
                </a:cubicBezTo>
                <a:cubicBezTo>
                  <a:pt x="3542" y="25527"/>
                  <a:pt x="3641" y="25268"/>
                  <a:pt x="3840" y="24990"/>
                </a:cubicBezTo>
                <a:cubicBezTo>
                  <a:pt x="3840" y="25209"/>
                  <a:pt x="3979" y="25169"/>
                  <a:pt x="4099" y="25268"/>
                </a:cubicBezTo>
                <a:cubicBezTo>
                  <a:pt x="3860" y="25308"/>
                  <a:pt x="3800" y="25726"/>
                  <a:pt x="3542" y="25985"/>
                </a:cubicBezTo>
                <a:cubicBezTo>
                  <a:pt x="3599" y="25927"/>
                  <a:pt x="3639" y="25907"/>
                  <a:pt x="3666" y="25907"/>
                </a:cubicBezTo>
                <a:cubicBezTo>
                  <a:pt x="3704" y="25907"/>
                  <a:pt x="3713" y="25949"/>
                  <a:pt x="3701" y="25985"/>
                </a:cubicBezTo>
                <a:lnTo>
                  <a:pt x="3999" y="25388"/>
                </a:lnTo>
                <a:cubicBezTo>
                  <a:pt x="4024" y="25412"/>
                  <a:pt x="4047" y="25422"/>
                  <a:pt x="4070" y="25422"/>
                </a:cubicBezTo>
                <a:cubicBezTo>
                  <a:pt x="4142" y="25422"/>
                  <a:pt x="4213" y="25328"/>
                  <a:pt x="4318" y="25268"/>
                </a:cubicBezTo>
                <a:cubicBezTo>
                  <a:pt x="4039" y="25189"/>
                  <a:pt x="4497" y="24791"/>
                  <a:pt x="4616" y="24532"/>
                </a:cubicBezTo>
                <a:lnTo>
                  <a:pt x="4616" y="24532"/>
                </a:lnTo>
                <a:cubicBezTo>
                  <a:pt x="4696" y="24592"/>
                  <a:pt x="4716" y="24691"/>
                  <a:pt x="4497" y="24910"/>
                </a:cubicBezTo>
                <a:cubicBezTo>
                  <a:pt x="4875" y="24791"/>
                  <a:pt x="4556" y="24373"/>
                  <a:pt x="4895" y="24214"/>
                </a:cubicBezTo>
                <a:lnTo>
                  <a:pt x="4895" y="24214"/>
                </a:lnTo>
                <a:cubicBezTo>
                  <a:pt x="4855" y="24273"/>
                  <a:pt x="4815" y="24313"/>
                  <a:pt x="4835" y="24353"/>
                </a:cubicBezTo>
                <a:cubicBezTo>
                  <a:pt x="4885" y="24202"/>
                  <a:pt x="5132" y="23968"/>
                  <a:pt x="5198" y="23968"/>
                </a:cubicBezTo>
                <a:cubicBezTo>
                  <a:pt x="5210" y="23968"/>
                  <a:pt x="5216" y="23976"/>
                  <a:pt x="5213" y="23995"/>
                </a:cubicBezTo>
                <a:lnTo>
                  <a:pt x="5173" y="24055"/>
                </a:lnTo>
                <a:cubicBezTo>
                  <a:pt x="5531" y="23696"/>
                  <a:pt x="6188" y="22881"/>
                  <a:pt x="6068" y="22662"/>
                </a:cubicBezTo>
                <a:lnTo>
                  <a:pt x="6068" y="22662"/>
                </a:lnTo>
                <a:cubicBezTo>
                  <a:pt x="6108" y="22682"/>
                  <a:pt x="6228" y="22901"/>
                  <a:pt x="6248" y="22940"/>
                </a:cubicBezTo>
                <a:lnTo>
                  <a:pt x="6267" y="22125"/>
                </a:lnTo>
                <a:cubicBezTo>
                  <a:pt x="6327" y="22045"/>
                  <a:pt x="6387" y="21985"/>
                  <a:pt x="6447" y="21906"/>
                </a:cubicBezTo>
                <a:cubicBezTo>
                  <a:pt x="6645" y="22005"/>
                  <a:pt x="6864" y="22125"/>
                  <a:pt x="6725" y="22403"/>
                </a:cubicBezTo>
                <a:cubicBezTo>
                  <a:pt x="6825" y="22324"/>
                  <a:pt x="6944" y="22224"/>
                  <a:pt x="7063" y="21985"/>
                </a:cubicBezTo>
                <a:lnTo>
                  <a:pt x="7063" y="21985"/>
                </a:lnTo>
                <a:cubicBezTo>
                  <a:pt x="7044" y="22000"/>
                  <a:pt x="7015" y="22006"/>
                  <a:pt x="6982" y="22006"/>
                </a:cubicBezTo>
                <a:cubicBezTo>
                  <a:pt x="6878" y="22006"/>
                  <a:pt x="6739" y="21942"/>
                  <a:pt x="6785" y="21866"/>
                </a:cubicBezTo>
                <a:cubicBezTo>
                  <a:pt x="7141" y="21767"/>
                  <a:pt x="7005" y="21786"/>
                  <a:pt x="7396" y="21610"/>
                </a:cubicBezTo>
                <a:lnTo>
                  <a:pt x="7396" y="21610"/>
                </a:lnTo>
                <a:cubicBezTo>
                  <a:pt x="7387" y="21614"/>
                  <a:pt x="7378" y="21615"/>
                  <a:pt x="7369" y="21615"/>
                </a:cubicBezTo>
                <a:cubicBezTo>
                  <a:pt x="7260" y="21615"/>
                  <a:pt x="7155" y="21356"/>
                  <a:pt x="7282" y="21229"/>
                </a:cubicBezTo>
                <a:lnTo>
                  <a:pt x="7282" y="21229"/>
                </a:lnTo>
                <a:cubicBezTo>
                  <a:pt x="7302" y="21268"/>
                  <a:pt x="7510" y="21401"/>
                  <a:pt x="7502" y="21482"/>
                </a:cubicBezTo>
                <a:lnTo>
                  <a:pt x="7502" y="21482"/>
                </a:lnTo>
                <a:lnTo>
                  <a:pt x="7595" y="20940"/>
                </a:lnTo>
                <a:lnTo>
                  <a:pt x="7595" y="20940"/>
                </a:lnTo>
                <a:cubicBezTo>
                  <a:pt x="7591" y="21036"/>
                  <a:pt x="7714" y="21075"/>
                  <a:pt x="7829" y="21075"/>
                </a:cubicBezTo>
                <a:cubicBezTo>
                  <a:pt x="7853" y="21075"/>
                  <a:pt x="7877" y="21073"/>
                  <a:pt x="7899" y="21070"/>
                </a:cubicBezTo>
                <a:cubicBezTo>
                  <a:pt x="7819" y="21070"/>
                  <a:pt x="8177" y="20752"/>
                  <a:pt x="8257" y="20632"/>
                </a:cubicBezTo>
                <a:lnTo>
                  <a:pt x="8257" y="20632"/>
                </a:lnTo>
                <a:lnTo>
                  <a:pt x="8058" y="20732"/>
                </a:lnTo>
                <a:cubicBezTo>
                  <a:pt x="8456" y="20334"/>
                  <a:pt x="8098" y="20055"/>
                  <a:pt x="8476" y="19638"/>
                </a:cubicBezTo>
                <a:cubicBezTo>
                  <a:pt x="8476" y="19712"/>
                  <a:pt x="8576" y="19887"/>
                  <a:pt x="8710" y="19887"/>
                </a:cubicBezTo>
                <a:cubicBezTo>
                  <a:pt x="8755" y="19887"/>
                  <a:pt x="8804" y="19867"/>
                  <a:pt x="8854" y="19817"/>
                </a:cubicBezTo>
                <a:cubicBezTo>
                  <a:pt x="8854" y="19717"/>
                  <a:pt x="8794" y="19459"/>
                  <a:pt x="8794" y="19180"/>
                </a:cubicBezTo>
                <a:cubicBezTo>
                  <a:pt x="8914" y="19021"/>
                  <a:pt x="9053" y="18862"/>
                  <a:pt x="9192" y="18703"/>
                </a:cubicBezTo>
                <a:lnTo>
                  <a:pt x="9192" y="18703"/>
                </a:lnTo>
                <a:cubicBezTo>
                  <a:pt x="9172" y="19041"/>
                  <a:pt x="9133" y="19399"/>
                  <a:pt x="9073" y="19618"/>
                </a:cubicBezTo>
                <a:cubicBezTo>
                  <a:pt x="9272" y="19518"/>
                  <a:pt x="9192" y="19658"/>
                  <a:pt x="9391" y="19399"/>
                </a:cubicBezTo>
                <a:cubicBezTo>
                  <a:pt x="9396" y="19398"/>
                  <a:pt x="9400" y="19398"/>
                  <a:pt x="9404" y="19398"/>
                </a:cubicBezTo>
                <a:cubicBezTo>
                  <a:pt x="9500" y="19398"/>
                  <a:pt x="9369" y="19621"/>
                  <a:pt x="9312" y="19697"/>
                </a:cubicBezTo>
                <a:lnTo>
                  <a:pt x="9829" y="19160"/>
                </a:lnTo>
                <a:cubicBezTo>
                  <a:pt x="9670" y="19081"/>
                  <a:pt x="10048" y="18623"/>
                  <a:pt x="9928" y="18563"/>
                </a:cubicBezTo>
                <a:lnTo>
                  <a:pt x="9928" y="18563"/>
                </a:lnTo>
                <a:lnTo>
                  <a:pt x="9550" y="19280"/>
                </a:lnTo>
                <a:cubicBezTo>
                  <a:pt x="9391" y="19180"/>
                  <a:pt x="9471" y="18603"/>
                  <a:pt x="9829" y="18225"/>
                </a:cubicBezTo>
                <a:cubicBezTo>
                  <a:pt x="9837" y="18223"/>
                  <a:pt x="9845" y="18222"/>
                  <a:pt x="9852" y="18222"/>
                </a:cubicBezTo>
                <a:cubicBezTo>
                  <a:pt x="9971" y="18222"/>
                  <a:pt x="9992" y="18506"/>
                  <a:pt x="10048" y="18543"/>
                </a:cubicBezTo>
                <a:cubicBezTo>
                  <a:pt x="10048" y="18444"/>
                  <a:pt x="10286" y="18086"/>
                  <a:pt x="10346" y="18086"/>
                </a:cubicBezTo>
                <a:lnTo>
                  <a:pt x="10267" y="18305"/>
                </a:lnTo>
                <a:cubicBezTo>
                  <a:pt x="10505" y="18126"/>
                  <a:pt x="10406" y="17807"/>
                  <a:pt x="10744" y="17648"/>
                </a:cubicBezTo>
                <a:cubicBezTo>
                  <a:pt x="10844" y="17568"/>
                  <a:pt x="11162" y="17529"/>
                  <a:pt x="11082" y="17449"/>
                </a:cubicBezTo>
                <a:cubicBezTo>
                  <a:pt x="10923" y="17449"/>
                  <a:pt x="10665" y="17330"/>
                  <a:pt x="10485" y="17171"/>
                </a:cubicBezTo>
                <a:cubicBezTo>
                  <a:pt x="10585" y="17071"/>
                  <a:pt x="10665" y="16972"/>
                  <a:pt x="10764" y="16852"/>
                </a:cubicBezTo>
                <a:lnTo>
                  <a:pt x="10804" y="16912"/>
                </a:lnTo>
                <a:lnTo>
                  <a:pt x="10844" y="16852"/>
                </a:lnTo>
                <a:lnTo>
                  <a:pt x="10804" y="16812"/>
                </a:lnTo>
                <a:cubicBezTo>
                  <a:pt x="10883" y="16713"/>
                  <a:pt x="10983" y="16613"/>
                  <a:pt x="11062" y="16494"/>
                </a:cubicBezTo>
                <a:cubicBezTo>
                  <a:pt x="11198" y="16572"/>
                  <a:pt x="11126" y="16933"/>
                  <a:pt x="11288" y="16933"/>
                </a:cubicBezTo>
                <a:cubicBezTo>
                  <a:pt x="11292" y="16933"/>
                  <a:pt x="11297" y="16932"/>
                  <a:pt x="11301" y="16932"/>
                </a:cubicBezTo>
                <a:cubicBezTo>
                  <a:pt x="11261" y="16892"/>
                  <a:pt x="11281" y="16773"/>
                  <a:pt x="11301" y="16713"/>
                </a:cubicBezTo>
                <a:cubicBezTo>
                  <a:pt x="11318" y="16704"/>
                  <a:pt x="11332" y="16701"/>
                  <a:pt x="11343" y="16701"/>
                </a:cubicBezTo>
                <a:cubicBezTo>
                  <a:pt x="11383" y="16701"/>
                  <a:pt x="11397" y="16739"/>
                  <a:pt x="11426" y="16739"/>
                </a:cubicBezTo>
                <a:cubicBezTo>
                  <a:pt x="11448" y="16739"/>
                  <a:pt x="11480" y="16716"/>
                  <a:pt x="11540" y="16633"/>
                </a:cubicBezTo>
                <a:cubicBezTo>
                  <a:pt x="11468" y="16518"/>
                  <a:pt x="11699" y="16350"/>
                  <a:pt x="11680" y="16350"/>
                </a:cubicBezTo>
                <a:cubicBezTo>
                  <a:pt x="11673" y="16350"/>
                  <a:pt x="11629" y="16374"/>
                  <a:pt x="11520" y="16434"/>
                </a:cubicBezTo>
                <a:cubicBezTo>
                  <a:pt x="11639" y="16196"/>
                  <a:pt x="11719" y="16255"/>
                  <a:pt x="11918" y="15997"/>
                </a:cubicBezTo>
                <a:cubicBezTo>
                  <a:pt x="11819" y="15997"/>
                  <a:pt x="11799" y="15798"/>
                  <a:pt x="11838" y="15599"/>
                </a:cubicBezTo>
                <a:cubicBezTo>
                  <a:pt x="11898" y="15499"/>
                  <a:pt x="11978" y="15420"/>
                  <a:pt x="12057" y="15320"/>
                </a:cubicBezTo>
                <a:lnTo>
                  <a:pt x="12077" y="15320"/>
                </a:lnTo>
                <a:cubicBezTo>
                  <a:pt x="12435" y="14922"/>
                  <a:pt x="12694" y="14743"/>
                  <a:pt x="13012" y="14365"/>
                </a:cubicBezTo>
                <a:cubicBezTo>
                  <a:pt x="13068" y="14351"/>
                  <a:pt x="13184" y="14278"/>
                  <a:pt x="13240" y="14278"/>
                </a:cubicBezTo>
                <a:cubicBezTo>
                  <a:pt x="13264" y="14278"/>
                  <a:pt x="13277" y="14290"/>
                  <a:pt x="13271" y="14325"/>
                </a:cubicBezTo>
                <a:cubicBezTo>
                  <a:pt x="13291" y="14246"/>
                  <a:pt x="13291" y="14166"/>
                  <a:pt x="13390" y="14047"/>
                </a:cubicBezTo>
                <a:cubicBezTo>
                  <a:pt x="13436" y="14027"/>
                  <a:pt x="13465" y="14018"/>
                  <a:pt x="13481" y="14018"/>
                </a:cubicBezTo>
                <a:cubicBezTo>
                  <a:pt x="13568" y="14018"/>
                  <a:pt x="13283" y="14272"/>
                  <a:pt x="13424" y="14272"/>
                </a:cubicBezTo>
                <a:cubicBezTo>
                  <a:pt x="13436" y="14272"/>
                  <a:pt x="13451" y="14270"/>
                  <a:pt x="13470" y="14266"/>
                </a:cubicBezTo>
                <a:cubicBezTo>
                  <a:pt x="13410" y="14186"/>
                  <a:pt x="13629" y="13868"/>
                  <a:pt x="13729" y="13649"/>
                </a:cubicBezTo>
                <a:cubicBezTo>
                  <a:pt x="13721" y="13647"/>
                  <a:pt x="13712" y="13646"/>
                  <a:pt x="13704" y="13646"/>
                </a:cubicBezTo>
                <a:cubicBezTo>
                  <a:pt x="13534" y="13646"/>
                  <a:pt x="13366" y="14037"/>
                  <a:pt x="13271" y="14246"/>
                </a:cubicBezTo>
                <a:cubicBezTo>
                  <a:pt x="13211" y="14186"/>
                  <a:pt x="13191" y="14107"/>
                  <a:pt x="13171" y="13987"/>
                </a:cubicBezTo>
                <a:cubicBezTo>
                  <a:pt x="13530" y="13569"/>
                  <a:pt x="13888" y="13151"/>
                  <a:pt x="14226" y="12754"/>
                </a:cubicBezTo>
                <a:cubicBezTo>
                  <a:pt x="14524" y="12515"/>
                  <a:pt x="15062" y="11759"/>
                  <a:pt x="15479" y="11401"/>
                </a:cubicBezTo>
                <a:cubicBezTo>
                  <a:pt x="15499" y="11321"/>
                  <a:pt x="15559" y="11222"/>
                  <a:pt x="15539" y="11162"/>
                </a:cubicBezTo>
                <a:cubicBezTo>
                  <a:pt x="15997" y="10625"/>
                  <a:pt x="16454" y="10087"/>
                  <a:pt x="16872" y="9570"/>
                </a:cubicBezTo>
                <a:cubicBezTo>
                  <a:pt x="16892" y="9590"/>
                  <a:pt x="16912" y="9590"/>
                  <a:pt x="16932" y="9610"/>
                </a:cubicBezTo>
                <a:lnTo>
                  <a:pt x="17051" y="9351"/>
                </a:lnTo>
                <a:cubicBezTo>
                  <a:pt x="17051" y="9351"/>
                  <a:pt x="17071" y="9331"/>
                  <a:pt x="17071" y="9331"/>
                </a:cubicBezTo>
                <a:cubicBezTo>
                  <a:pt x="17088" y="9348"/>
                  <a:pt x="17077" y="9420"/>
                  <a:pt x="17107" y="9420"/>
                </a:cubicBezTo>
                <a:cubicBezTo>
                  <a:pt x="17113" y="9420"/>
                  <a:pt x="17121" y="9418"/>
                  <a:pt x="17131" y="9411"/>
                </a:cubicBezTo>
                <a:cubicBezTo>
                  <a:pt x="17111" y="9371"/>
                  <a:pt x="17111" y="9331"/>
                  <a:pt x="17131" y="9272"/>
                </a:cubicBezTo>
                <a:cubicBezTo>
                  <a:pt x="17230" y="9152"/>
                  <a:pt x="17310" y="9033"/>
                  <a:pt x="17409" y="8914"/>
                </a:cubicBezTo>
                <a:lnTo>
                  <a:pt x="17429" y="8914"/>
                </a:lnTo>
                <a:cubicBezTo>
                  <a:pt x="17429" y="8894"/>
                  <a:pt x="17429" y="8894"/>
                  <a:pt x="17429" y="8894"/>
                </a:cubicBezTo>
                <a:cubicBezTo>
                  <a:pt x="17509" y="8794"/>
                  <a:pt x="17588" y="8695"/>
                  <a:pt x="17668" y="8615"/>
                </a:cubicBezTo>
                <a:cubicBezTo>
                  <a:pt x="17668" y="8595"/>
                  <a:pt x="17688" y="8595"/>
                  <a:pt x="17708" y="8575"/>
                </a:cubicBezTo>
                <a:cubicBezTo>
                  <a:pt x="17708" y="8555"/>
                  <a:pt x="17748" y="8536"/>
                  <a:pt x="17748" y="8496"/>
                </a:cubicBezTo>
                <a:cubicBezTo>
                  <a:pt x="20255" y="5472"/>
                  <a:pt x="22264" y="2905"/>
                  <a:pt x="23040" y="1711"/>
                </a:cubicBezTo>
                <a:lnTo>
                  <a:pt x="23179" y="1651"/>
                </a:lnTo>
                <a:cubicBezTo>
                  <a:pt x="23159" y="1651"/>
                  <a:pt x="23120" y="1632"/>
                  <a:pt x="23100" y="1632"/>
                </a:cubicBezTo>
                <a:cubicBezTo>
                  <a:pt x="23199" y="1453"/>
                  <a:pt x="23279" y="1313"/>
                  <a:pt x="23338" y="1214"/>
                </a:cubicBezTo>
                <a:cubicBezTo>
                  <a:pt x="23338" y="1214"/>
                  <a:pt x="23060" y="1114"/>
                  <a:pt x="22742" y="975"/>
                </a:cubicBezTo>
                <a:cubicBezTo>
                  <a:pt x="22662" y="836"/>
                  <a:pt x="22602" y="677"/>
                  <a:pt x="22682" y="577"/>
                </a:cubicBezTo>
                <a:lnTo>
                  <a:pt x="22682" y="577"/>
                </a:lnTo>
                <a:cubicBezTo>
                  <a:pt x="22664" y="583"/>
                  <a:pt x="22647" y="585"/>
                  <a:pt x="22629" y="585"/>
                </a:cubicBezTo>
                <a:cubicBezTo>
                  <a:pt x="22587" y="585"/>
                  <a:pt x="22545" y="571"/>
                  <a:pt x="22503" y="557"/>
                </a:cubicBezTo>
                <a:cubicBezTo>
                  <a:pt x="22483" y="537"/>
                  <a:pt x="22463" y="537"/>
                  <a:pt x="22423" y="517"/>
                </a:cubicBezTo>
                <a:lnTo>
                  <a:pt x="22403" y="497"/>
                </a:lnTo>
                <a:lnTo>
                  <a:pt x="22383" y="478"/>
                </a:lnTo>
                <a:lnTo>
                  <a:pt x="22324" y="438"/>
                </a:lnTo>
                <a:cubicBezTo>
                  <a:pt x="22145" y="338"/>
                  <a:pt x="21906" y="179"/>
                  <a:pt x="21747" y="80"/>
                </a:cubicBezTo>
                <a:cubicBezTo>
                  <a:pt x="21727" y="60"/>
                  <a:pt x="21687" y="60"/>
                  <a:pt x="21667" y="40"/>
                </a:cubicBezTo>
                <a:cubicBezTo>
                  <a:pt x="21647" y="20"/>
                  <a:pt x="21647" y="0"/>
                  <a:pt x="21627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9"/>
          <p:cNvSpPr/>
          <p:nvPr/>
        </p:nvSpPr>
        <p:spPr>
          <a:xfrm>
            <a:off x="946050" y="1089176"/>
            <a:ext cx="7251900" cy="33819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9"/>
          <p:cNvSpPr txBox="1">
            <a:spLocks noGrp="1"/>
          </p:cNvSpPr>
          <p:nvPr>
            <p:ph type="title"/>
          </p:nvPr>
        </p:nvSpPr>
        <p:spPr>
          <a:xfrm>
            <a:off x="2530050" y="1758975"/>
            <a:ext cx="4083900" cy="8418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7200">
                <a:solidFill>
                  <a:schemeClr val="accent3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736" name="Google Shape;736;p9"/>
          <p:cNvSpPr txBox="1">
            <a:spLocks noGrp="1"/>
          </p:cNvSpPr>
          <p:nvPr>
            <p:ph type="subTitle" idx="1"/>
          </p:nvPr>
        </p:nvSpPr>
        <p:spPr>
          <a:xfrm>
            <a:off x="2530050" y="2600775"/>
            <a:ext cx="4083900" cy="1180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0" name="Google Shape;950;p13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951" name="Google Shape;951;p13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13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13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13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13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13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13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13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13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13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13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13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13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13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13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13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13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13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13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13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13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13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13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13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13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13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13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13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13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13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13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13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13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13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13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13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Google Shape;987;p13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13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13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13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13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13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13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13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Google Shape;995;p13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13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13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13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13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13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13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13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13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13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13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13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13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13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09" name="Google Shape;1009;p13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0" name="Google Shape;1010;p13"/>
          <p:cNvGrpSpPr/>
          <p:nvPr/>
        </p:nvGrpSpPr>
        <p:grpSpPr>
          <a:xfrm>
            <a:off x="3898049" y="4134564"/>
            <a:ext cx="1232672" cy="627928"/>
            <a:chOff x="2094425" y="748900"/>
            <a:chExt cx="887900" cy="452300"/>
          </a:xfrm>
        </p:grpSpPr>
        <p:sp>
          <p:nvSpPr>
            <p:cNvPr id="1011" name="Google Shape;1011;p13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13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Google Shape;1013;p13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13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5" name="Google Shape;1015;p13"/>
          <p:cNvSpPr/>
          <p:nvPr/>
        </p:nvSpPr>
        <p:spPr>
          <a:xfrm>
            <a:off x="598182" y="3233454"/>
            <a:ext cx="1477624" cy="1512541"/>
          </a:xfrm>
          <a:custGeom>
            <a:avLst/>
            <a:gdLst/>
            <a:ahLst/>
            <a:cxnLst/>
            <a:rect l="l" t="t" r="r" b="b"/>
            <a:pathLst>
              <a:path w="26861" h="27497" extrusionOk="0">
                <a:moveTo>
                  <a:pt x="26781" y="15479"/>
                </a:moveTo>
                <a:cubicBezTo>
                  <a:pt x="26721" y="14823"/>
                  <a:pt x="26701" y="14186"/>
                  <a:pt x="26582" y="13629"/>
                </a:cubicBezTo>
                <a:cubicBezTo>
                  <a:pt x="26542" y="13430"/>
                  <a:pt x="26443" y="13251"/>
                  <a:pt x="26403" y="13052"/>
                </a:cubicBezTo>
                <a:cubicBezTo>
                  <a:pt x="26224" y="12236"/>
                  <a:pt x="26164" y="11401"/>
                  <a:pt x="25945" y="10605"/>
                </a:cubicBezTo>
                <a:cubicBezTo>
                  <a:pt x="25866" y="10346"/>
                  <a:pt x="25726" y="10088"/>
                  <a:pt x="25647" y="9829"/>
                </a:cubicBezTo>
                <a:cubicBezTo>
                  <a:pt x="25567" y="9570"/>
                  <a:pt x="25567" y="9292"/>
                  <a:pt x="25488" y="9013"/>
                </a:cubicBezTo>
                <a:cubicBezTo>
                  <a:pt x="25408" y="8735"/>
                  <a:pt x="25289" y="8476"/>
                  <a:pt x="25189" y="8217"/>
                </a:cubicBezTo>
                <a:cubicBezTo>
                  <a:pt x="25070" y="7819"/>
                  <a:pt x="24851" y="7422"/>
                  <a:pt x="24712" y="7183"/>
                </a:cubicBezTo>
                <a:cubicBezTo>
                  <a:pt x="24592" y="6964"/>
                  <a:pt x="24553" y="6765"/>
                  <a:pt x="24473" y="6606"/>
                </a:cubicBezTo>
                <a:cubicBezTo>
                  <a:pt x="24334" y="6248"/>
                  <a:pt x="24095" y="5929"/>
                  <a:pt x="23896" y="5611"/>
                </a:cubicBezTo>
                <a:cubicBezTo>
                  <a:pt x="23836" y="5511"/>
                  <a:pt x="23856" y="5372"/>
                  <a:pt x="23797" y="5293"/>
                </a:cubicBezTo>
                <a:cubicBezTo>
                  <a:pt x="23737" y="5193"/>
                  <a:pt x="23598" y="5133"/>
                  <a:pt x="23538" y="5034"/>
                </a:cubicBezTo>
                <a:cubicBezTo>
                  <a:pt x="23538" y="5034"/>
                  <a:pt x="23538" y="4934"/>
                  <a:pt x="23498" y="4895"/>
                </a:cubicBezTo>
                <a:cubicBezTo>
                  <a:pt x="23319" y="4636"/>
                  <a:pt x="23160" y="4338"/>
                  <a:pt x="22961" y="4119"/>
                </a:cubicBezTo>
                <a:cubicBezTo>
                  <a:pt x="22881" y="4019"/>
                  <a:pt x="22782" y="3940"/>
                  <a:pt x="22702" y="3840"/>
                </a:cubicBezTo>
                <a:cubicBezTo>
                  <a:pt x="22603" y="3721"/>
                  <a:pt x="22523" y="3582"/>
                  <a:pt x="22503" y="3562"/>
                </a:cubicBezTo>
                <a:cubicBezTo>
                  <a:pt x="22424" y="3442"/>
                  <a:pt x="22284" y="3422"/>
                  <a:pt x="22185" y="3323"/>
                </a:cubicBezTo>
                <a:cubicBezTo>
                  <a:pt x="22145" y="3263"/>
                  <a:pt x="22165" y="3204"/>
                  <a:pt x="22145" y="3164"/>
                </a:cubicBezTo>
                <a:cubicBezTo>
                  <a:pt x="22105" y="3124"/>
                  <a:pt x="22006" y="3104"/>
                  <a:pt x="21966" y="3044"/>
                </a:cubicBezTo>
                <a:cubicBezTo>
                  <a:pt x="21707" y="2746"/>
                  <a:pt x="21409" y="2388"/>
                  <a:pt x="21051" y="2129"/>
                </a:cubicBezTo>
                <a:cubicBezTo>
                  <a:pt x="20951" y="2069"/>
                  <a:pt x="20832" y="2050"/>
                  <a:pt x="20752" y="1990"/>
                </a:cubicBezTo>
                <a:cubicBezTo>
                  <a:pt x="20633" y="1910"/>
                  <a:pt x="20553" y="1811"/>
                  <a:pt x="20454" y="1731"/>
                </a:cubicBezTo>
                <a:cubicBezTo>
                  <a:pt x="20255" y="1592"/>
                  <a:pt x="20056" y="1492"/>
                  <a:pt x="19837" y="1373"/>
                </a:cubicBezTo>
                <a:cubicBezTo>
                  <a:pt x="19419" y="1134"/>
                  <a:pt x="19002" y="955"/>
                  <a:pt x="18584" y="756"/>
                </a:cubicBezTo>
                <a:cubicBezTo>
                  <a:pt x="17768" y="398"/>
                  <a:pt x="16912" y="140"/>
                  <a:pt x="16077" y="40"/>
                </a:cubicBezTo>
                <a:cubicBezTo>
                  <a:pt x="15321" y="40"/>
                  <a:pt x="14604" y="0"/>
                  <a:pt x="13928" y="40"/>
                </a:cubicBezTo>
                <a:cubicBezTo>
                  <a:pt x="13829" y="40"/>
                  <a:pt x="13749" y="0"/>
                  <a:pt x="13649" y="20"/>
                </a:cubicBezTo>
                <a:cubicBezTo>
                  <a:pt x="13590" y="20"/>
                  <a:pt x="13510" y="80"/>
                  <a:pt x="13451" y="100"/>
                </a:cubicBezTo>
                <a:cubicBezTo>
                  <a:pt x="13271" y="120"/>
                  <a:pt x="13072" y="100"/>
                  <a:pt x="12913" y="120"/>
                </a:cubicBezTo>
                <a:cubicBezTo>
                  <a:pt x="12754" y="159"/>
                  <a:pt x="12595" y="219"/>
                  <a:pt x="12436" y="279"/>
                </a:cubicBezTo>
                <a:cubicBezTo>
                  <a:pt x="12356" y="299"/>
                  <a:pt x="12277" y="299"/>
                  <a:pt x="12197" y="319"/>
                </a:cubicBezTo>
                <a:cubicBezTo>
                  <a:pt x="12197" y="319"/>
                  <a:pt x="12157" y="418"/>
                  <a:pt x="12137" y="418"/>
                </a:cubicBezTo>
                <a:cubicBezTo>
                  <a:pt x="12098" y="458"/>
                  <a:pt x="12018" y="398"/>
                  <a:pt x="11978" y="418"/>
                </a:cubicBezTo>
                <a:cubicBezTo>
                  <a:pt x="11401" y="617"/>
                  <a:pt x="10765" y="756"/>
                  <a:pt x="10168" y="876"/>
                </a:cubicBezTo>
                <a:cubicBezTo>
                  <a:pt x="9790" y="955"/>
                  <a:pt x="9451" y="1055"/>
                  <a:pt x="9113" y="1174"/>
                </a:cubicBezTo>
                <a:cubicBezTo>
                  <a:pt x="6944" y="1393"/>
                  <a:pt x="5034" y="2030"/>
                  <a:pt x="3284" y="3960"/>
                </a:cubicBezTo>
                <a:cubicBezTo>
                  <a:pt x="3204" y="4039"/>
                  <a:pt x="3124" y="4139"/>
                  <a:pt x="3065" y="4238"/>
                </a:cubicBezTo>
                <a:cubicBezTo>
                  <a:pt x="3045" y="4218"/>
                  <a:pt x="3025" y="4198"/>
                  <a:pt x="3025" y="4198"/>
                </a:cubicBezTo>
                <a:cubicBezTo>
                  <a:pt x="2925" y="4079"/>
                  <a:pt x="2826" y="4159"/>
                  <a:pt x="2746" y="4178"/>
                </a:cubicBezTo>
                <a:cubicBezTo>
                  <a:pt x="2707" y="4198"/>
                  <a:pt x="2647" y="4238"/>
                  <a:pt x="2607" y="4278"/>
                </a:cubicBezTo>
                <a:cubicBezTo>
                  <a:pt x="2408" y="4417"/>
                  <a:pt x="2209" y="4636"/>
                  <a:pt x="2070" y="4895"/>
                </a:cubicBezTo>
                <a:cubicBezTo>
                  <a:pt x="2010" y="5034"/>
                  <a:pt x="2010" y="5153"/>
                  <a:pt x="1950" y="5293"/>
                </a:cubicBezTo>
                <a:cubicBezTo>
                  <a:pt x="1692" y="5790"/>
                  <a:pt x="1294" y="6287"/>
                  <a:pt x="1135" y="6765"/>
                </a:cubicBezTo>
                <a:cubicBezTo>
                  <a:pt x="1095" y="6964"/>
                  <a:pt x="1214" y="7262"/>
                  <a:pt x="956" y="7322"/>
                </a:cubicBezTo>
                <a:cubicBezTo>
                  <a:pt x="1055" y="7501"/>
                  <a:pt x="916" y="7800"/>
                  <a:pt x="816" y="8018"/>
                </a:cubicBezTo>
                <a:cubicBezTo>
                  <a:pt x="737" y="8138"/>
                  <a:pt x="677" y="8217"/>
                  <a:pt x="598" y="8277"/>
                </a:cubicBezTo>
                <a:cubicBezTo>
                  <a:pt x="538" y="9033"/>
                  <a:pt x="239" y="9789"/>
                  <a:pt x="160" y="10545"/>
                </a:cubicBezTo>
                <a:cubicBezTo>
                  <a:pt x="80" y="11301"/>
                  <a:pt x="1" y="12018"/>
                  <a:pt x="1" y="12674"/>
                </a:cubicBezTo>
                <a:cubicBezTo>
                  <a:pt x="21" y="13768"/>
                  <a:pt x="40" y="14743"/>
                  <a:pt x="200" y="15798"/>
                </a:cubicBezTo>
                <a:cubicBezTo>
                  <a:pt x="239" y="15957"/>
                  <a:pt x="319" y="16136"/>
                  <a:pt x="359" y="16315"/>
                </a:cubicBezTo>
                <a:cubicBezTo>
                  <a:pt x="418" y="16494"/>
                  <a:pt x="458" y="16673"/>
                  <a:pt x="518" y="16872"/>
                </a:cubicBezTo>
                <a:cubicBezTo>
                  <a:pt x="478" y="16912"/>
                  <a:pt x="498" y="16912"/>
                  <a:pt x="538" y="16932"/>
                </a:cubicBezTo>
                <a:cubicBezTo>
                  <a:pt x="598" y="17151"/>
                  <a:pt x="677" y="17370"/>
                  <a:pt x="757" y="17569"/>
                </a:cubicBezTo>
                <a:cubicBezTo>
                  <a:pt x="757" y="17608"/>
                  <a:pt x="757" y="17648"/>
                  <a:pt x="737" y="17688"/>
                </a:cubicBezTo>
                <a:cubicBezTo>
                  <a:pt x="777" y="17728"/>
                  <a:pt x="816" y="17768"/>
                  <a:pt x="836" y="17807"/>
                </a:cubicBezTo>
                <a:cubicBezTo>
                  <a:pt x="916" y="17986"/>
                  <a:pt x="1015" y="18185"/>
                  <a:pt x="1095" y="18364"/>
                </a:cubicBezTo>
                <a:cubicBezTo>
                  <a:pt x="1095" y="18364"/>
                  <a:pt x="1095" y="18384"/>
                  <a:pt x="1135" y="18424"/>
                </a:cubicBezTo>
                <a:cubicBezTo>
                  <a:pt x="1175" y="18504"/>
                  <a:pt x="1214" y="18583"/>
                  <a:pt x="1254" y="18683"/>
                </a:cubicBezTo>
                <a:cubicBezTo>
                  <a:pt x="1254" y="18742"/>
                  <a:pt x="1294" y="18802"/>
                  <a:pt x="1354" y="18842"/>
                </a:cubicBezTo>
                <a:cubicBezTo>
                  <a:pt x="1473" y="19041"/>
                  <a:pt x="1592" y="19220"/>
                  <a:pt x="1732" y="19419"/>
                </a:cubicBezTo>
                <a:cubicBezTo>
                  <a:pt x="3264" y="21588"/>
                  <a:pt x="5850" y="22841"/>
                  <a:pt x="8476" y="23299"/>
                </a:cubicBezTo>
                <a:cubicBezTo>
                  <a:pt x="10327" y="23637"/>
                  <a:pt x="12197" y="23617"/>
                  <a:pt x="14087" y="23518"/>
                </a:cubicBezTo>
                <a:cubicBezTo>
                  <a:pt x="13988" y="23537"/>
                  <a:pt x="13888" y="23557"/>
                  <a:pt x="13789" y="23577"/>
                </a:cubicBezTo>
                <a:cubicBezTo>
                  <a:pt x="13709" y="23597"/>
                  <a:pt x="13530" y="23617"/>
                  <a:pt x="13451" y="23657"/>
                </a:cubicBezTo>
                <a:cubicBezTo>
                  <a:pt x="13431" y="23657"/>
                  <a:pt x="13411" y="23756"/>
                  <a:pt x="13391" y="23756"/>
                </a:cubicBezTo>
                <a:cubicBezTo>
                  <a:pt x="13331" y="23776"/>
                  <a:pt x="13252" y="23717"/>
                  <a:pt x="13172" y="23717"/>
                </a:cubicBezTo>
                <a:cubicBezTo>
                  <a:pt x="12913" y="23717"/>
                  <a:pt x="12734" y="23736"/>
                  <a:pt x="12535" y="23736"/>
                </a:cubicBezTo>
                <a:cubicBezTo>
                  <a:pt x="12376" y="23736"/>
                  <a:pt x="12217" y="23796"/>
                  <a:pt x="12078" y="23677"/>
                </a:cubicBezTo>
                <a:cubicBezTo>
                  <a:pt x="11899" y="23717"/>
                  <a:pt x="11640" y="23796"/>
                  <a:pt x="11381" y="23836"/>
                </a:cubicBezTo>
                <a:cubicBezTo>
                  <a:pt x="11302" y="23856"/>
                  <a:pt x="11123" y="23876"/>
                  <a:pt x="11123" y="23876"/>
                </a:cubicBezTo>
                <a:cubicBezTo>
                  <a:pt x="11083" y="23876"/>
                  <a:pt x="11083" y="23836"/>
                  <a:pt x="11063" y="23836"/>
                </a:cubicBezTo>
                <a:cubicBezTo>
                  <a:pt x="10944" y="23856"/>
                  <a:pt x="10824" y="23915"/>
                  <a:pt x="10705" y="23915"/>
                </a:cubicBezTo>
                <a:cubicBezTo>
                  <a:pt x="10148" y="23955"/>
                  <a:pt x="9272" y="23537"/>
                  <a:pt x="9093" y="24194"/>
                </a:cubicBezTo>
                <a:cubicBezTo>
                  <a:pt x="9014" y="24492"/>
                  <a:pt x="9073" y="24711"/>
                  <a:pt x="9193" y="24851"/>
                </a:cubicBezTo>
                <a:cubicBezTo>
                  <a:pt x="9213" y="24890"/>
                  <a:pt x="9332" y="24871"/>
                  <a:pt x="9412" y="24930"/>
                </a:cubicBezTo>
                <a:cubicBezTo>
                  <a:pt x="9491" y="24970"/>
                  <a:pt x="9571" y="25010"/>
                  <a:pt x="9611" y="25109"/>
                </a:cubicBezTo>
                <a:cubicBezTo>
                  <a:pt x="10148" y="25109"/>
                  <a:pt x="10745" y="24990"/>
                  <a:pt x="11322" y="24950"/>
                </a:cubicBezTo>
                <a:cubicBezTo>
                  <a:pt x="11381" y="24930"/>
                  <a:pt x="11461" y="24890"/>
                  <a:pt x="11521" y="24890"/>
                </a:cubicBezTo>
                <a:cubicBezTo>
                  <a:pt x="11580" y="24890"/>
                  <a:pt x="11640" y="24950"/>
                  <a:pt x="11720" y="24950"/>
                </a:cubicBezTo>
                <a:cubicBezTo>
                  <a:pt x="11859" y="24930"/>
                  <a:pt x="12018" y="24851"/>
                  <a:pt x="12157" y="24851"/>
                </a:cubicBezTo>
                <a:cubicBezTo>
                  <a:pt x="12197" y="24831"/>
                  <a:pt x="12297" y="24890"/>
                  <a:pt x="12356" y="24890"/>
                </a:cubicBezTo>
                <a:cubicBezTo>
                  <a:pt x="12436" y="24890"/>
                  <a:pt x="12495" y="24851"/>
                  <a:pt x="12575" y="24831"/>
                </a:cubicBezTo>
                <a:cubicBezTo>
                  <a:pt x="12655" y="24831"/>
                  <a:pt x="12714" y="24890"/>
                  <a:pt x="12774" y="24890"/>
                </a:cubicBezTo>
                <a:cubicBezTo>
                  <a:pt x="13013" y="24871"/>
                  <a:pt x="13192" y="24751"/>
                  <a:pt x="13371" y="24910"/>
                </a:cubicBezTo>
                <a:cubicBezTo>
                  <a:pt x="13590" y="24811"/>
                  <a:pt x="13829" y="24771"/>
                  <a:pt x="14027" y="24731"/>
                </a:cubicBezTo>
                <a:cubicBezTo>
                  <a:pt x="14127" y="24691"/>
                  <a:pt x="14127" y="24731"/>
                  <a:pt x="14226" y="24711"/>
                </a:cubicBezTo>
                <a:cubicBezTo>
                  <a:pt x="14525" y="24652"/>
                  <a:pt x="14843" y="24532"/>
                  <a:pt x="15142" y="24492"/>
                </a:cubicBezTo>
                <a:cubicBezTo>
                  <a:pt x="15261" y="24473"/>
                  <a:pt x="15380" y="24532"/>
                  <a:pt x="15500" y="24512"/>
                </a:cubicBezTo>
                <a:cubicBezTo>
                  <a:pt x="15599" y="24512"/>
                  <a:pt x="15679" y="24413"/>
                  <a:pt x="15778" y="24393"/>
                </a:cubicBezTo>
                <a:cubicBezTo>
                  <a:pt x="16534" y="24154"/>
                  <a:pt x="17310" y="24274"/>
                  <a:pt x="18126" y="24055"/>
                </a:cubicBezTo>
                <a:cubicBezTo>
                  <a:pt x="18285" y="24015"/>
                  <a:pt x="18444" y="23935"/>
                  <a:pt x="18604" y="23876"/>
                </a:cubicBezTo>
                <a:cubicBezTo>
                  <a:pt x="18604" y="23876"/>
                  <a:pt x="18663" y="23935"/>
                  <a:pt x="18703" y="23915"/>
                </a:cubicBezTo>
                <a:cubicBezTo>
                  <a:pt x="18822" y="23896"/>
                  <a:pt x="19002" y="23836"/>
                  <a:pt x="19141" y="23796"/>
                </a:cubicBezTo>
                <a:cubicBezTo>
                  <a:pt x="20215" y="23458"/>
                  <a:pt x="21230" y="22960"/>
                  <a:pt x="22066" y="22264"/>
                </a:cubicBezTo>
                <a:cubicBezTo>
                  <a:pt x="22125" y="22204"/>
                  <a:pt x="22185" y="22165"/>
                  <a:pt x="22245" y="22105"/>
                </a:cubicBezTo>
                <a:cubicBezTo>
                  <a:pt x="22563" y="21806"/>
                  <a:pt x="22861" y="21448"/>
                  <a:pt x="23100" y="21170"/>
                </a:cubicBezTo>
                <a:cubicBezTo>
                  <a:pt x="23319" y="20931"/>
                  <a:pt x="23558" y="20414"/>
                  <a:pt x="23797" y="20175"/>
                </a:cubicBezTo>
                <a:cubicBezTo>
                  <a:pt x="23816" y="20155"/>
                  <a:pt x="23777" y="20115"/>
                  <a:pt x="23777" y="20076"/>
                </a:cubicBezTo>
                <a:cubicBezTo>
                  <a:pt x="24015" y="19598"/>
                  <a:pt x="24155" y="19041"/>
                  <a:pt x="24254" y="18782"/>
                </a:cubicBezTo>
                <a:cubicBezTo>
                  <a:pt x="24413" y="18364"/>
                  <a:pt x="24433" y="17867"/>
                  <a:pt x="24533" y="17390"/>
                </a:cubicBezTo>
                <a:cubicBezTo>
                  <a:pt x="24612" y="16872"/>
                  <a:pt x="24771" y="16375"/>
                  <a:pt x="24732" y="15798"/>
                </a:cubicBezTo>
                <a:cubicBezTo>
                  <a:pt x="24712" y="15559"/>
                  <a:pt x="24712" y="15440"/>
                  <a:pt x="24712" y="15320"/>
                </a:cubicBezTo>
                <a:cubicBezTo>
                  <a:pt x="24712" y="15082"/>
                  <a:pt x="24632" y="14843"/>
                  <a:pt x="24612" y="14604"/>
                </a:cubicBezTo>
                <a:cubicBezTo>
                  <a:pt x="24592" y="14505"/>
                  <a:pt x="24652" y="14425"/>
                  <a:pt x="24632" y="14326"/>
                </a:cubicBezTo>
                <a:cubicBezTo>
                  <a:pt x="24573" y="13589"/>
                  <a:pt x="24493" y="12833"/>
                  <a:pt x="24354" y="12097"/>
                </a:cubicBezTo>
                <a:cubicBezTo>
                  <a:pt x="24194" y="11361"/>
                  <a:pt x="24015" y="10665"/>
                  <a:pt x="23797" y="9988"/>
                </a:cubicBezTo>
                <a:cubicBezTo>
                  <a:pt x="23757" y="9909"/>
                  <a:pt x="23816" y="9809"/>
                  <a:pt x="23777" y="9749"/>
                </a:cubicBezTo>
                <a:cubicBezTo>
                  <a:pt x="23757" y="9670"/>
                  <a:pt x="23657" y="9630"/>
                  <a:pt x="23617" y="9550"/>
                </a:cubicBezTo>
                <a:cubicBezTo>
                  <a:pt x="23598" y="9511"/>
                  <a:pt x="23657" y="9471"/>
                  <a:pt x="23637" y="9431"/>
                </a:cubicBezTo>
                <a:cubicBezTo>
                  <a:pt x="23617" y="9312"/>
                  <a:pt x="23419" y="8954"/>
                  <a:pt x="23379" y="8914"/>
                </a:cubicBezTo>
                <a:cubicBezTo>
                  <a:pt x="23339" y="8874"/>
                  <a:pt x="23419" y="8854"/>
                  <a:pt x="23399" y="8834"/>
                </a:cubicBezTo>
                <a:cubicBezTo>
                  <a:pt x="23379" y="8774"/>
                  <a:pt x="23339" y="8774"/>
                  <a:pt x="23319" y="8755"/>
                </a:cubicBezTo>
                <a:cubicBezTo>
                  <a:pt x="23299" y="8695"/>
                  <a:pt x="23359" y="8655"/>
                  <a:pt x="23319" y="8615"/>
                </a:cubicBezTo>
                <a:cubicBezTo>
                  <a:pt x="23279" y="8456"/>
                  <a:pt x="23140" y="8337"/>
                  <a:pt x="23080" y="8197"/>
                </a:cubicBezTo>
                <a:cubicBezTo>
                  <a:pt x="23060" y="8158"/>
                  <a:pt x="23100" y="8118"/>
                  <a:pt x="23100" y="8098"/>
                </a:cubicBezTo>
                <a:cubicBezTo>
                  <a:pt x="23080" y="8058"/>
                  <a:pt x="23021" y="8058"/>
                  <a:pt x="23001" y="8018"/>
                </a:cubicBezTo>
                <a:cubicBezTo>
                  <a:pt x="22941" y="7879"/>
                  <a:pt x="22842" y="7740"/>
                  <a:pt x="22782" y="7581"/>
                </a:cubicBezTo>
                <a:cubicBezTo>
                  <a:pt x="22742" y="7501"/>
                  <a:pt x="22762" y="7402"/>
                  <a:pt x="22722" y="7322"/>
                </a:cubicBezTo>
                <a:cubicBezTo>
                  <a:pt x="22643" y="7163"/>
                  <a:pt x="22503" y="7043"/>
                  <a:pt x="22404" y="6884"/>
                </a:cubicBezTo>
                <a:cubicBezTo>
                  <a:pt x="22245" y="6626"/>
                  <a:pt x="22066" y="6307"/>
                  <a:pt x="21887" y="5969"/>
                </a:cubicBezTo>
                <a:cubicBezTo>
                  <a:pt x="21767" y="5790"/>
                  <a:pt x="21727" y="5591"/>
                  <a:pt x="21648" y="5472"/>
                </a:cubicBezTo>
                <a:cubicBezTo>
                  <a:pt x="21608" y="5412"/>
                  <a:pt x="21469" y="5392"/>
                  <a:pt x="21429" y="5332"/>
                </a:cubicBezTo>
                <a:cubicBezTo>
                  <a:pt x="21389" y="5273"/>
                  <a:pt x="21369" y="5153"/>
                  <a:pt x="21329" y="5094"/>
                </a:cubicBezTo>
                <a:cubicBezTo>
                  <a:pt x="21310" y="5054"/>
                  <a:pt x="21250" y="5094"/>
                  <a:pt x="21230" y="5034"/>
                </a:cubicBezTo>
                <a:cubicBezTo>
                  <a:pt x="21230" y="5014"/>
                  <a:pt x="21270" y="4915"/>
                  <a:pt x="21270" y="4895"/>
                </a:cubicBezTo>
                <a:cubicBezTo>
                  <a:pt x="21210" y="4815"/>
                  <a:pt x="21111" y="4775"/>
                  <a:pt x="21071" y="4716"/>
                </a:cubicBezTo>
                <a:cubicBezTo>
                  <a:pt x="20852" y="4457"/>
                  <a:pt x="20534" y="4298"/>
                  <a:pt x="20295" y="4079"/>
                </a:cubicBezTo>
                <a:cubicBezTo>
                  <a:pt x="20156" y="3960"/>
                  <a:pt x="20036" y="3840"/>
                  <a:pt x="19897" y="3721"/>
                </a:cubicBezTo>
                <a:cubicBezTo>
                  <a:pt x="19857" y="3701"/>
                  <a:pt x="19797" y="3701"/>
                  <a:pt x="19797" y="3701"/>
                </a:cubicBezTo>
                <a:cubicBezTo>
                  <a:pt x="19738" y="3661"/>
                  <a:pt x="19758" y="3601"/>
                  <a:pt x="19738" y="3582"/>
                </a:cubicBezTo>
                <a:cubicBezTo>
                  <a:pt x="19698" y="3542"/>
                  <a:pt x="19579" y="3422"/>
                  <a:pt x="19579" y="3422"/>
                </a:cubicBezTo>
                <a:cubicBezTo>
                  <a:pt x="19081" y="3005"/>
                  <a:pt x="18564" y="2666"/>
                  <a:pt x="18106" y="2189"/>
                </a:cubicBezTo>
                <a:cubicBezTo>
                  <a:pt x="18345" y="2209"/>
                  <a:pt x="18524" y="2328"/>
                  <a:pt x="18723" y="2447"/>
                </a:cubicBezTo>
                <a:cubicBezTo>
                  <a:pt x="19141" y="2706"/>
                  <a:pt x="19559" y="2925"/>
                  <a:pt x="19937" y="3184"/>
                </a:cubicBezTo>
                <a:cubicBezTo>
                  <a:pt x="20016" y="3243"/>
                  <a:pt x="20116" y="3323"/>
                  <a:pt x="20215" y="3383"/>
                </a:cubicBezTo>
                <a:cubicBezTo>
                  <a:pt x="20315" y="3422"/>
                  <a:pt x="20454" y="3422"/>
                  <a:pt x="20534" y="3482"/>
                </a:cubicBezTo>
                <a:cubicBezTo>
                  <a:pt x="20573" y="3522"/>
                  <a:pt x="20633" y="3562"/>
                  <a:pt x="20693" y="3601"/>
                </a:cubicBezTo>
                <a:cubicBezTo>
                  <a:pt x="20733" y="3641"/>
                  <a:pt x="20792" y="3681"/>
                  <a:pt x="20792" y="3681"/>
                </a:cubicBezTo>
                <a:cubicBezTo>
                  <a:pt x="20792" y="3701"/>
                  <a:pt x="20772" y="3761"/>
                  <a:pt x="20812" y="3800"/>
                </a:cubicBezTo>
                <a:cubicBezTo>
                  <a:pt x="20852" y="3820"/>
                  <a:pt x="20971" y="3820"/>
                  <a:pt x="21011" y="3860"/>
                </a:cubicBezTo>
                <a:cubicBezTo>
                  <a:pt x="21031" y="3880"/>
                  <a:pt x="20991" y="3920"/>
                  <a:pt x="21011" y="3940"/>
                </a:cubicBezTo>
                <a:cubicBezTo>
                  <a:pt x="21031" y="3979"/>
                  <a:pt x="21071" y="3960"/>
                  <a:pt x="21111" y="3999"/>
                </a:cubicBezTo>
                <a:cubicBezTo>
                  <a:pt x="21310" y="4198"/>
                  <a:pt x="21389" y="4497"/>
                  <a:pt x="21668" y="4656"/>
                </a:cubicBezTo>
                <a:cubicBezTo>
                  <a:pt x="21707" y="5133"/>
                  <a:pt x="22105" y="5492"/>
                  <a:pt x="22404" y="5949"/>
                </a:cubicBezTo>
                <a:cubicBezTo>
                  <a:pt x="22503" y="6069"/>
                  <a:pt x="22603" y="6208"/>
                  <a:pt x="22682" y="6347"/>
                </a:cubicBezTo>
                <a:cubicBezTo>
                  <a:pt x="22702" y="6407"/>
                  <a:pt x="22643" y="6486"/>
                  <a:pt x="22662" y="6546"/>
                </a:cubicBezTo>
                <a:cubicBezTo>
                  <a:pt x="22682" y="6606"/>
                  <a:pt x="22782" y="6665"/>
                  <a:pt x="22802" y="6725"/>
                </a:cubicBezTo>
                <a:cubicBezTo>
                  <a:pt x="22921" y="6984"/>
                  <a:pt x="23060" y="7223"/>
                  <a:pt x="23200" y="7481"/>
                </a:cubicBezTo>
                <a:cubicBezTo>
                  <a:pt x="23419" y="7939"/>
                  <a:pt x="23498" y="8317"/>
                  <a:pt x="23677" y="8655"/>
                </a:cubicBezTo>
                <a:cubicBezTo>
                  <a:pt x="23856" y="9013"/>
                  <a:pt x="24035" y="9332"/>
                  <a:pt x="24155" y="9670"/>
                </a:cubicBezTo>
                <a:cubicBezTo>
                  <a:pt x="24155" y="9729"/>
                  <a:pt x="24115" y="9809"/>
                  <a:pt x="24135" y="9849"/>
                </a:cubicBezTo>
                <a:cubicBezTo>
                  <a:pt x="24155" y="9928"/>
                  <a:pt x="24214" y="9948"/>
                  <a:pt x="24234" y="10008"/>
                </a:cubicBezTo>
                <a:cubicBezTo>
                  <a:pt x="24274" y="10127"/>
                  <a:pt x="24234" y="10267"/>
                  <a:pt x="24274" y="10366"/>
                </a:cubicBezTo>
                <a:cubicBezTo>
                  <a:pt x="24274" y="10426"/>
                  <a:pt x="24374" y="10426"/>
                  <a:pt x="24393" y="10486"/>
                </a:cubicBezTo>
                <a:cubicBezTo>
                  <a:pt x="24433" y="10525"/>
                  <a:pt x="24374" y="10605"/>
                  <a:pt x="24393" y="10645"/>
                </a:cubicBezTo>
                <a:cubicBezTo>
                  <a:pt x="24393" y="10704"/>
                  <a:pt x="24413" y="10724"/>
                  <a:pt x="24413" y="10784"/>
                </a:cubicBezTo>
                <a:cubicBezTo>
                  <a:pt x="24433" y="11102"/>
                  <a:pt x="24672" y="11202"/>
                  <a:pt x="24752" y="11421"/>
                </a:cubicBezTo>
                <a:cubicBezTo>
                  <a:pt x="24831" y="11659"/>
                  <a:pt x="24851" y="11898"/>
                  <a:pt x="24891" y="12157"/>
                </a:cubicBezTo>
                <a:cubicBezTo>
                  <a:pt x="24931" y="12475"/>
                  <a:pt x="25030" y="12853"/>
                  <a:pt x="24970" y="13072"/>
                </a:cubicBezTo>
                <a:cubicBezTo>
                  <a:pt x="24871" y="13410"/>
                  <a:pt x="25070" y="13729"/>
                  <a:pt x="25130" y="14047"/>
                </a:cubicBezTo>
                <a:cubicBezTo>
                  <a:pt x="25189" y="14266"/>
                  <a:pt x="25150" y="14524"/>
                  <a:pt x="25150" y="14664"/>
                </a:cubicBezTo>
                <a:cubicBezTo>
                  <a:pt x="25150" y="14723"/>
                  <a:pt x="25209" y="14783"/>
                  <a:pt x="25209" y="14863"/>
                </a:cubicBezTo>
                <a:cubicBezTo>
                  <a:pt x="25209" y="14982"/>
                  <a:pt x="25229" y="15101"/>
                  <a:pt x="25229" y="15221"/>
                </a:cubicBezTo>
                <a:cubicBezTo>
                  <a:pt x="25249" y="15360"/>
                  <a:pt x="25309" y="15499"/>
                  <a:pt x="25249" y="15639"/>
                </a:cubicBezTo>
                <a:cubicBezTo>
                  <a:pt x="25269" y="15778"/>
                  <a:pt x="25408" y="15838"/>
                  <a:pt x="25428" y="15977"/>
                </a:cubicBezTo>
                <a:cubicBezTo>
                  <a:pt x="25309" y="16136"/>
                  <a:pt x="25468" y="16335"/>
                  <a:pt x="25468" y="16474"/>
                </a:cubicBezTo>
                <a:cubicBezTo>
                  <a:pt x="25468" y="16534"/>
                  <a:pt x="25408" y="16594"/>
                  <a:pt x="25408" y="16653"/>
                </a:cubicBezTo>
                <a:cubicBezTo>
                  <a:pt x="25428" y="16852"/>
                  <a:pt x="25488" y="17071"/>
                  <a:pt x="25488" y="17230"/>
                </a:cubicBezTo>
                <a:cubicBezTo>
                  <a:pt x="25488" y="17270"/>
                  <a:pt x="25428" y="17350"/>
                  <a:pt x="25428" y="17390"/>
                </a:cubicBezTo>
                <a:cubicBezTo>
                  <a:pt x="25408" y="17668"/>
                  <a:pt x="25428" y="17947"/>
                  <a:pt x="25388" y="18245"/>
                </a:cubicBezTo>
                <a:cubicBezTo>
                  <a:pt x="25368" y="18524"/>
                  <a:pt x="25329" y="18862"/>
                  <a:pt x="25249" y="19160"/>
                </a:cubicBezTo>
                <a:cubicBezTo>
                  <a:pt x="25150" y="19598"/>
                  <a:pt x="24970" y="19996"/>
                  <a:pt x="24851" y="20394"/>
                </a:cubicBezTo>
                <a:cubicBezTo>
                  <a:pt x="24851" y="20394"/>
                  <a:pt x="24771" y="20414"/>
                  <a:pt x="24752" y="20473"/>
                </a:cubicBezTo>
                <a:cubicBezTo>
                  <a:pt x="24712" y="20613"/>
                  <a:pt x="24712" y="20812"/>
                  <a:pt x="24652" y="20931"/>
                </a:cubicBezTo>
                <a:cubicBezTo>
                  <a:pt x="24592" y="21110"/>
                  <a:pt x="24433" y="21229"/>
                  <a:pt x="24453" y="21428"/>
                </a:cubicBezTo>
                <a:cubicBezTo>
                  <a:pt x="24354" y="21627"/>
                  <a:pt x="24155" y="21747"/>
                  <a:pt x="24075" y="21906"/>
                </a:cubicBezTo>
                <a:cubicBezTo>
                  <a:pt x="24035" y="21966"/>
                  <a:pt x="24055" y="22045"/>
                  <a:pt x="23996" y="22105"/>
                </a:cubicBezTo>
                <a:cubicBezTo>
                  <a:pt x="23916" y="22165"/>
                  <a:pt x="23836" y="22165"/>
                  <a:pt x="23757" y="22224"/>
                </a:cubicBezTo>
                <a:cubicBezTo>
                  <a:pt x="23578" y="22324"/>
                  <a:pt x="23518" y="22463"/>
                  <a:pt x="23419" y="22582"/>
                </a:cubicBezTo>
                <a:cubicBezTo>
                  <a:pt x="23339" y="22722"/>
                  <a:pt x="23200" y="22881"/>
                  <a:pt x="23040" y="23000"/>
                </a:cubicBezTo>
                <a:cubicBezTo>
                  <a:pt x="22643" y="23319"/>
                  <a:pt x="22105" y="23557"/>
                  <a:pt x="21747" y="23756"/>
                </a:cubicBezTo>
                <a:cubicBezTo>
                  <a:pt x="21688" y="23816"/>
                  <a:pt x="21648" y="23816"/>
                  <a:pt x="21568" y="23856"/>
                </a:cubicBezTo>
                <a:cubicBezTo>
                  <a:pt x="21409" y="23935"/>
                  <a:pt x="21270" y="24055"/>
                  <a:pt x="21130" y="24114"/>
                </a:cubicBezTo>
                <a:cubicBezTo>
                  <a:pt x="20772" y="24254"/>
                  <a:pt x="20414" y="24274"/>
                  <a:pt x="20096" y="24373"/>
                </a:cubicBezTo>
                <a:cubicBezTo>
                  <a:pt x="19897" y="24433"/>
                  <a:pt x="19718" y="24572"/>
                  <a:pt x="19519" y="24612"/>
                </a:cubicBezTo>
                <a:cubicBezTo>
                  <a:pt x="19280" y="24691"/>
                  <a:pt x="19021" y="24691"/>
                  <a:pt x="18803" y="24711"/>
                </a:cubicBezTo>
                <a:cubicBezTo>
                  <a:pt x="18743" y="24771"/>
                  <a:pt x="18624" y="24791"/>
                  <a:pt x="18584" y="24910"/>
                </a:cubicBezTo>
                <a:cubicBezTo>
                  <a:pt x="18504" y="24930"/>
                  <a:pt x="18484" y="24811"/>
                  <a:pt x="18405" y="24831"/>
                </a:cubicBezTo>
                <a:cubicBezTo>
                  <a:pt x="18405" y="24831"/>
                  <a:pt x="18345" y="24930"/>
                  <a:pt x="18345" y="24930"/>
                </a:cubicBezTo>
                <a:cubicBezTo>
                  <a:pt x="18305" y="24950"/>
                  <a:pt x="18246" y="24950"/>
                  <a:pt x="18206" y="24950"/>
                </a:cubicBezTo>
                <a:cubicBezTo>
                  <a:pt x="18007" y="24990"/>
                  <a:pt x="17768" y="24930"/>
                  <a:pt x="17629" y="25030"/>
                </a:cubicBezTo>
                <a:cubicBezTo>
                  <a:pt x="16912" y="25408"/>
                  <a:pt x="16077" y="25308"/>
                  <a:pt x="15420" y="25646"/>
                </a:cubicBezTo>
                <a:cubicBezTo>
                  <a:pt x="15042" y="25706"/>
                  <a:pt x="14425" y="25786"/>
                  <a:pt x="14067" y="26044"/>
                </a:cubicBezTo>
                <a:cubicBezTo>
                  <a:pt x="13709" y="25945"/>
                  <a:pt x="13351" y="26124"/>
                  <a:pt x="12993" y="26204"/>
                </a:cubicBezTo>
                <a:cubicBezTo>
                  <a:pt x="12774" y="26243"/>
                  <a:pt x="12555" y="26223"/>
                  <a:pt x="12336" y="26263"/>
                </a:cubicBezTo>
                <a:cubicBezTo>
                  <a:pt x="12297" y="26263"/>
                  <a:pt x="12177" y="26363"/>
                  <a:pt x="12157" y="26363"/>
                </a:cubicBezTo>
                <a:cubicBezTo>
                  <a:pt x="12137" y="26363"/>
                  <a:pt x="12137" y="26303"/>
                  <a:pt x="12098" y="26323"/>
                </a:cubicBezTo>
                <a:cubicBezTo>
                  <a:pt x="11978" y="26343"/>
                  <a:pt x="11899" y="26403"/>
                  <a:pt x="11779" y="26422"/>
                </a:cubicBezTo>
                <a:cubicBezTo>
                  <a:pt x="11620" y="26442"/>
                  <a:pt x="11441" y="26422"/>
                  <a:pt x="11282" y="26422"/>
                </a:cubicBezTo>
                <a:cubicBezTo>
                  <a:pt x="11083" y="26403"/>
                  <a:pt x="10904" y="26343"/>
                  <a:pt x="10725" y="26343"/>
                </a:cubicBezTo>
                <a:cubicBezTo>
                  <a:pt x="10347" y="26363"/>
                  <a:pt x="9949" y="26661"/>
                  <a:pt x="9571" y="26482"/>
                </a:cubicBezTo>
                <a:cubicBezTo>
                  <a:pt x="9412" y="26582"/>
                  <a:pt x="9292" y="26522"/>
                  <a:pt x="9173" y="26442"/>
                </a:cubicBezTo>
                <a:cubicBezTo>
                  <a:pt x="8874" y="26582"/>
                  <a:pt x="8576" y="26522"/>
                  <a:pt x="8297" y="26522"/>
                </a:cubicBezTo>
                <a:cubicBezTo>
                  <a:pt x="8118" y="26522"/>
                  <a:pt x="7979" y="26562"/>
                  <a:pt x="7820" y="26562"/>
                </a:cubicBezTo>
                <a:cubicBezTo>
                  <a:pt x="7661" y="26542"/>
                  <a:pt x="7621" y="26462"/>
                  <a:pt x="7502" y="26502"/>
                </a:cubicBezTo>
                <a:cubicBezTo>
                  <a:pt x="7362" y="26542"/>
                  <a:pt x="6885" y="26403"/>
                  <a:pt x="6765" y="26383"/>
                </a:cubicBezTo>
                <a:cubicBezTo>
                  <a:pt x="6686" y="26383"/>
                  <a:pt x="6626" y="26403"/>
                  <a:pt x="6586" y="26383"/>
                </a:cubicBezTo>
                <a:cubicBezTo>
                  <a:pt x="6566" y="26383"/>
                  <a:pt x="6566" y="26323"/>
                  <a:pt x="6566" y="26323"/>
                </a:cubicBezTo>
                <a:cubicBezTo>
                  <a:pt x="6328" y="26303"/>
                  <a:pt x="5890" y="26243"/>
                  <a:pt x="5790" y="26263"/>
                </a:cubicBezTo>
                <a:cubicBezTo>
                  <a:pt x="5651" y="26323"/>
                  <a:pt x="5512" y="26184"/>
                  <a:pt x="5412" y="26144"/>
                </a:cubicBezTo>
                <a:cubicBezTo>
                  <a:pt x="4935" y="25965"/>
                  <a:pt x="4636" y="25925"/>
                  <a:pt x="4219" y="25925"/>
                </a:cubicBezTo>
                <a:cubicBezTo>
                  <a:pt x="4119" y="25885"/>
                  <a:pt x="4079" y="25845"/>
                  <a:pt x="4040" y="25786"/>
                </a:cubicBezTo>
                <a:cubicBezTo>
                  <a:pt x="3980" y="25686"/>
                  <a:pt x="3841" y="25925"/>
                  <a:pt x="3861" y="25766"/>
                </a:cubicBezTo>
                <a:cubicBezTo>
                  <a:pt x="3662" y="25746"/>
                  <a:pt x="3642" y="25666"/>
                  <a:pt x="3443" y="25567"/>
                </a:cubicBezTo>
                <a:cubicBezTo>
                  <a:pt x="3343" y="25746"/>
                  <a:pt x="3204" y="25487"/>
                  <a:pt x="3204" y="25487"/>
                </a:cubicBezTo>
                <a:cubicBezTo>
                  <a:pt x="3144" y="25447"/>
                  <a:pt x="3085" y="25507"/>
                  <a:pt x="3065" y="25487"/>
                </a:cubicBezTo>
                <a:cubicBezTo>
                  <a:pt x="2905" y="25388"/>
                  <a:pt x="2806" y="25209"/>
                  <a:pt x="2647" y="25129"/>
                </a:cubicBezTo>
                <a:cubicBezTo>
                  <a:pt x="2527" y="25089"/>
                  <a:pt x="2408" y="25109"/>
                  <a:pt x="2269" y="25089"/>
                </a:cubicBezTo>
                <a:cubicBezTo>
                  <a:pt x="1931" y="25030"/>
                  <a:pt x="1493" y="24791"/>
                  <a:pt x="1075" y="24552"/>
                </a:cubicBezTo>
                <a:cubicBezTo>
                  <a:pt x="916" y="24691"/>
                  <a:pt x="1155" y="24751"/>
                  <a:pt x="1214" y="24831"/>
                </a:cubicBezTo>
                <a:cubicBezTo>
                  <a:pt x="1354" y="25010"/>
                  <a:pt x="1473" y="25109"/>
                  <a:pt x="1592" y="25169"/>
                </a:cubicBezTo>
                <a:cubicBezTo>
                  <a:pt x="1672" y="25189"/>
                  <a:pt x="1692" y="25288"/>
                  <a:pt x="1712" y="25308"/>
                </a:cubicBezTo>
                <a:cubicBezTo>
                  <a:pt x="2030" y="25567"/>
                  <a:pt x="2508" y="25865"/>
                  <a:pt x="2806" y="25945"/>
                </a:cubicBezTo>
                <a:cubicBezTo>
                  <a:pt x="3284" y="26104"/>
                  <a:pt x="3681" y="26343"/>
                  <a:pt x="4139" y="26522"/>
                </a:cubicBezTo>
                <a:cubicBezTo>
                  <a:pt x="4378" y="26601"/>
                  <a:pt x="4676" y="26701"/>
                  <a:pt x="4855" y="26721"/>
                </a:cubicBezTo>
                <a:cubicBezTo>
                  <a:pt x="4935" y="26741"/>
                  <a:pt x="4955" y="26820"/>
                  <a:pt x="4995" y="26840"/>
                </a:cubicBezTo>
                <a:cubicBezTo>
                  <a:pt x="5174" y="26900"/>
                  <a:pt x="5412" y="26940"/>
                  <a:pt x="5611" y="26980"/>
                </a:cubicBezTo>
                <a:cubicBezTo>
                  <a:pt x="5850" y="27039"/>
                  <a:pt x="6089" y="27099"/>
                  <a:pt x="6228" y="27119"/>
                </a:cubicBezTo>
                <a:cubicBezTo>
                  <a:pt x="6268" y="27119"/>
                  <a:pt x="6268" y="27178"/>
                  <a:pt x="6268" y="27178"/>
                </a:cubicBezTo>
                <a:cubicBezTo>
                  <a:pt x="6507" y="27258"/>
                  <a:pt x="6606" y="27159"/>
                  <a:pt x="6765" y="27198"/>
                </a:cubicBezTo>
                <a:cubicBezTo>
                  <a:pt x="6765" y="27198"/>
                  <a:pt x="6825" y="27258"/>
                  <a:pt x="6885" y="27278"/>
                </a:cubicBezTo>
                <a:cubicBezTo>
                  <a:pt x="6964" y="27298"/>
                  <a:pt x="7024" y="27258"/>
                  <a:pt x="7064" y="27258"/>
                </a:cubicBezTo>
                <a:cubicBezTo>
                  <a:pt x="7322" y="27298"/>
                  <a:pt x="7581" y="27397"/>
                  <a:pt x="7820" y="27417"/>
                </a:cubicBezTo>
                <a:cubicBezTo>
                  <a:pt x="8019" y="27417"/>
                  <a:pt x="8258" y="27338"/>
                  <a:pt x="8437" y="27358"/>
                </a:cubicBezTo>
                <a:cubicBezTo>
                  <a:pt x="8556" y="27358"/>
                  <a:pt x="8596" y="27417"/>
                  <a:pt x="8636" y="27437"/>
                </a:cubicBezTo>
                <a:cubicBezTo>
                  <a:pt x="8656" y="27437"/>
                  <a:pt x="8675" y="27377"/>
                  <a:pt x="8675" y="27377"/>
                </a:cubicBezTo>
                <a:cubicBezTo>
                  <a:pt x="9034" y="27417"/>
                  <a:pt x="9451" y="27457"/>
                  <a:pt x="9670" y="27497"/>
                </a:cubicBezTo>
                <a:cubicBezTo>
                  <a:pt x="9730" y="27497"/>
                  <a:pt x="9750" y="27457"/>
                  <a:pt x="9790" y="27457"/>
                </a:cubicBezTo>
                <a:cubicBezTo>
                  <a:pt x="10008" y="27417"/>
                  <a:pt x="10148" y="27437"/>
                  <a:pt x="10367" y="27437"/>
                </a:cubicBezTo>
                <a:cubicBezTo>
                  <a:pt x="10585" y="27437"/>
                  <a:pt x="10904" y="27377"/>
                  <a:pt x="11162" y="27358"/>
                </a:cubicBezTo>
                <a:cubicBezTo>
                  <a:pt x="11222" y="27358"/>
                  <a:pt x="11302" y="27377"/>
                  <a:pt x="11381" y="27377"/>
                </a:cubicBezTo>
                <a:cubicBezTo>
                  <a:pt x="12018" y="27318"/>
                  <a:pt x="12973" y="27318"/>
                  <a:pt x="13649" y="27178"/>
                </a:cubicBezTo>
                <a:cubicBezTo>
                  <a:pt x="14346" y="27039"/>
                  <a:pt x="14983" y="26860"/>
                  <a:pt x="15599" y="26741"/>
                </a:cubicBezTo>
                <a:cubicBezTo>
                  <a:pt x="15957" y="26661"/>
                  <a:pt x="16256" y="26562"/>
                  <a:pt x="16554" y="26502"/>
                </a:cubicBezTo>
                <a:cubicBezTo>
                  <a:pt x="16952" y="26422"/>
                  <a:pt x="17390" y="26442"/>
                  <a:pt x="17828" y="26323"/>
                </a:cubicBezTo>
                <a:cubicBezTo>
                  <a:pt x="17967" y="26283"/>
                  <a:pt x="18106" y="26223"/>
                  <a:pt x="18246" y="26164"/>
                </a:cubicBezTo>
                <a:cubicBezTo>
                  <a:pt x="18763" y="26005"/>
                  <a:pt x="19101" y="25905"/>
                  <a:pt x="19539" y="25806"/>
                </a:cubicBezTo>
                <a:lnTo>
                  <a:pt x="20116" y="25666"/>
                </a:lnTo>
                <a:cubicBezTo>
                  <a:pt x="20315" y="25607"/>
                  <a:pt x="20534" y="25547"/>
                  <a:pt x="20733" y="25487"/>
                </a:cubicBezTo>
                <a:cubicBezTo>
                  <a:pt x="21130" y="25348"/>
                  <a:pt x="21528" y="25209"/>
                  <a:pt x="21906" y="25030"/>
                </a:cubicBezTo>
                <a:cubicBezTo>
                  <a:pt x="22583" y="24751"/>
                  <a:pt x="23220" y="24333"/>
                  <a:pt x="23797" y="23856"/>
                </a:cubicBezTo>
                <a:cubicBezTo>
                  <a:pt x="24433" y="23279"/>
                  <a:pt x="25010" y="22602"/>
                  <a:pt x="25468" y="21866"/>
                </a:cubicBezTo>
                <a:cubicBezTo>
                  <a:pt x="26105" y="20891"/>
                  <a:pt x="26542" y="19697"/>
                  <a:pt x="26662" y="18563"/>
                </a:cubicBezTo>
                <a:cubicBezTo>
                  <a:pt x="26761" y="17608"/>
                  <a:pt x="26861" y="16474"/>
                  <a:pt x="26781" y="15479"/>
                </a:cubicBezTo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13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13"/>
          <p:cNvSpPr/>
          <p:nvPr/>
        </p:nvSpPr>
        <p:spPr>
          <a:xfrm rot="5400000">
            <a:off x="5987903" y="1373701"/>
            <a:ext cx="3032898" cy="2080346"/>
          </a:xfrm>
          <a:custGeom>
            <a:avLst/>
            <a:gdLst/>
            <a:ahLst/>
            <a:cxnLst/>
            <a:rect l="l" t="t" r="r" b="b"/>
            <a:pathLst>
              <a:path w="71687" h="52534" extrusionOk="0">
                <a:moveTo>
                  <a:pt x="45501" y="1"/>
                </a:moveTo>
                <a:cubicBezTo>
                  <a:pt x="44031" y="1"/>
                  <a:pt x="42548" y="114"/>
                  <a:pt x="41066" y="337"/>
                </a:cubicBezTo>
                <a:cubicBezTo>
                  <a:pt x="40808" y="377"/>
                  <a:pt x="40549" y="417"/>
                  <a:pt x="40290" y="476"/>
                </a:cubicBezTo>
                <a:cubicBezTo>
                  <a:pt x="32093" y="1929"/>
                  <a:pt x="24592" y="6127"/>
                  <a:pt x="18325" y="11499"/>
                </a:cubicBezTo>
                <a:cubicBezTo>
                  <a:pt x="10923" y="17826"/>
                  <a:pt x="0" y="29485"/>
                  <a:pt x="3701" y="40249"/>
                </a:cubicBezTo>
                <a:cubicBezTo>
                  <a:pt x="4358" y="42139"/>
                  <a:pt x="5353" y="43910"/>
                  <a:pt x="6626" y="45482"/>
                </a:cubicBezTo>
                <a:cubicBezTo>
                  <a:pt x="10032" y="49704"/>
                  <a:pt x="15304" y="52534"/>
                  <a:pt x="20694" y="52534"/>
                </a:cubicBezTo>
                <a:cubicBezTo>
                  <a:pt x="21349" y="52534"/>
                  <a:pt x="22006" y="52492"/>
                  <a:pt x="22662" y="52406"/>
                </a:cubicBezTo>
                <a:cubicBezTo>
                  <a:pt x="28711" y="51630"/>
                  <a:pt x="34202" y="47113"/>
                  <a:pt x="35794" y="41224"/>
                </a:cubicBezTo>
                <a:cubicBezTo>
                  <a:pt x="40385" y="43315"/>
                  <a:pt x="44956" y="44761"/>
                  <a:pt x="49574" y="44761"/>
                </a:cubicBezTo>
                <a:cubicBezTo>
                  <a:pt x="52821" y="44761"/>
                  <a:pt x="56092" y="44046"/>
                  <a:pt x="59411" y="42338"/>
                </a:cubicBezTo>
                <a:cubicBezTo>
                  <a:pt x="64385" y="39811"/>
                  <a:pt x="69498" y="34897"/>
                  <a:pt x="70433" y="29167"/>
                </a:cubicBezTo>
                <a:cubicBezTo>
                  <a:pt x="71687" y="21547"/>
                  <a:pt x="68841" y="13588"/>
                  <a:pt x="63768" y="7858"/>
                </a:cubicBezTo>
                <a:cubicBezTo>
                  <a:pt x="59042" y="2508"/>
                  <a:pt x="52421" y="1"/>
                  <a:pt x="4550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18" name="Google Shape;1018;p13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019" name="Google Shape;1019;p13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20" name="Google Shape;1020;p13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021" name="Google Shape;1021;p13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022" name="Google Shape;1022;p13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023" name="Google Shape;1023;p13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024" name="Google Shape;1024;p13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025" name="Google Shape;1025;p13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6" name="Google Shape;1026;p13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027" name="Google Shape;1027;p13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028" name="Google Shape;1028;p13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029" name="Google Shape;1029;p13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030" name="Google Shape;1030;p13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031" name="Google Shape;1031;p13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032" name="Google Shape;1032;p13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33" name="Google Shape;1033;p13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034" name="Google Shape;1034;p13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035" name="Google Shape;1035;p13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1036" name="Google Shape;1036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1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37" name="Google Shape;1037;p13"/>
          <p:cNvSpPr txBox="1">
            <a:spLocks noGrp="1"/>
          </p:cNvSpPr>
          <p:nvPr>
            <p:ph type="subTitle" idx="1"/>
          </p:nvPr>
        </p:nvSpPr>
        <p:spPr>
          <a:xfrm>
            <a:off x="1795550" y="3208938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038" name="Google Shape;1038;p13"/>
          <p:cNvSpPr txBox="1">
            <a:spLocks noGrp="1"/>
          </p:cNvSpPr>
          <p:nvPr>
            <p:ph type="subTitle" idx="2"/>
          </p:nvPr>
        </p:nvSpPr>
        <p:spPr>
          <a:xfrm>
            <a:off x="1795550" y="3678738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39" name="Google Shape;1039;p13"/>
          <p:cNvSpPr txBox="1">
            <a:spLocks noGrp="1"/>
          </p:cNvSpPr>
          <p:nvPr>
            <p:ph type="title" idx="3" hasCustomPrompt="1"/>
          </p:nvPr>
        </p:nvSpPr>
        <p:spPr>
          <a:xfrm>
            <a:off x="876950" y="3579613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0" name="Google Shape;1040;p13"/>
          <p:cNvSpPr txBox="1">
            <a:spLocks noGrp="1"/>
          </p:cNvSpPr>
          <p:nvPr>
            <p:ph type="subTitle" idx="4"/>
          </p:nvPr>
        </p:nvSpPr>
        <p:spPr>
          <a:xfrm>
            <a:off x="5733550" y="3208938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041" name="Google Shape;1041;p13"/>
          <p:cNvSpPr txBox="1">
            <a:spLocks noGrp="1"/>
          </p:cNvSpPr>
          <p:nvPr>
            <p:ph type="subTitle" idx="5"/>
          </p:nvPr>
        </p:nvSpPr>
        <p:spPr>
          <a:xfrm>
            <a:off x="5733550" y="3678738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42" name="Google Shape;1042;p13"/>
          <p:cNvSpPr txBox="1">
            <a:spLocks noGrp="1"/>
          </p:cNvSpPr>
          <p:nvPr>
            <p:ph type="title" idx="6" hasCustomPrompt="1"/>
          </p:nvPr>
        </p:nvSpPr>
        <p:spPr>
          <a:xfrm>
            <a:off x="4814950" y="3579613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3" name="Google Shape;1043;p13"/>
          <p:cNvSpPr txBox="1">
            <a:spLocks noGrp="1"/>
          </p:cNvSpPr>
          <p:nvPr>
            <p:ph type="subTitle" idx="7"/>
          </p:nvPr>
        </p:nvSpPr>
        <p:spPr>
          <a:xfrm>
            <a:off x="1795550" y="1455113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044" name="Google Shape;1044;p13"/>
          <p:cNvSpPr txBox="1">
            <a:spLocks noGrp="1"/>
          </p:cNvSpPr>
          <p:nvPr>
            <p:ph type="subTitle" idx="8"/>
          </p:nvPr>
        </p:nvSpPr>
        <p:spPr>
          <a:xfrm>
            <a:off x="1795550" y="1924913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45" name="Google Shape;1045;p13"/>
          <p:cNvSpPr txBox="1">
            <a:spLocks noGrp="1"/>
          </p:cNvSpPr>
          <p:nvPr>
            <p:ph type="title" idx="9" hasCustomPrompt="1"/>
          </p:nvPr>
        </p:nvSpPr>
        <p:spPr>
          <a:xfrm>
            <a:off x="876950" y="1825788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6" name="Google Shape;1046;p13"/>
          <p:cNvSpPr txBox="1">
            <a:spLocks noGrp="1"/>
          </p:cNvSpPr>
          <p:nvPr>
            <p:ph type="subTitle" idx="13"/>
          </p:nvPr>
        </p:nvSpPr>
        <p:spPr>
          <a:xfrm>
            <a:off x="5733550" y="1455113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047" name="Google Shape;1047;p13"/>
          <p:cNvSpPr txBox="1">
            <a:spLocks noGrp="1"/>
          </p:cNvSpPr>
          <p:nvPr>
            <p:ph type="subTitle" idx="14"/>
          </p:nvPr>
        </p:nvSpPr>
        <p:spPr>
          <a:xfrm>
            <a:off x="5733550" y="1924913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048" name="Google Shape;1048;p13"/>
          <p:cNvSpPr txBox="1">
            <a:spLocks noGrp="1"/>
          </p:cNvSpPr>
          <p:nvPr>
            <p:ph type="title" idx="15" hasCustomPrompt="1"/>
          </p:nvPr>
        </p:nvSpPr>
        <p:spPr>
          <a:xfrm>
            <a:off x="4814950" y="1825788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1" name="Google Shape;1221;p16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222" name="Google Shape;1222;p16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16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16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16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16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16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16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16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16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16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16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16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16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16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16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16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16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16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16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Google Shape;1241;p16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Google Shape;1242;p16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Google Shape;1243;p16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Google Shape;1244;p16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Google Shape;1245;p16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Google Shape;1246;p16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Google Shape;1247;p16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Google Shape;1248;p16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Google Shape;1249;p16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Google Shape;1250;p16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Google Shape;1251;p16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Google Shape;1252;p16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Google Shape;1253;p16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Google Shape;1254;p16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Google Shape;1255;p16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Google Shape;1256;p16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Google Shape;1257;p16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Google Shape;1258;p16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Google Shape;1259;p16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Google Shape;1260;p16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Google Shape;1261;p16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Google Shape;1262;p16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Google Shape;1263;p16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Google Shape;1264;p16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Google Shape;1265;p16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Google Shape;1266;p16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Google Shape;1267;p16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Google Shape;1268;p16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Google Shape;1269;p16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Google Shape;1270;p16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16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Google Shape;1272;p16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Google Shape;1273;p16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16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Google Shape;1275;p16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Google Shape;1276;p16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Google Shape;1277;p16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Google Shape;1278;p16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Google Shape;1279;p16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80" name="Google Shape;1280;p16"/>
          <p:cNvSpPr/>
          <p:nvPr/>
        </p:nvSpPr>
        <p:spPr>
          <a:xfrm>
            <a:off x="946050" y="1089175"/>
            <a:ext cx="7251900" cy="3381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1" name="Google Shape;1281;p16"/>
          <p:cNvSpPr/>
          <p:nvPr/>
        </p:nvSpPr>
        <p:spPr>
          <a:xfrm>
            <a:off x="946050" y="1089176"/>
            <a:ext cx="7251900" cy="338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82" name="Google Shape;1282;p16"/>
          <p:cNvGrpSpPr/>
          <p:nvPr/>
        </p:nvGrpSpPr>
        <p:grpSpPr>
          <a:xfrm>
            <a:off x="1239039" y="1391236"/>
            <a:ext cx="385328" cy="443858"/>
            <a:chOff x="1239039" y="1391236"/>
            <a:chExt cx="385328" cy="443858"/>
          </a:xfrm>
        </p:grpSpPr>
        <p:sp>
          <p:nvSpPr>
            <p:cNvPr id="1283" name="Google Shape;1283;p16"/>
            <p:cNvSpPr/>
            <p:nvPr/>
          </p:nvSpPr>
          <p:spPr>
            <a:xfrm>
              <a:off x="1561032" y="1577766"/>
              <a:ext cx="63334" cy="59565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Google Shape;1284;p16"/>
            <p:cNvSpPr/>
            <p:nvPr/>
          </p:nvSpPr>
          <p:spPr>
            <a:xfrm>
              <a:off x="1463998" y="1698449"/>
              <a:ext cx="66291" cy="85801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Google Shape;1285;p16"/>
            <p:cNvSpPr/>
            <p:nvPr/>
          </p:nvSpPr>
          <p:spPr>
            <a:xfrm>
              <a:off x="1496811" y="1391236"/>
              <a:ext cx="43750" cy="41607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Google Shape;1286;p16"/>
            <p:cNvSpPr/>
            <p:nvPr/>
          </p:nvSpPr>
          <p:spPr>
            <a:xfrm>
              <a:off x="1412562" y="1502755"/>
              <a:ext cx="67695" cy="65108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Google Shape;1287;p16"/>
            <p:cNvSpPr/>
            <p:nvPr/>
          </p:nvSpPr>
          <p:spPr>
            <a:xfrm>
              <a:off x="1402289" y="1597424"/>
              <a:ext cx="66069" cy="66808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Google Shape;1288;p16"/>
            <p:cNvSpPr/>
            <p:nvPr/>
          </p:nvSpPr>
          <p:spPr>
            <a:xfrm>
              <a:off x="1334595" y="1777451"/>
              <a:ext cx="54466" cy="57644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Google Shape;1289;p16"/>
            <p:cNvSpPr/>
            <p:nvPr/>
          </p:nvSpPr>
          <p:spPr>
            <a:xfrm>
              <a:off x="1283158" y="1416289"/>
              <a:ext cx="79445" cy="86466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Google Shape;1290;p16"/>
            <p:cNvSpPr/>
            <p:nvPr/>
          </p:nvSpPr>
          <p:spPr>
            <a:xfrm>
              <a:off x="1239039" y="1561803"/>
              <a:ext cx="76563" cy="78189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91" name="Google Shape;1291;p16"/>
          <p:cNvGrpSpPr/>
          <p:nvPr/>
        </p:nvGrpSpPr>
        <p:grpSpPr>
          <a:xfrm>
            <a:off x="872579" y="2881252"/>
            <a:ext cx="7396781" cy="2122829"/>
            <a:chOff x="872579" y="2881252"/>
            <a:chExt cx="7396781" cy="2122829"/>
          </a:xfrm>
        </p:grpSpPr>
        <p:grpSp>
          <p:nvGrpSpPr>
            <p:cNvPr id="1292" name="Google Shape;1292;p16"/>
            <p:cNvGrpSpPr/>
            <p:nvPr/>
          </p:nvGrpSpPr>
          <p:grpSpPr>
            <a:xfrm>
              <a:off x="933400" y="3795585"/>
              <a:ext cx="7277175" cy="675466"/>
              <a:chOff x="933416" y="2961528"/>
              <a:chExt cx="7277175" cy="1509422"/>
            </a:xfrm>
          </p:grpSpPr>
          <p:sp>
            <p:nvSpPr>
              <p:cNvPr id="1293" name="Google Shape;1293;p16"/>
              <p:cNvSpPr/>
              <p:nvPr/>
            </p:nvSpPr>
            <p:spPr>
              <a:xfrm>
                <a:off x="933416" y="2961528"/>
                <a:ext cx="7277175" cy="1374550"/>
              </a:xfrm>
              <a:custGeom>
                <a:avLst/>
                <a:gdLst/>
                <a:ahLst/>
                <a:cxnLst/>
                <a:rect l="l" t="t" r="r" b="b"/>
                <a:pathLst>
                  <a:path w="291087" h="54982" extrusionOk="0">
                    <a:moveTo>
                      <a:pt x="258" y="15340"/>
                    </a:moveTo>
                    <a:cubicBezTo>
                      <a:pt x="-2001" y="8100"/>
                      <a:pt x="10973" y="3234"/>
                      <a:pt x="23890" y="2481"/>
                    </a:cubicBezTo>
                    <a:cubicBezTo>
                      <a:pt x="36807" y="1728"/>
                      <a:pt x="58702" y="11228"/>
                      <a:pt x="77758" y="10822"/>
                    </a:cubicBezTo>
                    <a:cubicBezTo>
                      <a:pt x="96815" y="10417"/>
                      <a:pt x="113554" y="-821"/>
                      <a:pt x="138229" y="48"/>
                    </a:cubicBezTo>
                    <a:cubicBezTo>
                      <a:pt x="162904" y="917"/>
                      <a:pt x="201597" y="16035"/>
                      <a:pt x="225808" y="16035"/>
                    </a:cubicBezTo>
                    <a:cubicBezTo>
                      <a:pt x="250020" y="16035"/>
                      <a:pt x="273246" y="-879"/>
                      <a:pt x="283498" y="48"/>
                    </a:cubicBezTo>
                    <a:cubicBezTo>
                      <a:pt x="293750" y="975"/>
                      <a:pt x="292129" y="12676"/>
                      <a:pt x="287321" y="21596"/>
                    </a:cubicBezTo>
                    <a:cubicBezTo>
                      <a:pt x="282514" y="30516"/>
                      <a:pt x="296299" y="49515"/>
                      <a:pt x="254653" y="53569"/>
                    </a:cubicBezTo>
                    <a:cubicBezTo>
                      <a:pt x="213007" y="57624"/>
                      <a:pt x="79843" y="52295"/>
                      <a:pt x="37444" y="45923"/>
                    </a:cubicBezTo>
                    <a:cubicBezTo>
                      <a:pt x="-4955" y="39552"/>
                      <a:pt x="2517" y="22580"/>
                      <a:pt x="258" y="1534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1294" name="Google Shape;1294;p16"/>
              <p:cNvSpPr/>
              <p:nvPr/>
            </p:nvSpPr>
            <p:spPr>
              <a:xfrm>
                <a:off x="947025" y="3310250"/>
                <a:ext cx="7251900" cy="11607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295" name="Google Shape;1295;p16"/>
            <p:cNvSpPr/>
            <p:nvPr/>
          </p:nvSpPr>
          <p:spPr>
            <a:xfrm rot="3206269">
              <a:off x="5927183" y="3090543"/>
              <a:ext cx="1378921" cy="1704246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Google Shape;1296;p16"/>
            <p:cNvSpPr/>
            <p:nvPr/>
          </p:nvSpPr>
          <p:spPr>
            <a:xfrm rot="3100714">
              <a:off x="4344590" y="3150985"/>
              <a:ext cx="1146920" cy="1428308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Google Shape;1297;p16"/>
            <p:cNvSpPr/>
            <p:nvPr/>
          </p:nvSpPr>
          <p:spPr>
            <a:xfrm rot="2843414">
              <a:off x="2526740" y="3195069"/>
              <a:ext cx="1240550" cy="1447845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Google Shape;1298;p16"/>
            <p:cNvSpPr/>
            <p:nvPr/>
          </p:nvSpPr>
          <p:spPr>
            <a:xfrm rot="-2843414" flipH="1">
              <a:off x="1205040" y="3195069"/>
              <a:ext cx="1240550" cy="1447845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Google Shape;1299;p16"/>
            <p:cNvSpPr/>
            <p:nvPr/>
          </p:nvSpPr>
          <p:spPr>
            <a:xfrm rot="-3051725" flipH="1">
              <a:off x="6696060" y="3141221"/>
              <a:ext cx="1240553" cy="1447852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00" name="Google Shape;1300;p16"/>
          <p:cNvGrpSpPr/>
          <p:nvPr/>
        </p:nvGrpSpPr>
        <p:grpSpPr>
          <a:xfrm>
            <a:off x="946050" y="672163"/>
            <a:ext cx="7251900" cy="3798913"/>
            <a:chOff x="946050" y="672163"/>
            <a:chExt cx="7251900" cy="3798913"/>
          </a:xfrm>
        </p:grpSpPr>
        <p:sp>
          <p:nvSpPr>
            <p:cNvPr id="1301" name="Google Shape;1301;p16"/>
            <p:cNvSpPr/>
            <p:nvPr/>
          </p:nvSpPr>
          <p:spPr>
            <a:xfrm>
              <a:off x="946050" y="1089176"/>
              <a:ext cx="7251900" cy="3381900"/>
            </a:xfrm>
            <a:prstGeom prst="rect">
              <a:avLst/>
            </a:prstGeom>
            <a:noFill/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02" name="Google Shape;1302;p16"/>
            <p:cNvGrpSpPr/>
            <p:nvPr/>
          </p:nvGrpSpPr>
          <p:grpSpPr>
            <a:xfrm>
              <a:off x="946050" y="672163"/>
              <a:ext cx="7251900" cy="417000"/>
              <a:chOff x="946050" y="672163"/>
              <a:chExt cx="7251900" cy="417000"/>
            </a:xfrm>
          </p:grpSpPr>
          <p:sp>
            <p:nvSpPr>
              <p:cNvPr id="1303" name="Google Shape;1303;p16"/>
              <p:cNvSpPr/>
              <p:nvPr/>
            </p:nvSpPr>
            <p:spPr>
              <a:xfrm>
                <a:off x="946050" y="672163"/>
                <a:ext cx="7251900" cy="417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304" name="Google Shape;1304;p16"/>
              <p:cNvGrpSpPr/>
              <p:nvPr/>
            </p:nvGrpSpPr>
            <p:grpSpPr>
              <a:xfrm>
                <a:off x="7209519" y="794061"/>
                <a:ext cx="789243" cy="171052"/>
                <a:chOff x="733775" y="310686"/>
                <a:chExt cx="789243" cy="171052"/>
              </a:xfrm>
            </p:grpSpPr>
            <p:sp>
              <p:nvSpPr>
                <p:cNvPr id="1305" name="Google Shape;1305;p16"/>
                <p:cNvSpPr/>
                <p:nvPr/>
              </p:nvSpPr>
              <p:spPr>
                <a:xfrm>
                  <a:off x="1364945" y="310686"/>
                  <a:ext cx="158072" cy="171052"/>
                </a:xfrm>
                <a:prstGeom prst="rect">
                  <a:avLst/>
                </a:prstGeom>
              </p:spPr>
              <p:txBody>
                <a:bodyPr>
                  <a:prstTxWarp prst="textPlain">
                    <a:avLst/>
                  </a:prstTxWarp>
                </a:bodyPr>
                <a:lstStyle/>
                <a:p>
                  <a:pPr lvl="0" algn="ctr"/>
                  <a:r>
                    <a:rPr b="0" i="0">
                      <a:ln>
                        <a:noFill/>
                      </a:ln>
                      <a:solidFill>
                        <a:schemeClr val="lt2"/>
                      </a:solidFill>
                      <a:latin typeface="Gaegu;300"/>
                    </a:rPr>
                    <a:t>x</a:t>
                  </a:r>
                </a:p>
              </p:txBody>
            </p:sp>
            <p:sp>
              <p:nvSpPr>
                <p:cNvPr id="1306" name="Google Shape;1306;p16"/>
                <p:cNvSpPr/>
                <p:nvPr/>
              </p:nvSpPr>
              <p:spPr>
                <a:xfrm>
                  <a:off x="733775" y="385383"/>
                  <a:ext cx="155474" cy="21652"/>
                </a:xfrm>
                <a:prstGeom prst="rect">
                  <a:avLst/>
                </a:prstGeom>
              </p:spPr>
              <p:txBody>
                <a:bodyPr>
                  <a:prstTxWarp prst="textPlain">
                    <a:avLst/>
                  </a:prstTxWarp>
                </a:bodyPr>
                <a:lstStyle/>
                <a:p>
                  <a:pPr lvl="0" algn="ctr"/>
                  <a:r>
                    <a:rPr b="0" i="0">
                      <a:ln>
                        <a:noFill/>
                      </a:ln>
                      <a:solidFill>
                        <a:schemeClr val="lt2"/>
                      </a:solidFill>
                      <a:latin typeface="Gaegu;300"/>
                    </a:rPr>
                    <a:t>-</a:t>
                  </a:r>
                </a:p>
              </p:txBody>
            </p:sp>
            <p:grpSp>
              <p:nvGrpSpPr>
                <p:cNvPr id="1307" name="Google Shape;1307;p16"/>
                <p:cNvGrpSpPr/>
                <p:nvPr/>
              </p:nvGrpSpPr>
              <p:grpSpPr>
                <a:xfrm>
                  <a:off x="1015525" y="313175"/>
                  <a:ext cx="184510" cy="164017"/>
                  <a:chOff x="7228702" y="774508"/>
                  <a:chExt cx="285046" cy="253347"/>
                </a:xfrm>
              </p:grpSpPr>
              <p:grpSp>
                <p:nvGrpSpPr>
                  <p:cNvPr id="1308" name="Google Shape;1308;p16"/>
                  <p:cNvGrpSpPr/>
                  <p:nvPr/>
                </p:nvGrpSpPr>
                <p:grpSpPr>
                  <a:xfrm>
                    <a:off x="7313001" y="774508"/>
                    <a:ext cx="200747" cy="228523"/>
                    <a:chOff x="7313001" y="774508"/>
                    <a:chExt cx="200747" cy="228523"/>
                  </a:xfrm>
                </p:grpSpPr>
                <p:sp>
                  <p:nvSpPr>
                    <p:cNvPr id="1309" name="Google Shape;1309;p16"/>
                    <p:cNvSpPr/>
                    <p:nvPr/>
                  </p:nvSpPr>
                  <p:spPr>
                    <a:xfrm>
                      <a:off x="7315737" y="774508"/>
                      <a:ext cx="198011" cy="22852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60" h="9811" extrusionOk="0">
                          <a:moveTo>
                            <a:pt x="0" y="0"/>
                          </a:moveTo>
                          <a:lnTo>
                            <a:pt x="9360" y="0"/>
                          </a:lnTo>
                          <a:lnTo>
                            <a:pt x="9135" y="9811"/>
                          </a:lnTo>
                          <a:lnTo>
                            <a:pt x="57" y="9699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310" name="Google Shape;1310;p16"/>
                    <p:cNvSpPr/>
                    <p:nvPr/>
                  </p:nvSpPr>
                  <p:spPr>
                    <a:xfrm>
                      <a:off x="7313001" y="778289"/>
                      <a:ext cx="200743" cy="21721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30" h="32566" extrusionOk="0">
                          <a:moveTo>
                            <a:pt x="30399" y="659"/>
                          </a:moveTo>
                          <a:cubicBezTo>
                            <a:pt x="35696" y="659"/>
                            <a:pt x="40992" y="748"/>
                            <a:pt x="46287" y="1032"/>
                          </a:cubicBezTo>
                          <a:cubicBezTo>
                            <a:pt x="46271" y="11283"/>
                            <a:pt x="46004" y="21534"/>
                            <a:pt x="46114" y="31801"/>
                          </a:cubicBezTo>
                          <a:cubicBezTo>
                            <a:pt x="40818" y="31890"/>
                            <a:pt x="35523" y="31916"/>
                            <a:pt x="30230" y="31916"/>
                          </a:cubicBezTo>
                          <a:cubicBezTo>
                            <a:pt x="22733" y="31916"/>
                            <a:pt x="15238" y="31864"/>
                            <a:pt x="7744" y="31864"/>
                          </a:cubicBezTo>
                          <a:cubicBezTo>
                            <a:pt x="5560" y="31864"/>
                            <a:pt x="3376" y="31868"/>
                            <a:pt x="1192" y="31879"/>
                          </a:cubicBezTo>
                          <a:cubicBezTo>
                            <a:pt x="925" y="21566"/>
                            <a:pt x="706" y="11252"/>
                            <a:pt x="659" y="923"/>
                          </a:cubicBezTo>
                          <a:lnTo>
                            <a:pt x="659" y="923"/>
                          </a:lnTo>
                          <a:cubicBezTo>
                            <a:pt x="1402" y="926"/>
                            <a:pt x="2145" y="928"/>
                            <a:pt x="2887" y="928"/>
                          </a:cubicBezTo>
                          <a:cubicBezTo>
                            <a:pt x="12055" y="928"/>
                            <a:pt x="21228" y="659"/>
                            <a:pt x="30399" y="659"/>
                          </a:cubicBezTo>
                          <a:close/>
                          <a:moveTo>
                            <a:pt x="30451" y="1"/>
                          </a:moveTo>
                          <a:cubicBezTo>
                            <a:pt x="21100" y="1"/>
                            <a:pt x="11743" y="284"/>
                            <a:pt x="2391" y="284"/>
                          </a:cubicBezTo>
                          <a:cubicBezTo>
                            <a:pt x="1792" y="284"/>
                            <a:pt x="1194" y="282"/>
                            <a:pt x="596" y="280"/>
                          </a:cubicBezTo>
                          <a:cubicBezTo>
                            <a:pt x="535" y="195"/>
                            <a:pt x="431" y="152"/>
                            <a:pt x="327" y="152"/>
                          </a:cubicBezTo>
                          <a:cubicBezTo>
                            <a:pt x="164" y="152"/>
                            <a:pt x="0" y="257"/>
                            <a:pt x="0" y="468"/>
                          </a:cubicBezTo>
                          <a:cubicBezTo>
                            <a:pt x="47" y="10986"/>
                            <a:pt x="267" y="21487"/>
                            <a:pt x="533" y="31989"/>
                          </a:cubicBezTo>
                          <a:cubicBezTo>
                            <a:pt x="533" y="32005"/>
                            <a:pt x="533" y="32020"/>
                            <a:pt x="549" y="32020"/>
                          </a:cubicBezTo>
                          <a:cubicBezTo>
                            <a:pt x="424" y="32224"/>
                            <a:pt x="518" y="32538"/>
                            <a:pt x="800" y="32538"/>
                          </a:cubicBezTo>
                          <a:cubicBezTo>
                            <a:pt x="3274" y="32522"/>
                            <a:pt x="5749" y="32517"/>
                            <a:pt x="8223" y="32517"/>
                          </a:cubicBezTo>
                          <a:cubicBezTo>
                            <a:pt x="15481" y="32517"/>
                            <a:pt x="22739" y="32566"/>
                            <a:pt x="29996" y="32566"/>
                          </a:cubicBezTo>
                          <a:cubicBezTo>
                            <a:pt x="35390" y="32566"/>
                            <a:pt x="40783" y="32539"/>
                            <a:pt x="46177" y="32444"/>
                          </a:cubicBezTo>
                          <a:cubicBezTo>
                            <a:pt x="46365" y="32444"/>
                            <a:pt x="46459" y="32318"/>
                            <a:pt x="46490" y="32162"/>
                          </a:cubicBezTo>
                          <a:cubicBezTo>
                            <a:pt x="46631" y="32146"/>
                            <a:pt x="46773" y="32052"/>
                            <a:pt x="46757" y="31848"/>
                          </a:cubicBezTo>
                          <a:cubicBezTo>
                            <a:pt x="46663" y="21409"/>
                            <a:pt x="46929" y="10954"/>
                            <a:pt x="46929" y="515"/>
                          </a:cubicBezTo>
                          <a:cubicBezTo>
                            <a:pt x="46929" y="300"/>
                            <a:pt x="46765" y="193"/>
                            <a:pt x="46602" y="193"/>
                          </a:cubicBezTo>
                          <a:cubicBezTo>
                            <a:pt x="46479" y="193"/>
                            <a:pt x="46356" y="253"/>
                            <a:pt x="46302" y="374"/>
                          </a:cubicBezTo>
                          <a:cubicBezTo>
                            <a:pt x="41022" y="91"/>
                            <a:pt x="35737" y="1"/>
                            <a:pt x="30451" y="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grpSp>
                <p:nvGrpSpPr>
                  <p:cNvPr id="1311" name="Google Shape;1311;p16"/>
                  <p:cNvGrpSpPr/>
                  <p:nvPr/>
                </p:nvGrpSpPr>
                <p:grpSpPr>
                  <a:xfrm>
                    <a:off x="7228702" y="809455"/>
                    <a:ext cx="200757" cy="218400"/>
                    <a:chOff x="7269477" y="781280"/>
                    <a:chExt cx="200757" cy="218400"/>
                  </a:xfrm>
                </p:grpSpPr>
                <p:sp>
                  <p:nvSpPr>
                    <p:cNvPr id="1312" name="Google Shape;1312;p16"/>
                    <p:cNvSpPr/>
                    <p:nvPr/>
                  </p:nvSpPr>
                  <p:spPr>
                    <a:xfrm>
                      <a:off x="7269477" y="781280"/>
                      <a:ext cx="200749" cy="21721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360" h="9811" extrusionOk="0">
                          <a:moveTo>
                            <a:pt x="0" y="0"/>
                          </a:moveTo>
                          <a:lnTo>
                            <a:pt x="9360" y="0"/>
                          </a:lnTo>
                          <a:lnTo>
                            <a:pt x="9135" y="9811"/>
                          </a:lnTo>
                          <a:lnTo>
                            <a:pt x="57" y="9699"/>
                          </a:ln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/>
                    <a:lstStyle/>
                    <a:p>
                      <a:endParaRPr lang="fr-FR"/>
                    </a:p>
                  </p:txBody>
                </p:sp>
                <p:sp>
                  <p:nvSpPr>
                    <p:cNvPr id="1313" name="Google Shape;1313;p16"/>
                    <p:cNvSpPr/>
                    <p:nvPr/>
                  </p:nvSpPr>
                  <p:spPr>
                    <a:xfrm>
                      <a:off x="7269491" y="782465"/>
                      <a:ext cx="200743" cy="217215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46930" h="32566" extrusionOk="0">
                          <a:moveTo>
                            <a:pt x="30399" y="659"/>
                          </a:moveTo>
                          <a:cubicBezTo>
                            <a:pt x="35696" y="659"/>
                            <a:pt x="40992" y="748"/>
                            <a:pt x="46287" y="1032"/>
                          </a:cubicBezTo>
                          <a:cubicBezTo>
                            <a:pt x="46271" y="11283"/>
                            <a:pt x="46004" y="21534"/>
                            <a:pt x="46114" y="31801"/>
                          </a:cubicBezTo>
                          <a:cubicBezTo>
                            <a:pt x="40818" y="31890"/>
                            <a:pt x="35523" y="31916"/>
                            <a:pt x="30230" y="31916"/>
                          </a:cubicBezTo>
                          <a:cubicBezTo>
                            <a:pt x="22733" y="31916"/>
                            <a:pt x="15238" y="31864"/>
                            <a:pt x="7744" y="31864"/>
                          </a:cubicBezTo>
                          <a:cubicBezTo>
                            <a:pt x="5560" y="31864"/>
                            <a:pt x="3376" y="31868"/>
                            <a:pt x="1192" y="31879"/>
                          </a:cubicBezTo>
                          <a:cubicBezTo>
                            <a:pt x="925" y="21566"/>
                            <a:pt x="706" y="11252"/>
                            <a:pt x="659" y="923"/>
                          </a:cubicBezTo>
                          <a:lnTo>
                            <a:pt x="659" y="923"/>
                          </a:lnTo>
                          <a:cubicBezTo>
                            <a:pt x="1402" y="926"/>
                            <a:pt x="2145" y="928"/>
                            <a:pt x="2887" y="928"/>
                          </a:cubicBezTo>
                          <a:cubicBezTo>
                            <a:pt x="12055" y="928"/>
                            <a:pt x="21228" y="659"/>
                            <a:pt x="30399" y="659"/>
                          </a:cubicBezTo>
                          <a:close/>
                          <a:moveTo>
                            <a:pt x="30451" y="1"/>
                          </a:moveTo>
                          <a:cubicBezTo>
                            <a:pt x="21100" y="1"/>
                            <a:pt x="11743" y="284"/>
                            <a:pt x="2391" y="284"/>
                          </a:cubicBezTo>
                          <a:cubicBezTo>
                            <a:pt x="1792" y="284"/>
                            <a:pt x="1194" y="282"/>
                            <a:pt x="596" y="280"/>
                          </a:cubicBezTo>
                          <a:cubicBezTo>
                            <a:pt x="535" y="195"/>
                            <a:pt x="431" y="152"/>
                            <a:pt x="327" y="152"/>
                          </a:cubicBezTo>
                          <a:cubicBezTo>
                            <a:pt x="164" y="152"/>
                            <a:pt x="0" y="257"/>
                            <a:pt x="0" y="468"/>
                          </a:cubicBezTo>
                          <a:cubicBezTo>
                            <a:pt x="47" y="10986"/>
                            <a:pt x="267" y="21487"/>
                            <a:pt x="533" y="31989"/>
                          </a:cubicBezTo>
                          <a:cubicBezTo>
                            <a:pt x="533" y="32005"/>
                            <a:pt x="533" y="32020"/>
                            <a:pt x="549" y="32020"/>
                          </a:cubicBezTo>
                          <a:cubicBezTo>
                            <a:pt x="424" y="32224"/>
                            <a:pt x="518" y="32538"/>
                            <a:pt x="800" y="32538"/>
                          </a:cubicBezTo>
                          <a:cubicBezTo>
                            <a:pt x="3274" y="32522"/>
                            <a:pt x="5749" y="32517"/>
                            <a:pt x="8223" y="32517"/>
                          </a:cubicBezTo>
                          <a:cubicBezTo>
                            <a:pt x="15481" y="32517"/>
                            <a:pt x="22739" y="32566"/>
                            <a:pt x="29996" y="32566"/>
                          </a:cubicBezTo>
                          <a:cubicBezTo>
                            <a:pt x="35390" y="32566"/>
                            <a:pt x="40783" y="32539"/>
                            <a:pt x="46177" y="32444"/>
                          </a:cubicBezTo>
                          <a:cubicBezTo>
                            <a:pt x="46365" y="32444"/>
                            <a:pt x="46459" y="32318"/>
                            <a:pt x="46490" y="32162"/>
                          </a:cubicBezTo>
                          <a:cubicBezTo>
                            <a:pt x="46631" y="32146"/>
                            <a:pt x="46773" y="32052"/>
                            <a:pt x="46757" y="31848"/>
                          </a:cubicBezTo>
                          <a:cubicBezTo>
                            <a:pt x="46663" y="21409"/>
                            <a:pt x="46929" y="10954"/>
                            <a:pt x="46929" y="515"/>
                          </a:cubicBezTo>
                          <a:cubicBezTo>
                            <a:pt x="46929" y="300"/>
                            <a:pt x="46765" y="193"/>
                            <a:pt x="46602" y="193"/>
                          </a:cubicBezTo>
                          <a:cubicBezTo>
                            <a:pt x="46479" y="193"/>
                            <a:pt x="46356" y="253"/>
                            <a:pt x="46302" y="374"/>
                          </a:cubicBezTo>
                          <a:cubicBezTo>
                            <a:pt x="41022" y="91"/>
                            <a:pt x="35737" y="1"/>
                            <a:pt x="30451" y="1"/>
                          </a:cubicBezTo>
                          <a:close/>
                        </a:path>
                      </a:pathLst>
                    </a:custGeom>
                    <a:solidFill>
                      <a:schemeClr val="lt2"/>
                    </a:solidFill>
                    <a:ln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</p:grpSp>
          </p:grpSp>
          <p:grpSp>
            <p:nvGrpSpPr>
              <p:cNvPr id="1314" name="Google Shape;1314;p16"/>
              <p:cNvGrpSpPr/>
              <p:nvPr/>
            </p:nvGrpSpPr>
            <p:grpSpPr>
              <a:xfrm>
                <a:off x="1145239" y="777487"/>
                <a:ext cx="800559" cy="204209"/>
                <a:chOff x="747420" y="664537"/>
                <a:chExt cx="800559" cy="204209"/>
              </a:xfrm>
            </p:grpSpPr>
            <p:grpSp>
              <p:nvGrpSpPr>
                <p:cNvPr id="1315" name="Google Shape;1315;p16"/>
                <p:cNvGrpSpPr/>
                <p:nvPr/>
              </p:nvGrpSpPr>
              <p:grpSpPr>
                <a:xfrm>
                  <a:off x="1339984" y="664537"/>
                  <a:ext cx="207995" cy="204209"/>
                  <a:chOff x="1541700" y="658850"/>
                  <a:chExt cx="253838" cy="249218"/>
                </a:xfrm>
              </p:grpSpPr>
              <p:sp>
                <p:nvSpPr>
                  <p:cNvPr id="1316" name="Google Shape;1316;p16"/>
                  <p:cNvSpPr/>
                  <p:nvPr/>
                </p:nvSpPr>
                <p:spPr>
                  <a:xfrm>
                    <a:off x="1541700" y="658850"/>
                    <a:ext cx="253838" cy="2492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427" h="16128" extrusionOk="0">
                        <a:moveTo>
                          <a:pt x="6489" y="697"/>
                        </a:moveTo>
                        <a:cubicBezTo>
                          <a:pt x="6850" y="1277"/>
                          <a:pt x="7179" y="1857"/>
                          <a:pt x="7524" y="2437"/>
                        </a:cubicBezTo>
                        <a:cubicBezTo>
                          <a:pt x="7595" y="2553"/>
                          <a:pt x="7692" y="2598"/>
                          <a:pt x="7788" y="2598"/>
                        </a:cubicBezTo>
                        <a:cubicBezTo>
                          <a:pt x="7861" y="2598"/>
                          <a:pt x="7933" y="2572"/>
                          <a:pt x="7994" y="2531"/>
                        </a:cubicBezTo>
                        <a:lnTo>
                          <a:pt x="8088" y="2531"/>
                        </a:lnTo>
                        <a:cubicBezTo>
                          <a:pt x="8274" y="2499"/>
                          <a:pt x="8456" y="2485"/>
                          <a:pt x="8637" y="2485"/>
                        </a:cubicBezTo>
                        <a:cubicBezTo>
                          <a:pt x="9083" y="2485"/>
                          <a:pt x="9518" y="2574"/>
                          <a:pt x="9953" y="2719"/>
                        </a:cubicBezTo>
                        <a:cubicBezTo>
                          <a:pt x="9987" y="2730"/>
                          <a:pt x="10020" y="2741"/>
                          <a:pt x="10053" y="2741"/>
                        </a:cubicBezTo>
                        <a:cubicBezTo>
                          <a:pt x="10067" y="2741"/>
                          <a:pt x="10081" y="2739"/>
                          <a:pt x="10094" y="2735"/>
                        </a:cubicBezTo>
                        <a:cubicBezTo>
                          <a:pt x="10116" y="2738"/>
                          <a:pt x="10137" y="2740"/>
                          <a:pt x="10158" y="2740"/>
                        </a:cubicBezTo>
                        <a:cubicBezTo>
                          <a:pt x="10230" y="2740"/>
                          <a:pt x="10300" y="2717"/>
                          <a:pt x="10361" y="2656"/>
                        </a:cubicBezTo>
                        <a:cubicBezTo>
                          <a:pt x="10847" y="2186"/>
                          <a:pt x="11348" y="1747"/>
                          <a:pt x="11881" y="1340"/>
                        </a:cubicBezTo>
                        <a:cubicBezTo>
                          <a:pt x="12054" y="1434"/>
                          <a:pt x="12242" y="1528"/>
                          <a:pt x="12414" y="1638"/>
                        </a:cubicBezTo>
                        <a:cubicBezTo>
                          <a:pt x="12242" y="2249"/>
                          <a:pt x="12069" y="2845"/>
                          <a:pt x="11897" y="3456"/>
                        </a:cubicBezTo>
                        <a:cubicBezTo>
                          <a:pt x="11756" y="3581"/>
                          <a:pt x="11725" y="3848"/>
                          <a:pt x="11928" y="3973"/>
                        </a:cubicBezTo>
                        <a:cubicBezTo>
                          <a:pt x="12477" y="4334"/>
                          <a:pt x="12869" y="4820"/>
                          <a:pt x="13167" y="5399"/>
                        </a:cubicBezTo>
                        <a:cubicBezTo>
                          <a:pt x="13198" y="5431"/>
                          <a:pt x="13214" y="5462"/>
                          <a:pt x="13245" y="5494"/>
                        </a:cubicBezTo>
                        <a:cubicBezTo>
                          <a:pt x="13292" y="5572"/>
                          <a:pt x="13386" y="5635"/>
                          <a:pt x="13511" y="5635"/>
                        </a:cubicBezTo>
                        <a:cubicBezTo>
                          <a:pt x="14185" y="5635"/>
                          <a:pt x="14859" y="5650"/>
                          <a:pt x="15518" y="5697"/>
                        </a:cubicBezTo>
                        <a:cubicBezTo>
                          <a:pt x="15596" y="5901"/>
                          <a:pt x="15659" y="6089"/>
                          <a:pt x="15706" y="6293"/>
                        </a:cubicBezTo>
                        <a:cubicBezTo>
                          <a:pt x="15126" y="6653"/>
                          <a:pt x="14546" y="6983"/>
                          <a:pt x="13966" y="7343"/>
                        </a:cubicBezTo>
                        <a:cubicBezTo>
                          <a:pt x="13935" y="7359"/>
                          <a:pt x="13903" y="7374"/>
                          <a:pt x="13888" y="7406"/>
                        </a:cubicBezTo>
                        <a:cubicBezTo>
                          <a:pt x="13778" y="7469"/>
                          <a:pt x="13700" y="7594"/>
                          <a:pt x="13731" y="7766"/>
                        </a:cubicBezTo>
                        <a:cubicBezTo>
                          <a:pt x="13888" y="8393"/>
                          <a:pt x="13856" y="9005"/>
                          <a:pt x="13684" y="9632"/>
                        </a:cubicBezTo>
                        <a:cubicBezTo>
                          <a:pt x="13684" y="9663"/>
                          <a:pt x="13684" y="9694"/>
                          <a:pt x="13684" y="9726"/>
                        </a:cubicBezTo>
                        <a:cubicBezTo>
                          <a:pt x="13653" y="9835"/>
                          <a:pt x="13668" y="9945"/>
                          <a:pt x="13762" y="10039"/>
                        </a:cubicBezTo>
                        <a:cubicBezTo>
                          <a:pt x="14264" y="10494"/>
                          <a:pt x="14750" y="10980"/>
                          <a:pt x="15220" y="11465"/>
                        </a:cubicBezTo>
                        <a:cubicBezTo>
                          <a:pt x="15126" y="11669"/>
                          <a:pt x="15048" y="11842"/>
                          <a:pt x="14938" y="12030"/>
                        </a:cubicBezTo>
                        <a:cubicBezTo>
                          <a:pt x="14280" y="11904"/>
                          <a:pt x="13637" y="11748"/>
                          <a:pt x="12979" y="11622"/>
                        </a:cubicBezTo>
                        <a:cubicBezTo>
                          <a:pt x="12947" y="11614"/>
                          <a:pt x="12916" y="11610"/>
                          <a:pt x="12886" y="11610"/>
                        </a:cubicBezTo>
                        <a:cubicBezTo>
                          <a:pt x="12857" y="11610"/>
                          <a:pt x="12830" y="11614"/>
                          <a:pt x="12806" y="11622"/>
                        </a:cubicBezTo>
                        <a:cubicBezTo>
                          <a:pt x="12777" y="11615"/>
                          <a:pt x="12748" y="11611"/>
                          <a:pt x="12718" y="11611"/>
                        </a:cubicBezTo>
                        <a:cubicBezTo>
                          <a:pt x="12618" y="11611"/>
                          <a:pt x="12518" y="11655"/>
                          <a:pt x="12446" y="11763"/>
                        </a:cubicBezTo>
                        <a:cubicBezTo>
                          <a:pt x="12069" y="12281"/>
                          <a:pt x="11552" y="12672"/>
                          <a:pt x="10972" y="12939"/>
                        </a:cubicBezTo>
                        <a:cubicBezTo>
                          <a:pt x="10925" y="12970"/>
                          <a:pt x="10878" y="13002"/>
                          <a:pt x="10863" y="13033"/>
                        </a:cubicBezTo>
                        <a:cubicBezTo>
                          <a:pt x="10784" y="13080"/>
                          <a:pt x="10737" y="13158"/>
                          <a:pt x="10737" y="13268"/>
                        </a:cubicBezTo>
                        <a:cubicBezTo>
                          <a:pt x="10706" y="13942"/>
                          <a:pt x="10674" y="14616"/>
                          <a:pt x="10596" y="15274"/>
                        </a:cubicBezTo>
                        <a:cubicBezTo>
                          <a:pt x="10392" y="15337"/>
                          <a:pt x="10189" y="15384"/>
                          <a:pt x="9985" y="15431"/>
                        </a:cubicBezTo>
                        <a:cubicBezTo>
                          <a:pt x="9687" y="14882"/>
                          <a:pt x="9389" y="14334"/>
                          <a:pt x="9091" y="13785"/>
                        </a:cubicBezTo>
                        <a:cubicBezTo>
                          <a:pt x="9091" y="13616"/>
                          <a:pt x="8951" y="13434"/>
                          <a:pt x="8752" y="13434"/>
                        </a:cubicBezTo>
                        <a:cubicBezTo>
                          <a:pt x="8730" y="13434"/>
                          <a:pt x="8707" y="13436"/>
                          <a:pt x="8684" y="13440"/>
                        </a:cubicBezTo>
                        <a:cubicBezTo>
                          <a:pt x="8460" y="13484"/>
                          <a:pt x="8240" y="13505"/>
                          <a:pt x="8021" y="13505"/>
                        </a:cubicBezTo>
                        <a:cubicBezTo>
                          <a:pt x="7613" y="13505"/>
                          <a:pt x="7211" y="13432"/>
                          <a:pt x="6803" y="13299"/>
                        </a:cubicBezTo>
                        <a:cubicBezTo>
                          <a:pt x="6772" y="13284"/>
                          <a:pt x="6724" y="13284"/>
                          <a:pt x="6693" y="13284"/>
                        </a:cubicBezTo>
                        <a:cubicBezTo>
                          <a:pt x="6673" y="13280"/>
                          <a:pt x="6652" y="13278"/>
                          <a:pt x="6631" y="13278"/>
                        </a:cubicBezTo>
                        <a:cubicBezTo>
                          <a:pt x="6553" y="13278"/>
                          <a:pt x="6472" y="13304"/>
                          <a:pt x="6411" y="13378"/>
                        </a:cubicBezTo>
                        <a:cubicBezTo>
                          <a:pt x="5925" y="13848"/>
                          <a:pt x="5439" y="14303"/>
                          <a:pt x="4922" y="14741"/>
                        </a:cubicBezTo>
                        <a:cubicBezTo>
                          <a:pt x="4734" y="14663"/>
                          <a:pt x="4546" y="14553"/>
                          <a:pt x="4373" y="14444"/>
                        </a:cubicBezTo>
                        <a:cubicBezTo>
                          <a:pt x="4530" y="13801"/>
                          <a:pt x="4718" y="13143"/>
                          <a:pt x="4875" y="12500"/>
                        </a:cubicBezTo>
                        <a:cubicBezTo>
                          <a:pt x="4922" y="12312"/>
                          <a:pt x="4828" y="12186"/>
                          <a:pt x="4702" y="12124"/>
                        </a:cubicBezTo>
                        <a:cubicBezTo>
                          <a:pt x="4687" y="12092"/>
                          <a:pt x="4655" y="12077"/>
                          <a:pt x="4624" y="12061"/>
                        </a:cubicBezTo>
                        <a:cubicBezTo>
                          <a:pt x="4060" y="11716"/>
                          <a:pt x="3637" y="11262"/>
                          <a:pt x="3323" y="10697"/>
                        </a:cubicBezTo>
                        <a:cubicBezTo>
                          <a:pt x="3307" y="10666"/>
                          <a:pt x="3276" y="10635"/>
                          <a:pt x="3260" y="10619"/>
                        </a:cubicBezTo>
                        <a:cubicBezTo>
                          <a:pt x="3213" y="10525"/>
                          <a:pt x="3119" y="10462"/>
                          <a:pt x="2978" y="10462"/>
                        </a:cubicBezTo>
                        <a:cubicBezTo>
                          <a:pt x="2562" y="10482"/>
                          <a:pt x="2145" y="10495"/>
                          <a:pt x="1725" y="10495"/>
                        </a:cubicBezTo>
                        <a:cubicBezTo>
                          <a:pt x="1465" y="10495"/>
                          <a:pt x="1204" y="10490"/>
                          <a:pt x="941" y="10478"/>
                        </a:cubicBezTo>
                        <a:cubicBezTo>
                          <a:pt x="862" y="10290"/>
                          <a:pt x="800" y="10086"/>
                          <a:pt x="737" y="9898"/>
                        </a:cubicBezTo>
                        <a:cubicBezTo>
                          <a:pt x="1301" y="9522"/>
                          <a:pt x="1865" y="9161"/>
                          <a:pt x="2430" y="8785"/>
                        </a:cubicBezTo>
                        <a:cubicBezTo>
                          <a:pt x="2477" y="8754"/>
                          <a:pt x="2524" y="8707"/>
                          <a:pt x="2539" y="8660"/>
                        </a:cubicBezTo>
                        <a:cubicBezTo>
                          <a:pt x="2649" y="8581"/>
                          <a:pt x="2728" y="8456"/>
                          <a:pt x="2696" y="8299"/>
                        </a:cubicBezTo>
                        <a:cubicBezTo>
                          <a:pt x="2602" y="7672"/>
                          <a:pt x="2681" y="7045"/>
                          <a:pt x="2900" y="6450"/>
                        </a:cubicBezTo>
                        <a:cubicBezTo>
                          <a:pt x="2916" y="6387"/>
                          <a:pt x="2931" y="6340"/>
                          <a:pt x="2916" y="6293"/>
                        </a:cubicBezTo>
                        <a:cubicBezTo>
                          <a:pt x="2931" y="6215"/>
                          <a:pt x="2916" y="6121"/>
                          <a:pt x="2837" y="6042"/>
                        </a:cubicBezTo>
                        <a:cubicBezTo>
                          <a:pt x="2383" y="5541"/>
                          <a:pt x="1944" y="5039"/>
                          <a:pt x="1521" y="4522"/>
                        </a:cubicBezTo>
                        <a:cubicBezTo>
                          <a:pt x="1615" y="4334"/>
                          <a:pt x="1724" y="4161"/>
                          <a:pt x="1834" y="3973"/>
                        </a:cubicBezTo>
                        <a:cubicBezTo>
                          <a:pt x="2430" y="4146"/>
                          <a:pt x="3025" y="4334"/>
                          <a:pt x="3637" y="4506"/>
                        </a:cubicBezTo>
                        <a:cubicBezTo>
                          <a:pt x="3698" y="4575"/>
                          <a:pt x="3793" y="4618"/>
                          <a:pt x="3891" y="4618"/>
                        </a:cubicBezTo>
                        <a:cubicBezTo>
                          <a:pt x="3993" y="4618"/>
                          <a:pt x="4097" y="4571"/>
                          <a:pt x="4170" y="4459"/>
                        </a:cubicBezTo>
                        <a:cubicBezTo>
                          <a:pt x="4514" y="3926"/>
                          <a:pt x="5016" y="3534"/>
                          <a:pt x="5580" y="3236"/>
                        </a:cubicBezTo>
                        <a:cubicBezTo>
                          <a:pt x="5627" y="3205"/>
                          <a:pt x="5659" y="3189"/>
                          <a:pt x="5690" y="3158"/>
                        </a:cubicBezTo>
                        <a:cubicBezTo>
                          <a:pt x="5768" y="3111"/>
                          <a:pt x="5815" y="3017"/>
                          <a:pt x="5815" y="2892"/>
                        </a:cubicBezTo>
                        <a:cubicBezTo>
                          <a:pt x="5815" y="2218"/>
                          <a:pt x="5847" y="1559"/>
                          <a:pt x="5894" y="885"/>
                        </a:cubicBezTo>
                        <a:cubicBezTo>
                          <a:pt x="6098" y="807"/>
                          <a:pt x="6286" y="744"/>
                          <a:pt x="6489" y="697"/>
                        </a:cubicBezTo>
                        <a:close/>
                        <a:moveTo>
                          <a:pt x="6651" y="1"/>
                        </a:moveTo>
                        <a:cubicBezTo>
                          <a:pt x="6629" y="1"/>
                          <a:pt x="6607" y="3"/>
                          <a:pt x="6583" y="8"/>
                        </a:cubicBezTo>
                        <a:cubicBezTo>
                          <a:pt x="6223" y="86"/>
                          <a:pt x="5862" y="180"/>
                          <a:pt x="5518" y="321"/>
                        </a:cubicBezTo>
                        <a:cubicBezTo>
                          <a:pt x="5424" y="368"/>
                          <a:pt x="5345" y="431"/>
                          <a:pt x="5298" y="525"/>
                        </a:cubicBezTo>
                        <a:cubicBezTo>
                          <a:pt x="5298" y="525"/>
                          <a:pt x="5298" y="540"/>
                          <a:pt x="5298" y="540"/>
                        </a:cubicBezTo>
                        <a:cubicBezTo>
                          <a:pt x="5282" y="572"/>
                          <a:pt x="5267" y="619"/>
                          <a:pt x="5267" y="666"/>
                        </a:cubicBezTo>
                        <a:cubicBezTo>
                          <a:pt x="5204" y="1356"/>
                          <a:pt x="5173" y="2030"/>
                          <a:pt x="5173" y="2719"/>
                        </a:cubicBezTo>
                        <a:cubicBezTo>
                          <a:pt x="4640" y="3017"/>
                          <a:pt x="4170" y="3393"/>
                          <a:pt x="3809" y="3879"/>
                        </a:cubicBezTo>
                        <a:cubicBezTo>
                          <a:pt x="3166" y="3691"/>
                          <a:pt x="2524" y="3487"/>
                          <a:pt x="1881" y="3315"/>
                        </a:cubicBezTo>
                        <a:cubicBezTo>
                          <a:pt x="1881" y="3315"/>
                          <a:pt x="1865" y="3299"/>
                          <a:pt x="1865" y="3299"/>
                        </a:cubicBezTo>
                        <a:cubicBezTo>
                          <a:pt x="1813" y="3271"/>
                          <a:pt x="1761" y="3258"/>
                          <a:pt x="1711" y="3258"/>
                        </a:cubicBezTo>
                        <a:cubicBezTo>
                          <a:pt x="1595" y="3258"/>
                          <a:pt x="1488" y="3326"/>
                          <a:pt x="1411" y="3425"/>
                        </a:cubicBezTo>
                        <a:cubicBezTo>
                          <a:pt x="1207" y="3722"/>
                          <a:pt x="1019" y="4036"/>
                          <a:pt x="862" y="4381"/>
                        </a:cubicBezTo>
                        <a:cubicBezTo>
                          <a:pt x="815" y="4475"/>
                          <a:pt x="815" y="4569"/>
                          <a:pt x="847" y="4663"/>
                        </a:cubicBezTo>
                        <a:cubicBezTo>
                          <a:pt x="862" y="4710"/>
                          <a:pt x="878" y="4757"/>
                          <a:pt x="909" y="4804"/>
                        </a:cubicBezTo>
                        <a:cubicBezTo>
                          <a:pt x="1333" y="5337"/>
                          <a:pt x="1787" y="5854"/>
                          <a:pt x="2242" y="6356"/>
                        </a:cubicBezTo>
                        <a:cubicBezTo>
                          <a:pt x="2038" y="6983"/>
                          <a:pt x="1959" y="7610"/>
                          <a:pt x="2038" y="8252"/>
                        </a:cubicBezTo>
                        <a:cubicBezTo>
                          <a:pt x="1442" y="8660"/>
                          <a:pt x="831" y="9052"/>
                          <a:pt x="235" y="9443"/>
                        </a:cubicBezTo>
                        <a:cubicBezTo>
                          <a:pt x="94" y="9506"/>
                          <a:pt x="0" y="9647"/>
                          <a:pt x="47" y="9820"/>
                        </a:cubicBezTo>
                        <a:cubicBezTo>
                          <a:pt x="141" y="10212"/>
                          <a:pt x="267" y="10588"/>
                          <a:pt x="439" y="10948"/>
                        </a:cubicBezTo>
                        <a:cubicBezTo>
                          <a:pt x="470" y="11011"/>
                          <a:pt x="517" y="11058"/>
                          <a:pt x="596" y="11089"/>
                        </a:cubicBezTo>
                        <a:cubicBezTo>
                          <a:pt x="643" y="11105"/>
                          <a:pt x="690" y="11121"/>
                          <a:pt x="753" y="11121"/>
                        </a:cubicBezTo>
                        <a:cubicBezTo>
                          <a:pt x="1097" y="11136"/>
                          <a:pt x="1442" y="11144"/>
                          <a:pt x="1787" y="11144"/>
                        </a:cubicBezTo>
                        <a:cubicBezTo>
                          <a:pt x="2132" y="11144"/>
                          <a:pt x="2477" y="11136"/>
                          <a:pt x="2822" y="11121"/>
                        </a:cubicBezTo>
                        <a:cubicBezTo>
                          <a:pt x="3166" y="11701"/>
                          <a:pt x="3621" y="12186"/>
                          <a:pt x="4185" y="12547"/>
                        </a:cubicBezTo>
                        <a:cubicBezTo>
                          <a:pt x="4028" y="13190"/>
                          <a:pt x="3840" y="13832"/>
                          <a:pt x="3684" y="14491"/>
                        </a:cubicBezTo>
                        <a:cubicBezTo>
                          <a:pt x="3684" y="14491"/>
                          <a:pt x="3684" y="14491"/>
                          <a:pt x="3684" y="14506"/>
                        </a:cubicBezTo>
                        <a:cubicBezTo>
                          <a:pt x="3652" y="14632"/>
                          <a:pt x="3684" y="14773"/>
                          <a:pt x="3825" y="14882"/>
                        </a:cubicBezTo>
                        <a:cubicBezTo>
                          <a:pt x="4123" y="15086"/>
                          <a:pt x="4452" y="15259"/>
                          <a:pt x="4797" y="15400"/>
                        </a:cubicBezTo>
                        <a:cubicBezTo>
                          <a:pt x="4840" y="15426"/>
                          <a:pt x="4892" y="15437"/>
                          <a:pt x="4944" y="15437"/>
                        </a:cubicBezTo>
                        <a:cubicBezTo>
                          <a:pt x="4986" y="15437"/>
                          <a:pt x="5028" y="15429"/>
                          <a:pt x="5063" y="15415"/>
                        </a:cubicBezTo>
                        <a:cubicBezTo>
                          <a:pt x="5126" y="15415"/>
                          <a:pt x="5173" y="15384"/>
                          <a:pt x="5220" y="15353"/>
                        </a:cubicBezTo>
                        <a:cubicBezTo>
                          <a:pt x="5753" y="14914"/>
                          <a:pt x="6254" y="14444"/>
                          <a:pt x="6740" y="13958"/>
                        </a:cubicBezTo>
                        <a:cubicBezTo>
                          <a:pt x="7154" y="14081"/>
                          <a:pt x="7575" y="14148"/>
                          <a:pt x="8005" y="14148"/>
                        </a:cubicBezTo>
                        <a:cubicBezTo>
                          <a:pt x="8178" y="14148"/>
                          <a:pt x="8352" y="14137"/>
                          <a:pt x="8527" y="14114"/>
                        </a:cubicBezTo>
                        <a:cubicBezTo>
                          <a:pt x="8841" y="14710"/>
                          <a:pt x="9154" y="15290"/>
                          <a:pt x="9483" y="15870"/>
                        </a:cubicBezTo>
                        <a:cubicBezTo>
                          <a:pt x="9483" y="15886"/>
                          <a:pt x="9483" y="15886"/>
                          <a:pt x="9483" y="15886"/>
                        </a:cubicBezTo>
                        <a:cubicBezTo>
                          <a:pt x="9537" y="16047"/>
                          <a:pt x="9671" y="16127"/>
                          <a:pt x="9817" y="16127"/>
                        </a:cubicBezTo>
                        <a:cubicBezTo>
                          <a:pt x="9841" y="16127"/>
                          <a:pt x="9866" y="16125"/>
                          <a:pt x="9891" y="16121"/>
                        </a:cubicBezTo>
                        <a:cubicBezTo>
                          <a:pt x="10251" y="16058"/>
                          <a:pt x="10612" y="15964"/>
                          <a:pt x="10957" y="15839"/>
                        </a:cubicBezTo>
                        <a:cubicBezTo>
                          <a:pt x="11051" y="15807"/>
                          <a:pt x="11113" y="15745"/>
                          <a:pt x="11145" y="15666"/>
                        </a:cubicBezTo>
                        <a:cubicBezTo>
                          <a:pt x="11192" y="15619"/>
                          <a:pt x="11207" y="15572"/>
                          <a:pt x="11223" y="15509"/>
                        </a:cubicBezTo>
                        <a:cubicBezTo>
                          <a:pt x="11301" y="14820"/>
                          <a:pt x="11348" y="14146"/>
                          <a:pt x="11380" y="13456"/>
                        </a:cubicBezTo>
                        <a:cubicBezTo>
                          <a:pt x="11960" y="13174"/>
                          <a:pt x="12461" y="12766"/>
                          <a:pt x="12869" y="12265"/>
                        </a:cubicBezTo>
                        <a:cubicBezTo>
                          <a:pt x="13574" y="12406"/>
                          <a:pt x="14280" y="12563"/>
                          <a:pt x="14985" y="12704"/>
                        </a:cubicBezTo>
                        <a:cubicBezTo>
                          <a:pt x="15029" y="12718"/>
                          <a:pt x="15075" y="12727"/>
                          <a:pt x="15120" y="12727"/>
                        </a:cubicBezTo>
                        <a:cubicBezTo>
                          <a:pt x="15220" y="12727"/>
                          <a:pt x="15317" y="12686"/>
                          <a:pt x="15392" y="12578"/>
                        </a:cubicBezTo>
                        <a:cubicBezTo>
                          <a:pt x="15596" y="12233"/>
                          <a:pt x="15769" y="11873"/>
                          <a:pt x="15910" y="11512"/>
                        </a:cubicBezTo>
                        <a:cubicBezTo>
                          <a:pt x="15925" y="11434"/>
                          <a:pt x="15925" y="11356"/>
                          <a:pt x="15894" y="11293"/>
                        </a:cubicBezTo>
                        <a:cubicBezTo>
                          <a:pt x="15878" y="11246"/>
                          <a:pt x="15847" y="11199"/>
                          <a:pt x="15816" y="11152"/>
                        </a:cubicBezTo>
                        <a:cubicBezTo>
                          <a:pt x="15345" y="10650"/>
                          <a:pt x="14859" y="10164"/>
                          <a:pt x="14342" y="9694"/>
                        </a:cubicBezTo>
                        <a:cubicBezTo>
                          <a:pt x="14499" y="9067"/>
                          <a:pt x="14530" y="8456"/>
                          <a:pt x="14421" y="7829"/>
                        </a:cubicBezTo>
                        <a:cubicBezTo>
                          <a:pt x="15016" y="7469"/>
                          <a:pt x="15627" y="7124"/>
                          <a:pt x="16223" y="6747"/>
                        </a:cubicBezTo>
                        <a:lnTo>
                          <a:pt x="16239" y="6747"/>
                        </a:lnTo>
                        <a:cubicBezTo>
                          <a:pt x="16349" y="6669"/>
                          <a:pt x="16427" y="6544"/>
                          <a:pt x="16396" y="6387"/>
                        </a:cubicBezTo>
                        <a:cubicBezTo>
                          <a:pt x="16333" y="6026"/>
                          <a:pt x="16223" y="5666"/>
                          <a:pt x="16082" y="5321"/>
                        </a:cubicBezTo>
                        <a:cubicBezTo>
                          <a:pt x="16035" y="5227"/>
                          <a:pt x="15972" y="5149"/>
                          <a:pt x="15878" y="5102"/>
                        </a:cubicBezTo>
                        <a:cubicBezTo>
                          <a:pt x="15847" y="5086"/>
                          <a:pt x="15800" y="5070"/>
                          <a:pt x="15737" y="5070"/>
                        </a:cubicBezTo>
                        <a:cubicBezTo>
                          <a:pt x="15048" y="5008"/>
                          <a:pt x="14374" y="4976"/>
                          <a:pt x="13684" y="4976"/>
                        </a:cubicBezTo>
                        <a:cubicBezTo>
                          <a:pt x="13386" y="4443"/>
                          <a:pt x="13010" y="3989"/>
                          <a:pt x="12524" y="3613"/>
                        </a:cubicBezTo>
                        <a:cubicBezTo>
                          <a:pt x="12712" y="2970"/>
                          <a:pt x="12900" y="2327"/>
                          <a:pt x="13073" y="1685"/>
                        </a:cubicBezTo>
                        <a:lnTo>
                          <a:pt x="13088" y="1685"/>
                        </a:lnTo>
                        <a:cubicBezTo>
                          <a:pt x="13182" y="1512"/>
                          <a:pt x="13120" y="1340"/>
                          <a:pt x="12979" y="1230"/>
                        </a:cubicBezTo>
                        <a:cubicBezTo>
                          <a:pt x="12681" y="1011"/>
                          <a:pt x="12352" y="823"/>
                          <a:pt x="12022" y="666"/>
                        </a:cubicBezTo>
                        <a:cubicBezTo>
                          <a:pt x="11971" y="649"/>
                          <a:pt x="11914" y="636"/>
                          <a:pt x="11859" y="636"/>
                        </a:cubicBezTo>
                        <a:cubicBezTo>
                          <a:pt x="11813" y="636"/>
                          <a:pt x="11767" y="645"/>
                          <a:pt x="11725" y="666"/>
                        </a:cubicBezTo>
                        <a:cubicBezTo>
                          <a:pt x="11678" y="666"/>
                          <a:pt x="11631" y="697"/>
                          <a:pt x="11584" y="729"/>
                        </a:cubicBezTo>
                        <a:cubicBezTo>
                          <a:pt x="11051" y="1152"/>
                          <a:pt x="10533" y="1591"/>
                          <a:pt x="10032" y="2061"/>
                        </a:cubicBezTo>
                        <a:cubicBezTo>
                          <a:pt x="9575" y="1912"/>
                          <a:pt x="9112" y="1836"/>
                          <a:pt x="8641" y="1836"/>
                        </a:cubicBezTo>
                        <a:cubicBezTo>
                          <a:pt x="8417" y="1836"/>
                          <a:pt x="8191" y="1853"/>
                          <a:pt x="7963" y="1888"/>
                        </a:cubicBezTo>
                        <a:cubicBezTo>
                          <a:pt x="7618" y="1324"/>
                          <a:pt x="7289" y="760"/>
                          <a:pt x="6944" y="196"/>
                        </a:cubicBezTo>
                        <a:cubicBezTo>
                          <a:pt x="6944" y="180"/>
                          <a:pt x="6944" y="180"/>
                          <a:pt x="6944" y="180"/>
                        </a:cubicBezTo>
                        <a:cubicBezTo>
                          <a:pt x="6877" y="73"/>
                          <a:pt x="6777" y="1"/>
                          <a:pt x="66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1317" name="Google Shape;1317;p16"/>
                  <p:cNvSpPr/>
                  <p:nvPr/>
                </p:nvSpPr>
                <p:spPr>
                  <a:xfrm>
                    <a:off x="1610522" y="731473"/>
                    <a:ext cx="118892" cy="1009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694" h="6536" extrusionOk="0">
                        <a:moveTo>
                          <a:pt x="3911" y="632"/>
                        </a:moveTo>
                        <a:cubicBezTo>
                          <a:pt x="4113" y="632"/>
                          <a:pt x="4324" y="653"/>
                          <a:pt x="4543" y="699"/>
                        </a:cubicBezTo>
                        <a:cubicBezTo>
                          <a:pt x="4575" y="715"/>
                          <a:pt x="4590" y="715"/>
                          <a:pt x="4622" y="715"/>
                        </a:cubicBezTo>
                        <a:cubicBezTo>
                          <a:pt x="5923" y="1044"/>
                          <a:pt x="6910" y="2345"/>
                          <a:pt x="6659" y="3709"/>
                        </a:cubicBezTo>
                        <a:cubicBezTo>
                          <a:pt x="6424" y="5030"/>
                          <a:pt x="5141" y="5882"/>
                          <a:pt x="3857" y="5882"/>
                        </a:cubicBezTo>
                        <a:cubicBezTo>
                          <a:pt x="3603" y="5882"/>
                          <a:pt x="3348" y="5848"/>
                          <a:pt x="3101" y="5778"/>
                        </a:cubicBezTo>
                        <a:cubicBezTo>
                          <a:pt x="0" y="4856"/>
                          <a:pt x="1090" y="632"/>
                          <a:pt x="3911" y="632"/>
                        </a:cubicBezTo>
                        <a:close/>
                        <a:moveTo>
                          <a:pt x="3944" y="0"/>
                        </a:moveTo>
                        <a:cubicBezTo>
                          <a:pt x="2477" y="0"/>
                          <a:pt x="1085" y="880"/>
                          <a:pt x="640" y="2361"/>
                        </a:cubicBezTo>
                        <a:cubicBezTo>
                          <a:pt x="107" y="4132"/>
                          <a:pt x="1189" y="5888"/>
                          <a:pt x="2929" y="6405"/>
                        </a:cubicBezTo>
                        <a:cubicBezTo>
                          <a:pt x="3234" y="6493"/>
                          <a:pt x="3548" y="6535"/>
                          <a:pt x="3860" y="6535"/>
                        </a:cubicBezTo>
                        <a:cubicBezTo>
                          <a:pt x="5380" y="6535"/>
                          <a:pt x="6878" y="5541"/>
                          <a:pt x="7255" y="4007"/>
                        </a:cubicBezTo>
                        <a:cubicBezTo>
                          <a:pt x="7694" y="2267"/>
                          <a:pt x="6471" y="496"/>
                          <a:pt x="4778" y="73"/>
                        </a:cubicBezTo>
                        <a:lnTo>
                          <a:pt x="4669" y="73"/>
                        </a:lnTo>
                        <a:cubicBezTo>
                          <a:pt x="4428" y="24"/>
                          <a:pt x="4185" y="0"/>
                          <a:pt x="3944" y="0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1318" name="Google Shape;1318;p16"/>
                <p:cNvSpPr/>
                <p:nvPr/>
              </p:nvSpPr>
              <p:spPr>
                <a:xfrm rot="-5400000">
                  <a:off x="715100" y="702546"/>
                  <a:ext cx="192827" cy="128187"/>
                </a:xfrm>
                <a:prstGeom prst="rect">
                  <a:avLst/>
                </a:prstGeom>
              </p:spPr>
              <p:txBody>
                <a:bodyPr>
                  <a:prstTxWarp prst="textPlain">
                    <a:avLst/>
                  </a:prstTxWarp>
                </a:bodyPr>
                <a:lstStyle/>
                <a:p>
                  <a:pPr lvl="0" algn="ctr"/>
                  <a:r>
                    <a:rPr b="0" i="0">
                      <a:ln>
                        <a:noFill/>
                      </a:ln>
                      <a:solidFill>
                        <a:schemeClr val="lt2"/>
                      </a:solidFill>
                      <a:latin typeface="Gaegu;300"/>
                    </a:rPr>
                    <a:t>^</a:t>
                  </a:r>
                </a:p>
              </p:txBody>
            </p:sp>
            <p:sp>
              <p:nvSpPr>
                <p:cNvPr id="1319" name="Google Shape;1319;p16"/>
                <p:cNvSpPr/>
                <p:nvPr/>
              </p:nvSpPr>
              <p:spPr>
                <a:xfrm rot="5400000" flipH="1">
                  <a:off x="1011380" y="702546"/>
                  <a:ext cx="192827" cy="128187"/>
                </a:xfrm>
                <a:prstGeom prst="rect">
                  <a:avLst/>
                </a:prstGeom>
              </p:spPr>
              <p:txBody>
                <a:bodyPr>
                  <a:prstTxWarp prst="textPlain">
                    <a:avLst/>
                  </a:prstTxWarp>
                </a:bodyPr>
                <a:lstStyle/>
                <a:p>
                  <a:pPr lvl="0" algn="ctr"/>
                  <a:r>
                    <a:rPr b="0" i="0">
                      <a:ln>
                        <a:noFill/>
                      </a:ln>
                      <a:solidFill>
                        <a:schemeClr val="lt2"/>
                      </a:solidFill>
                      <a:latin typeface="Gaegu;300"/>
                    </a:rPr>
                    <a:t>^</a:t>
                  </a:r>
                </a:p>
              </p:txBody>
            </p:sp>
          </p:grpSp>
        </p:grpSp>
      </p:grpSp>
      <p:sp>
        <p:nvSpPr>
          <p:cNvPr id="1320" name="Google Shape;1320;p16"/>
          <p:cNvSpPr txBox="1">
            <a:spLocks noGrp="1"/>
          </p:cNvSpPr>
          <p:nvPr>
            <p:ph type="title"/>
          </p:nvPr>
        </p:nvSpPr>
        <p:spPr>
          <a:xfrm>
            <a:off x="1509000" y="1551600"/>
            <a:ext cx="6126000" cy="14676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000" b="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Font typeface="Gaegu"/>
              <a:buNone/>
              <a:defRPr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321" name="Google Shape;1321;p16"/>
          <p:cNvSpPr txBox="1">
            <a:spLocks noGrp="1"/>
          </p:cNvSpPr>
          <p:nvPr>
            <p:ph type="title" idx="2"/>
          </p:nvPr>
        </p:nvSpPr>
        <p:spPr>
          <a:xfrm>
            <a:off x="1509000" y="3019197"/>
            <a:ext cx="6126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21">
    <p:spTree>
      <p:nvGrpSpPr>
        <p:cNvPr id="1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8" name="Google Shape;1498;p1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499" name="Google Shape;1499;p1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Google Shape;1500;p1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Google Shape;1501;p1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Google Shape;1502;p1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Google Shape;1503;p1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Google Shape;1504;p1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Google Shape;1505;p1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Google Shape;1506;p1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1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Google Shape;1508;p1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Google Shape;1509;p1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Google Shape;1510;p1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Google Shape;1511;p1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Google Shape;1512;p1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Google Shape;1513;p1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Google Shape;1514;p1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Google Shape;1515;p1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Google Shape;1516;p1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Google Shape;1517;p1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Google Shape;1518;p1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1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1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1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Google Shape;1522;p1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Google Shape;1523;p1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1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1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1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Google Shape;1527;p1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Google Shape;1528;p1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Google Shape;1529;p1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Google Shape;1530;p1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Google Shape;1531;p1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Google Shape;1532;p1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Google Shape;1533;p1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Google Shape;1534;p1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1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1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1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1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Google Shape;1539;p1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Google Shape;1540;p1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Google Shape;1541;p1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Google Shape;1542;p1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Google Shape;1543;p1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Google Shape;1544;p1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Google Shape;1545;p1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Google Shape;1546;p1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Google Shape;1547;p1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Google Shape;1548;p1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Google Shape;1549;p1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Google Shape;1550;p1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Google Shape;1551;p1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Google Shape;1552;p1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Google Shape;1553;p1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Google Shape;1554;p1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Google Shape;1555;p1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Google Shape;1556;p1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57" name="Google Shape;1557;p1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58" name="Google Shape;1558;p19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559" name="Google Shape;1559;p19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0" name="Google Shape;1560;p19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561" name="Google Shape;1561;p19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562" name="Google Shape;1562;p19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563" name="Google Shape;1563;p19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564" name="Google Shape;1564;p19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565" name="Google Shape;1565;p19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66" name="Google Shape;1566;p19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567" name="Google Shape;1567;p19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568" name="Google Shape;1568;p19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569" name="Google Shape;1569;p19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570" name="Google Shape;1570;p19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571" name="Google Shape;1571;p19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572" name="Google Shape;1572;p19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573" name="Google Shape;1573;p19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574" name="Google Shape;1574;p19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575" name="Google Shape;1575;p19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1576" name="Google Shape;1576;p19"/>
          <p:cNvSpPr/>
          <p:nvPr/>
        </p:nvSpPr>
        <p:spPr>
          <a:xfrm>
            <a:off x="600475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7" name="Google Shape;1577;p19"/>
          <p:cNvSpPr txBox="1">
            <a:spLocks noGrp="1"/>
          </p:cNvSpPr>
          <p:nvPr>
            <p:ph type="subTitle" idx="1"/>
          </p:nvPr>
        </p:nvSpPr>
        <p:spPr>
          <a:xfrm>
            <a:off x="3545075" y="1582888"/>
            <a:ext cx="3657600" cy="46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578" name="Google Shape;1578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79" name="Google Shape;1579;p19"/>
          <p:cNvSpPr txBox="1">
            <a:spLocks noGrp="1"/>
          </p:cNvSpPr>
          <p:nvPr>
            <p:ph type="subTitle" idx="2"/>
          </p:nvPr>
        </p:nvSpPr>
        <p:spPr>
          <a:xfrm>
            <a:off x="3545825" y="2097175"/>
            <a:ext cx="36570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580" name="Google Shape;1580;p19"/>
          <p:cNvSpPr txBox="1">
            <a:spLocks noGrp="1"/>
          </p:cNvSpPr>
          <p:nvPr>
            <p:ph type="subTitle" idx="3"/>
          </p:nvPr>
        </p:nvSpPr>
        <p:spPr>
          <a:xfrm>
            <a:off x="3545075" y="3147295"/>
            <a:ext cx="3657600" cy="469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581" name="Google Shape;1581;p19"/>
          <p:cNvSpPr txBox="1">
            <a:spLocks noGrp="1"/>
          </p:cNvSpPr>
          <p:nvPr>
            <p:ph type="subTitle" idx="4"/>
          </p:nvPr>
        </p:nvSpPr>
        <p:spPr>
          <a:xfrm>
            <a:off x="3545075" y="3656804"/>
            <a:ext cx="3657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2_1">
    <p:spTree>
      <p:nvGrpSpPr>
        <p:cNvPr id="1" name="Shape 1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2" name="Google Shape;1772;p22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1773" name="Google Shape;1773;p22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4" name="Google Shape;1774;p22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5" name="Google Shape;1775;p22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6" name="Google Shape;1776;p22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7" name="Google Shape;1777;p22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8" name="Google Shape;1778;p22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9" name="Google Shape;1779;p22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0" name="Google Shape;1780;p22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1" name="Google Shape;1781;p22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2" name="Google Shape;1782;p22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3" name="Google Shape;1783;p22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4" name="Google Shape;1784;p22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5" name="Google Shape;1785;p22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6" name="Google Shape;1786;p22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7" name="Google Shape;1787;p22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8" name="Google Shape;1788;p22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9" name="Google Shape;1789;p22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0" name="Google Shape;1790;p22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1" name="Google Shape;1791;p22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2" name="Google Shape;1792;p22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3" name="Google Shape;1793;p22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4" name="Google Shape;1794;p22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5" name="Google Shape;1795;p22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6" name="Google Shape;1796;p22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7" name="Google Shape;1797;p22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8" name="Google Shape;1798;p22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9" name="Google Shape;1799;p22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0" name="Google Shape;1800;p22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1" name="Google Shape;1801;p22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2" name="Google Shape;1802;p22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3" name="Google Shape;1803;p22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4" name="Google Shape;1804;p22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5" name="Google Shape;1805;p22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6" name="Google Shape;1806;p22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7" name="Google Shape;1807;p22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8" name="Google Shape;1808;p22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9" name="Google Shape;1809;p22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0" name="Google Shape;1810;p22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1" name="Google Shape;1811;p22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2" name="Google Shape;1812;p22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3" name="Google Shape;1813;p22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22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22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6" name="Google Shape;1816;p22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7" name="Google Shape;1817;p22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22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22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22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22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22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22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4" name="Google Shape;1824;p22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5" name="Google Shape;1825;p22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6" name="Google Shape;1826;p22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7" name="Google Shape;1827;p22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8" name="Google Shape;1828;p22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9" name="Google Shape;1829;p22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0" name="Google Shape;1830;p22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31" name="Google Shape;1831;p22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32" name="Google Shape;1832;p22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1833" name="Google Shape;1833;p22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4" name="Google Shape;1834;p22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1835" name="Google Shape;1835;p22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1836" name="Google Shape;1836;p22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1837" name="Google Shape;1837;p22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1838" name="Google Shape;1838;p22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1839" name="Google Shape;1839;p22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40" name="Google Shape;1840;p22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1841" name="Google Shape;1841;p22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1842" name="Google Shape;1842;p22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1843" name="Google Shape;1843;p22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1844" name="Google Shape;1844;p22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1845" name="Google Shape;1845;p22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1846" name="Google Shape;1846;p22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847" name="Google Shape;1847;p22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48" name="Google Shape;1848;p22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1849" name="Google Shape;1849;p22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1850" name="Google Shape;1850;p22"/>
          <p:cNvSpPr/>
          <p:nvPr/>
        </p:nvSpPr>
        <p:spPr>
          <a:xfrm>
            <a:off x="600725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1" name="Google Shape;1851;p22"/>
          <p:cNvSpPr txBox="1">
            <a:spLocks noGrp="1"/>
          </p:cNvSpPr>
          <p:nvPr>
            <p:ph type="subTitle" idx="1"/>
          </p:nvPr>
        </p:nvSpPr>
        <p:spPr>
          <a:xfrm>
            <a:off x="1125697" y="2567889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852" name="Google Shape;1852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53" name="Google Shape;1853;p22"/>
          <p:cNvSpPr txBox="1">
            <a:spLocks noGrp="1"/>
          </p:cNvSpPr>
          <p:nvPr>
            <p:ph type="subTitle" idx="2"/>
          </p:nvPr>
        </p:nvSpPr>
        <p:spPr>
          <a:xfrm>
            <a:off x="1125697" y="3070809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54" name="Google Shape;1854;p22"/>
          <p:cNvSpPr txBox="1">
            <a:spLocks noGrp="1"/>
          </p:cNvSpPr>
          <p:nvPr>
            <p:ph type="subTitle" idx="3"/>
          </p:nvPr>
        </p:nvSpPr>
        <p:spPr>
          <a:xfrm>
            <a:off x="3634647" y="2582700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855" name="Google Shape;1855;p22"/>
          <p:cNvSpPr txBox="1">
            <a:spLocks noGrp="1"/>
          </p:cNvSpPr>
          <p:nvPr>
            <p:ph type="subTitle" idx="4"/>
          </p:nvPr>
        </p:nvSpPr>
        <p:spPr>
          <a:xfrm>
            <a:off x="3634647" y="1726641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56" name="Google Shape;1856;p22"/>
          <p:cNvSpPr txBox="1">
            <a:spLocks noGrp="1"/>
          </p:cNvSpPr>
          <p:nvPr>
            <p:ph type="subTitle" idx="5"/>
          </p:nvPr>
        </p:nvSpPr>
        <p:spPr>
          <a:xfrm>
            <a:off x="6143597" y="2567889"/>
            <a:ext cx="18747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600" b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aegu"/>
              <a:buNone/>
              <a:defRPr sz="2400" b="1">
                <a:latin typeface="Gaegu"/>
                <a:ea typeface="Gaegu"/>
                <a:cs typeface="Gaegu"/>
                <a:sym typeface="Gaegu"/>
              </a:defRPr>
            </a:lvl9pPr>
          </a:lstStyle>
          <a:p>
            <a:endParaRPr/>
          </a:p>
        </p:txBody>
      </p:sp>
      <p:sp>
        <p:nvSpPr>
          <p:cNvPr id="1857" name="Google Shape;1857;p22"/>
          <p:cNvSpPr txBox="1">
            <a:spLocks noGrp="1"/>
          </p:cNvSpPr>
          <p:nvPr>
            <p:ph type="subTitle" idx="6"/>
          </p:nvPr>
        </p:nvSpPr>
        <p:spPr>
          <a:xfrm>
            <a:off x="6143597" y="3070809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1858" name="Google Shape;1858;p22"/>
          <p:cNvSpPr txBox="1">
            <a:spLocks noGrp="1"/>
          </p:cNvSpPr>
          <p:nvPr>
            <p:ph type="title" idx="7" hasCustomPrompt="1"/>
          </p:nvPr>
        </p:nvSpPr>
        <p:spPr>
          <a:xfrm>
            <a:off x="1507297" y="15342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859" name="Google Shape;1859;p22"/>
          <p:cNvSpPr txBox="1">
            <a:spLocks noGrp="1"/>
          </p:cNvSpPr>
          <p:nvPr>
            <p:ph type="title" idx="8" hasCustomPrompt="1"/>
          </p:nvPr>
        </p:nvSpPr>
        <p:spPr>
          <a:xfrm>
            <a:off x="4016247" y="328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860" name="Google Shape;1860;p22"/>
          <p:cNvSpPr txBox="1">
            <a:spLocks noGrp="1"/>
          </p:cNvSpPr>
          <p:nvPr>
            <p:ph type="title" idx="9" hasCustomPrompt="1"/>
          </p:nvPr>
        </p:nvSpPr>
        <p:spPr>
          <a:xfrm>
            <a:off x="6525197" y="15342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2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2" name="Google Shape;2162;p27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163" name="Google Shape;2163;p27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4" name="Google Shape;2164;p27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5" name="Google Shape;2165;p27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6" name="Google Shape;2166;p27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7" name="Google Shape;2167;p27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8" name="Google Shape;2168;p27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9" name="Google Shape;2169;p27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0" name="Google Shape;2170;p27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1" name="Google Shape;2171;p27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2" name="Google Shape;2172;p27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3" name="Google Shape;2173;p27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4" name="Google Shape;2174;p27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5" name="Google Shape;2175;p27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6" name="Google Shape;2176;p27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7" name="Google Shape;2177;p27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8" name="Google Shape;2178;p27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9" name="Google Shape;2179;p27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0" name="Google Shape;2180;p27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1" name="Google Shape;2181;p27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2" name="Google Shape;2182;p27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3" name="Google Shape;2183;p27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4" name="Google Shape;2184;p27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5" name="Google Shape;2185;p27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6" name="Google Shape;2186;p27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7" name="Google Shape;2187;p27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8" name="Google Shape;2188;p27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9" name="Google Shape;2189;p27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0" name="Google Shape;2190;p27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1" name="Google Shape;2191;p27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2" name="Google Shape;2192;p27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3" name="Google Shape;2193;p27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4" name="Google Shape;2194;p27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5" name="Google Shape;2195;p27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6" name="Google Shape;2196;p27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7" name="Google Shape;2197;p27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8" name="Google Shape;2198;p27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9" name="Google Shape;2199;p27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0" name="Google Shape;2200;p27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1" name="Google Shape;2201;p27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2" name="Google Shape;2202;p27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3" name="Google Shape;2203;p27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4" name="Google Shape;2204;p27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5" name="Google Shape;2205;p27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6" name="Google Shape;2206;p27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7" name="Google Shape;2207;p27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8" name="Google Shape;2208;p27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9" name="Google Shape;2209;p27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0" name="Google Shape;2210;p27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1" name="Google Shape;2211;p27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2" name="Google Shape;2212;p27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3" name="Google Shape;2213;p27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4" name="Google Shape;2214;p27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5" name="Google Shape;2215;p27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6" name="Google Shape;2216;p27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7" name="Google Shape;2217;p27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8" name="Google Shape;2218;p27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9" name="Google Shape;2219;p27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0" name="Google Shape;2220;p27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1" name="Google Shape;2221;p27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2" name="Google Shape;2222;p27"/>
          <p:cNvSpPr/>
          <p:nvPr/>
        </p:nvSpPr>
        <p:spPr>
          <a:xfrm>
            <a:off x="5975076" y="4136476"/>
            <a:ext cx="2588600" cy="644575"/>
          </a:xfrm>
          <a:custGeom>
            <a:avLst/>
            <a:gdLst/>
            <a:ahLst/>
            <a:cxnLst/>
            <a:rect l="l" t="t" r="r" b="b"/>
            <a:pathLst>
              <a:path w="103544" h="25783" extrusionOk="0">
                <a:moveTo>
                  <a:pt x="5928" y="25504"/>
                </a:moveTo>
                <a:cubicBezTo>
                  <a:pt x="19744" y="26038"/>
                  <a:pt x="75739" y="25735"/>
                  <a:pt x="91923" y="25183"/>
                </a:cubicBezTo>
                <a:cubicBezTo>
                  <a:pt x="108107" y="24631"/>
                  <a:pt x="101894" y="26323"/>
                  <a:pt x="103033" y="22192"/>
                </a:cubicBezTo>
                <a:cubicBezTo>
                  <a:pt x="104173" y="18061"/>
                  <a:pt x="103674" y="2660"/>
                  <a:pt x="98760" y="399"/>
                </a:cubicBezTo>
                <a:cubicBezTo>
                  <a:pt x="93846" y="-1862"/>
                  <a:pt x="79638" y="6115"/>
                  <a:pt x="73549" y="8625"/>
                </a:cubicBezTo>
                <a:cubicBezTo>
                  <a:pt x="67460" y="11136"/>
                  <a:pt x="68458" y="14981"/>
                  <a:pt x="62226" y="15462"/>
                </a:cubicBezTo>
                <a:cubicBezTo>
                  <a:pt x="55995" y="15943"/>
                  <a:pt x="42944" y="10833"/>
                  <a:pt x="36160" y="11509"/>
                </a:cubicBezTo>
                <a:cubicBezTo>
                  <a:pt x="29377" y="12186"/>
                  <a:pt x="26047" y="17776"/>
                  <a:pt x="21525" y="19521"/>
                </a:cubicBezTo>
                <a:cubicBezTo>
                  <a:pt x="17003" y="21266"/>
                  <a:pt x="11626" y="20981"/>
                  <a:pt x="9026" y="21978"/>
                </a:cubicBezTo>
                <a:cubicBezTo>
                  <a:pt x="6427" y="22975"/>
                  <a:pt x="-7888" y="24970"/>
                  <a:pt x="5928" y="2550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2223" name="Google Shape;2223;p27"/>
          <p:cNvGrpSpPr/>
          <p:nvPr/>
        </p:nvGrpSpPr>
        <p:grpSpPr>
          <a:xfrm>
            <a:off x="584625" y="540000"/>
            <a:ext cx="1265537" cy="1405864"/>
            <a:chOff x="600600" y="540000"/>
            <a:chExt cx="1265537" cy="1405864"/>
          </a:xfrm>
        </p:grpSpPr>
        <p:sp>
          <p:nvSpPr>
            <p:cNvPr id="2224" name="Google Shape;2224;p27"/>
            <p:cNvSpPr/>
            <p:nvPr/>
          </p:nvSpPr>
          <p:spPr>
            <a:xfrm>
              <a:off x="702549" y="636668"/>
              <a:ext cx="1059313" cy="1309196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5" name="Google Shape;2225;p27"/>
            <p:cNvSpPr/>
            <p:nvPr/>
          </p:nvSpPr>
          <p:spPr>
            <a:xfrm>
              <a:off x="600600" y="540000"/>
              <a:ext cx="1034250" cy="128799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6" name="Google Shape;2226;p27"/>
            <p:cNvSpPr/>
            <p:nvPr/>
          </p:nvSpPr>
          <p:spPr>
            <a:xfrm>
              <a:off x="946406" y="780744"/>
              <a:ext cx="919732" cy="1073381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27" name="Google Shape;2227;p27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2228" name="Google Shape;2228;p27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29" name="Google Shape;2229;p27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2230" name="Google Shape;2230;p27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2231" name="Google Shape;2231;p27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2232" name="Google Shape;2232;p27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2233" name="Google Shape;2233;p27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2234" name="Google Shape;2234;p27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35" name="Google Shape;2235;p27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236" name="Google Shape;2236;p27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2237" name="Google Shape;2237;p27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238" name="Google Shape;2238;p27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239" name="Google Shape;2239;p27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2240" name="Google Shape;2240;p27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2241" name="Google Shape;2241;p27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242" name="Google Shape;2242;p27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243" name="Google Shape;2243;p27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2244" name="Google Shape;2244;p27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2245" name="Google Shape;2245;p27"/>
          <p:cNvSpPr/>
          <p:nvPr/>
        </p:nvSpPr>
        <p:spPr>
          <a:xfrm>
            <a:off x="7499500" y="4196474"/>
            <a:ext cx="540148" cy="434668"/>
          </a:xfrm>
          <a:custGeom>
            <a:avLst/>
            <a:gdLst/>
            <a:ahLst/>
            <a:cxnLst/>
            <a:rect l="l" t="t" r="r" b="b"/>
            <a:pathLst>
              <a:path w="23956" h="19280" extrusionOk="0">
                <a:moveTo>
                  <a:pt x="14843" y="0"/>
                </a:moveTo>
                <a:lnTo>
                  <a:pt x="10546" y="7402"/>
                </a:lnTo>
                <a:lnTo>
                  <a:pt x="4119" y="995"/>
                </a:lnTo>
                <a:lnTo>
                  <a:pt x="8795" y="7402"/>
                </a:lnTo>
                <a:lnTo>
                  <a:pt x="1" y="7163"/>
                </a:lnTo>
                <a:lnTo>
                  <a:pt x="7999" y="9551"/>
                </a:lnTo>
                <a:lnTo>
                  <a:pt x="637" y="14942"/>
                </a:lnTo>
                <a:lnTo>
                  <a:pt x="8854" y="12356"/>
                </a:lnTo>
                <a:lnTo>
                  <a:pt x="8854" y="12356"/>
                </a:lnTo>
                <a:cubicBezTo>
                  <a:pt x="8854" y="12356"/>
                  <a:pt x="8158" y="19240"/>
                  <a:pt x="8417" y="19280"/>
                </a:cubicBezTo>
                <a:cubicBezTo>
                  <a:pt x="8417" y="19280"/>
                  <a:pt x="8418" y="19280"/>
                  <a:pt x="8418" y="19280"/>
                </a:cubicBezTo>
                <a:cubicBezTo>
                  <a:pt x="8702" y="19280"/>
                  <a:pt x="11063" y="12436"/>
                  <a:pt x="11063" y="12436"/>
                </a:cubicBezTo>
                <a:lnTo>
                  <a:pt x="19220" y="17867"/>
                </a:lnTo>
                <a:lnTo>
                  <a:pt x="19220" y="17867"/>
                </a:lnTo>
                <a:lnTo>
                  <a:pt x="13252" y="10824"/>
                </a:lnTo>
                <a:lnTo>
                  <a:pt x="23956" y="10864"/>
                </a:lnTo>
                <a:lnTo>
                  <a:pt x="13351" y="8337"/>
                </a:lnTo>
                <a:lnTo>
                  <a:pt x="148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6" name="Google Shape;2246;p27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7" name="Google Shape;2247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6">
    <p:spTree>
      <p:nvGrpSpPr>
        <p:cNvPr id="1" name="Shape 2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0" name="Google Shape;2350;p29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2351" name="Google Shape;2351;p29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2" name="Google Shape;2352;p29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3" name="Google Shape;2353;p29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4" name="Google Shape;2354;p29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5" name="Google Shape;2355;p29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6" name="Google Shape;2356;p29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7" name="Google Shape;2357;p29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8" name="Google Shape;2358;p29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9" name="Google Shape;2359;p29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0" name="Google Shape;2360;p29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1" name="Google Shape;2361;p29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2" name="Google Shape;2362;p29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3" name="Google Shape;2363;p29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4" name="Google Shape;2364;p29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5" name="Google Shape;2365;p29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6" name="Google Shape;2366;p29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7" name="Google Shape;2367;p29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8" name="Google Shape;2368;p29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9" name="Google Shape;2369;p29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0" name="Google Shape;2370;p29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1" name="Google Shape;2371;p29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2" name="Google Shape;2372;p29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3" name="Google Shape;2373;p29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4" name="Google Shape;2374;p29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5" name="Google Shape;2375;p29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6" name="Google Shape;2376;p29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7" name="Google Shape;2377;p29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8" name="Google Shape;2378;p29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9" name="Google Shape;2379;p29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0" name="Google Shape;2380;p29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1" name="Google Shape;2381;p29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2" name="Google Shape;2382;p29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3" name="Google Shape;2383;p29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4" name="Google Shape;2384;p29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5" name="Google Shape;2385;p29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6" name="Google Shape;2386;p29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7" name="Google Shape;2387;p29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8" name="Google Shape;2388;p29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9" name="Google Shape;2389;p29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0" name="Google Shape;2390;p29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1" name="Google Shape;2391;p29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2" name="Google Shape;2392;p29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3" name="Google Shape;2393;p29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4" name="Google Shape;2394;p29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5" name="Google Shape;2395;p29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6" name="Google Shape;2396;p29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7" name="Google Shape;2397;p29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8" name="Google Shape;2398;p29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9" name="Google Shape;2399;p29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0" name="Google Shape;2400;p29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1" name="Google Shape;2401;p29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2" name="Google Shape;2402;p29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3" name="Google Shape;2403;p29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4" name="Google Shape;2404;p29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5" name="Google Shape;2405;p29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6" name="Google Shape;2406;p29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7" name="Google Shape;2407;p29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8" name="Google Shape;2408;p29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09" name="Google Shape;2409;p2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10" name="Google Shape;2410;p29"/>
          <p:cNvGrpSpPr/>
          <p:nvPr/>
        </p:nvGrpSpPr>
        <p:grpSpPr>
          <a:xfrm rot="-5400000">
            <a:off x="7598805" y="823914"/>
            <a:ext cx="368499" cy="424474"/>
            <a:chOff x="3150425" y="3024575"/>
            <a:chExt cx="130350" cy="150150"/>
          </a:xfrm>
        </p:grpSpPr>
        <p:sp>
          <p:nvSpPr>
            <p:cNvPr id="2411" name="Google Shape;2411;p29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2" name="Google Shape;2412;p29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3" name="Google Shape;2413;p29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4" name="Google Shape;2414;p29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5" name="Google Shape;2415;p29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6" name="Google Shape;2416;p29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7" name="Google Shape;2417;p29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8" name="Google Shape;2418;p29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19" name="Google Shape;2419;p29"/>
          <p:cNvGrpSpPr/>
          <p:nvPr/>
        </p:nvGrpSpPr>
        <p:grpSpPr>
          <a:xfrm rot="9715366" flipH="1">
            <a:off x="8134543" y="833393"/>
            <a:ext cx="578893" cy="989541"/>
            <a:chOff x="478350" y="474400"/>
            <a:chExt cx="344250" cy="588450"/>
          </a:xfrm>
        </p:grpSpPr>
        <p:sp>
          <p:nvSpPr>
            <p:cNvPr id="2420" name="Google Shape;2420;p29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1" name="Google Shape;2421;p29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22" name="Google Shape;2422;p29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2423" name="Google Shape;2423;p29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424" name="Google Shape;2424;p29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2425" name="Google Shape;2425;p29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2426" name="Google Shape;2426;p29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2427" name="Google Shape;2427;p29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2428" name="Google Shape;2428;p29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2429" name="Google Shape;2429;p29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430" name="Google Shape;2430;p29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2431" name="Google Shape;2431;p29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2432" name="Google Shape;2432;p29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2433" name="Google Shape;2433;p29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2434" name="Google Shape;2434;p29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2435" name="Google Shape;2435;p29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2436" name="Google Shape;2436;p29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37" name="Google Shape;2437;p29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438" name="Google Shape;2438;p29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2439" name="Google Shape;2439;p29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2440" name="Google Shape;2440;p29"/>
          <p:cNvGrpSpPr/>
          <p:nvPr/>
        </p:nvGrpSpPr>
        <p:grpSpPr>
          <a:xfrm>
            <a:off x="5622860" y="4267818"/>
            <a:ext cx="971096" cy="494681"/>
            <a:chOff x="2094425" y="748900"/>
            <a:chExt cx="887900" cy="452300"/>
          </a:xfrm>
        </p:grpSpPr>
        <p:sp>
          <p:nvSpPr>
            <p:cNvPr id="2441" name="Google Shape;2441;p29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2" name="Google Shape;2442;p29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3" name="Google Shape;2443;p29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4" name="Google Shape;2444;p29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45" name="Google Shape;2445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446" name="Google Shape;2446;p29"/>
          <p:cNvSpPr/>
          <p:nvPr/>
        </p:nvSpPr>
        <p:spPr>
          <a:xfrm>
            <a:off x="720000" y="4202949"/>
            <a:ext cx="393256" cy="466950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7" name="Google Shape;2447;p29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3">
    <p:spTree>
      <p:nvGrpSpPr>
        <p:cNvPr id="1" name="Shape 3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19" name="Google Shape;3419;p40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3420" name="Google Shape;3420;p40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40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40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40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40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40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40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40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40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40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40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40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40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40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40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40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40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40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40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40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40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40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40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40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40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40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40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40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40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40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40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40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40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40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40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40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40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40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40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40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40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40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40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40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40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40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40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40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40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40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40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40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40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40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40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40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40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40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78" name="Google Shape;3478;p40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9" name="Google Shape;3479;p40"/>
          <p:cNvSpPr/>
          <p:nvPr/>
        </p:nvSpPr>
        <p:spPr>
          <a:xfrm>
            <a:off x="560475" y="2957825"/>
            <a:ext cx="2307000" cy="1804675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0" name="Google Shape;3480;p40"/>
          <p:cNvSpPr/>
          <p:nvPr/>
        </p:nvSpPr>
        <p:spPr>
          <a:xfrm rot="1167777">
            <a:off x="3646616" y="888795"/>
            <a:ext cx="959985" cy="827598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1" name="Google Shape;3481;p40"/>
          <p:cNvSpPr/>
          <p:nvPr/>
        </p:nvSpPr>
        <p:spPr>
          <a:xfrm>
            <a:off x="6501081" y="714903"/>
            <a:ext cx="2188039" cy="1648209"/>
          </a:xfrm>
          <a:custGeom>
            <a:avLst/>
            <a:gdLst/>
            <a:ahLst/>
            <a:cxnLst/>
            <a:rect l="l" t="t" r="r" b="b"/>
            <a:pathLst>
              <a:path w="13789" h="10387" extrusionOk="0">
                <a:moveTo>
                  <a:pt x="5267" y="0"/>
                </a:moveTo>
                <a:cubicBezTo>
                  <a:pt x="4358" y="0"/>
                  <a:pt x="3499" y="191"/>
                  <a:pt x="2786" y="634"/>
                </a:cubicBezTo>
                <a:cubicBezTo>
                  <a:pt x="1234" y="1649"/>
                  <a:pt x="1" y="4573"/>
                  <a:pt x="1035" y="6623"/>
                </a:cubicBezTo>
                <a:cubicBezTo>
                  <a:pt x="2262" y="8933"/>
                  <a:pt x="5711" y="10386"/>
                  <a:pt x="8376" y="10386"/>
                </a:cubicBezTo>
                <a:cubicBezTo>
                  <a:pt x="8695" y="10386"/>
                  <a:pt x="9002" y="10366"/>
                  <a:pt x="9292" y="10323"/>
                </a:cubicBezTo>
                <a:cubicBezTo>
                  <a:pt x="12615" y="9846"/>
                  <a:pt x="13789" y="5309"/>
                  <a:pt x="11819" y="2942"/>
                </a:cubicBezTo>
                <a:cubicBezTo>
                  <a:pt x="10514" y="1376"/>
                  <a:pt x="7709" y="0"/>
                  <a:pt x="5267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82" name="Google Shape;3482;p40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3483" name="Google Shape;3483;p40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84" name="Google Shape;3484;p40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3485" name="Google Shape;3485;p40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3486" name="Google Shape;3486;p40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3487" name="Google Shape;3487;p40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3488" name="Google Shape;3488;p40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3489" name="Google Shape;3489;p40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490" name="Google Shape;3490;p40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491" name="Google Shape;3491;p40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3492" name="Google Shape;3492;p40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493" name="Google Shape;3493;p40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494" name="Google Shape;3494;p40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3495" name="Google Shape;3495;p40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3496" name="Google Shape;3496;p40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497" name="Google Shape;3497;p40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498" name="Google Shape;3498;p40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3499" name="Google Shape;3499;p40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3500" name="Google Shape;3500;p40"/>
          <p:cNvGrpSpPr/>
          <p:nvPr/>
        </p:nvGrpSpPr>
        <p:grpSpPr>
          <a:xfrm rot="3340333">
            <a:off x="1060618" y="1126198"/>
            <a:ext cx="388165" cy="447140"/>
            <a:chOff x="3150425" y="3024575"/>
            <a:chExt cx="130350" cy="150150"/>
          </a:xfrm>
        </p:grpSpPr>
        <p:sp>
          <p:nvSpPr>
            <p:cNvPr id="3501" name="Google Shape;3501;p40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2" name="Google Shape;3502;p40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3" name="Google Shape;3503;p40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4" name="Google Shape;3504;p40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5" name="Google Shape;3505;p40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6" name="Google Shape;3506;p40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7" name="Google Shape;3507;p40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8" name="Google Shape;3508;p40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09" name="Google Shape;3509;p40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0" name="Google Shape;3510;p40"/>
          <p:cNvSpPr txBox="1">
            <a:spLocks noGrp="1"/>
          </p:cNvSpPr>
          <p:nvPr>
            <p:ph type="subTitle" idx="1"/>
          </p:nvPr>
        </p:nvSpPr>
        <p:spPr>
          <a:xfrm>
            <a:off x="982575" y="2005050"/>
            <a:ext cx="3254100" cy="1766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511" name="Google Shape;3511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4">
    <p:spTree>
      <p:nvGrpSpPr>
        <p:cNvPr id="1" name="Shape 3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5" name="Google Shape;3785;p44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3786" name="Google Shape;3786;p44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7" name="Google Shape;3787;p44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8" name="Google Shape;3788;p44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9" name="Google Shape;3789;p44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0" name="Google Shape;3790;p44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1" name="Google Shape;3791;p44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2" name="Google Shape;3792;p44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3" name="Google Shape;3793;p44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4" name="Google Shape;3794;p44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5" name="Google Shape;3795;p44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6" name="Google Shape;3796;p44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7" name="Google Shape;3797;p44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8" name="Google Shape;3798;p44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9" name="Google Shape;3799;p44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0" name="Google Shape;3800;p44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1" name="Google Shape;3801;p44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2" name="Google Shape;3802;p44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3" name="Google Shape;3803;p44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4" name="Google Shape;3804;p44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5" name="Google Shape;3805;p44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6" name="Google Shape;3806;p44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7" name="Google Shape;3807;p44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8" name="Google Shape;3808;p44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9" name="Google Shape;3809;p44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0" name="Google Shape;3810;p44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1" name="Google Shape;3811;p44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2" name="Google Shape;3812;p44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3" name="Google Shape;3813;p44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4" name="Google Shape;3814;p44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5" name="Google Shape;3815;p44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6" name="Google Shape;3816;p44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7" name="Google Shape;3817;p44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8" name="Google Shape;3818;p44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9" name="Google Shape;3819;p44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0" name="Google Shape;3820;p44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1" name="Google Shape;3821;p44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2" name="Google Shape;3822;p44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3" name="Google Shape;3823;p44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4" name="Google Shape;3824;p44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5" name="Google Shape;3825;p44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6" name="Google Shape;3826;p44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7" name="Google Shape;3827;p44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8" name="Google Shape;3828;p44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9" name="Google Shape;3829;p44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0" name="Google Shape;3830;p44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1" name="Google Shape;3831;p44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2" name="Google Shape;3832;p44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3" name="Google Shape;3833;p44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4" name="Google Shape;3834;p44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5" name="Google Shape;3835;p44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6" name="Google Shape;3836;p44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7" name="Google Shape;3837;p44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8" name="Google Shape;3838;p44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9" name="Google Shape;3839;p44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0" name="Google Shape;3840;p44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1" name="Google Shape;3841;p44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2" name="Google Shape;3842;p44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3" name="Google Shape;3843;p44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4" name="Google Shape;3844;p44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5" name="Google Shape;3845;p44"/>
          <p:cNvSpPr/>
          <p:nvPr/>
        </p:nvSpPr>
        <p:spPr>
          <a:xfrm rot="-6029955">
            <a:off x="6739415" y="640016"/>
            <a:ext cx="1982609" cy="1550917"/>
          </a:xfrm>
          <a:custGeom>
            <a:avLst/>
            <a:gdLst/>
            <a:ahLst/>
            <a:cxnLst/>
            <a:rect l="l" t="t" r="r" b="b"/>
            <a:pathLst>
              <a:path w="92280" h="72187" extrusionOk="0">
                <a:moveTo>
                  <a:pt x="73965" y="0"/>
                </a:moveTo>
                <a:cubicBezTo>
                  <a:pt x="71241" y="0"/>
                  <a:pt x="68528" y="633"/>
                  <a:pt x="66136" y="1964"/>
                </a:cubicBezTo>
                <a:cubicBezTo>
                  <a:pt x="62952" y="3754"/>
                  <a:pt x="60306" y="6580"/>
                  <a:pt x="56824" y="7674"/>
                </a:cubicBezTo>
                <a:cubicBezTo>
                  <a:pt x="55680" y="8036"/>
                  <a:pt x="54508" y="8192"/>
                  <a:pt x="53328" y="8192"/>
                </a:cubicBezTo>
                <a:cubicBezTo>
                  <a:pt x="50488" y="8192"/>
                  <a:pt x="47603" y="7286"/>
                  <a:pt x="44946" y="6162"/>
                </a:cubicBezTo>
                <a:cubicBezTo>
                  <a:pt x="41206" y="4570"/>
                  <a:pt x="37585" y="2501"/>
                  <a:pt x="33566" y="1844"/>
                </a:cubicBezTo>
                <a:cubicBezTo>
                  <a:pt x="32573" y="1682"/>
                  <a:pt x="31585" y="1606"/>
                  <a:pt x="30604" y="1606"/>
                </a:cubicBezTo>
                <a:cubicBezTo>
                  <a:pt x="25317" y="1606"/>
                  <a:pt x="20260" y="3836"/>
                  <a:pt x="15997" y="6958"/>
                </a:cubicBezTo>
                <a:cubicBezTo>
                  <a:pt x="11540" y="10221"/>
                  <a:pt x="8138" y="14856"/>
                  <a:pt x="5711" y="19910"/>
                </a:cubicBezTo>
                <a:cubicBezTo>
                  <a:pt x="4636" y="22119"/>
                  <a:pt x="3761" y="24426"/>
                  <a:pt x="3065" y="26734"/>
                </a:cubicBezTo>
                <a:cubicBezTo>
                  <a:pt x="1194" y="32962"/>
                  <a:pt x="1" y="40503"/>
                  <a:pt x="1950" y="46830"/>
                </a:cubicBezTo>
                <a:cubicBezTo>
                  <a:pt x="3025" y="50292"/>
                  <a:pt x="5154" y="53316"/>
                  <a:pt x="7462" y="56101"/>
                </a:cubicBezTo>
                <a:cubicBezTo>
                  <a:pt x="13430" y="63403"/>
                  <a:pt x="21150" y="69790"/>
                  <a:pt x="30382" y="71700"/>
                </a:cubicBezTo>
                <a:cubicBezTo>
                  <a:pt x="31973" y="72026"/>
                  <a:pt x="33611" y="72186"/>
                  <a:pt x="35253" y="72186"/>
                </a:cubicBezTo>
                <a:cubicBezTo>
                  <a:pt x="43141" y="72186"/>
                  <a:pt x="51141" y="68475"/>
                  <a:pt x="54616" y="61493"/>
                </a:cubicBezTo>
                <a:cubicBezTo>
                  <a:pt x="56128" y="58449"/>
                  <a:pt x="56725" y="55027"/>
                  <a:pt x="57899" y="51843"/>
                </a:cubicBezTo>
                <a:cubicBezTo>
                  <a:pt x="59948" y="46312"/>
                  <a:pt x="63828" y="41478"/>
                  <a:pt x="68802" y="38274"/>
                </a:cubicBezTo>
                <a:cubicBezTo>
                  <a:pt x="74532" y="34593"/>
                  <a:pt x="81675" y="32982"/>
                  <a:pt x="86370" y="28048"/>
                </a:cubicBezTo>
                <a:cubicBezTo>
                  <a:pt x="91802" y="22317"/>
                  <a:pt x="92279" y="12568"/>
                  <a:pt x="87445" y="6321"/>
                </a:cubicBezTo>
                <a:cubicBezTo>
                  <a:pt x="84285" y="2251"/>
                  <a:pt x="79103" y="0"/>
                  <a:pt x="7396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46" name="Google Shape;3846;p44"/>
          <p:cNvGrpSpPr/>
          <p:nvPr/>
        </p:nvGrpSpPr>
        <p:grpSpPr>
          <a:xfrm rot="10800000">
            <a:off x="599996" y="3726518"/>
            <a:ext cx="1242460" cy="1052104"/>
            <a:chOff x="478350" y="433625"/>
            <a:chExt cx="811800" cy="687425"/>
          </a:xfrm>
        </p:grpSpPr>
        <p:sp>
          <p:nvSpPr>
            <p:cNvPr id="3847" name="Google Shape;3847;p44"/>
            <p:cNvSpPr/>
            <p:nvPr/>
          </p:nvSpPr>
          <p:spPr>
            <a:xfrm>
              <a:off x="505225" y="579850"/>
              <a:ext cx="5000" cy="5000"/>
            </a:xfrm>
            <a:custGeom>
              <a:avLst/>
              <a:gdLst/>
              <a:ahLst/>
              <a:cxnLst/>
              <a:rect l="l" t="t" r="r" b="b"/>
              <a:pathLst>
                <a:path w="200" h="200" extrusionOk="0">
                  <a:moveTo>
                    <a:pt x="120" y="200"/>
                  </a:moveTo>
                  <a:cubicBezTo>
                    <a:pt x="140" y="140"/>
                    <a:pt x="199" y="41"/>
                    <a:pt x="120" y="1"/>
                  </a:cubicBezTo>
                  <a:cubicBezTo>
                    <a:pt x="40" y="41"/>
                    <a:pt x="0" y="140"/>
                    <a:pt x="120" y="20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8" name="Google Shape;3848;p44"/>
            <p:cNvSpPr/>
            <p:nvPr/>
          </p:nvSpPr>
          <p:spPr>
            <a:xfrm>
              <a:off x="519650" y="589300"/>
              <a:ext cx="5000" cy="5000"/>
            </a:xfrm>
            <a:custGeom>
              <a:avLst/>
              <a:gdLst/>
              <a:ahLst/>
              <a:cxnLst/>
              <a:rect l="l" t="t" r="r" b="b"/>
              <a:pathLst>
                <a:path w="200" h="200" extrusionOk="0">
                  <a:moveTo>
                    <a:pt x="199" y="140"/>
                  </a:moveTo>
                  <a:cubicBezTo>
                    <a:pt x="179" y="120"/>
                    <a:pt x="159" y="100"/>
                    <a:pt x="179" y="41"/>
                  </a:cubicBezTo>
                  <a:lnTo>
                    <a:pt x="40" y="1"/>
                  </a:lnTo>
                  <a:lnTo>
                    <a:pt x="0" y="120"/>
                  </a:lnTo>
                  <a:cubicBezTo>
                    <a:pt x="80" y="140"/>
                    <a:pt x="179" y="200"/>
                    <a:pt x="199" y="14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9" name="Google Shape;3849;p44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0" name="Google Shape;3850;p44"/>
            <p:cNvSpPr/>
            <p:nvPr/>
          </p:nvSpPr>
          <p:spPr>
            <a:xfrm>
              <a:off x="618625" y="433625"/>
              <a:ext cx="671525" cy="687425"/>
            </a:xfrm>
            <a:custGeom>
              <a:avLst/>
              <a:gdLst/>
              <a:ahLst/>
              <a:cxnLst/>
              <a:rect l="l" t="t" r="r" b="b"/>
              <a:pathLst>
                <a:path w="26861" h="27497" extrusionOk="0">
                  <a:moveTo>
                    <a:pt x="26781" y="15479"/>
                  </a:moveTo>
                  <a:cubicBezTo>
                    <a:pt x="26721" y="14823"/>
                    <a:pt x="26701" y="14186"/>
                    <a:pt x="26582" y="13629"/>
                  </a:cubicBezTo>
                  <a:cubicBezTo>
                    <a:pt x="26542" y="13430"/>
                    <a:pt x="26443" y="13251"/>
                    <a:pt x="26403" y="13052"/>
                  </a:cubicBezTo>
                  <a:cubicBezTo>
                    <a:pt x="26224" y="12236"/>
                    <a:pt x="26164" y="11401"/>
                    <a:pt x="25945" y="10605"/>
                  </a:cubicBezTo>
                  <a:cubicBezTo>
                    <a:pt x="25866" y="10346"/>
                    <a:pt x="25726" y="10088"/>
                    <a:pt x="25647" y="9829"/>
                  </a:cubicBezTo>
                  <a:cubicBezTo>
                    <a:pt x="25567" y="9570"/>
                    <a:pt x="25567" y="9292"/>
                    <a:pt x="25488" y="9013"/>
                  </a:cubicBezTo>
                  <a:cubicBezTo>
                    <a:pt x="25408" y="8735"/>
                    <a:pt x="25289" y="8476"/>
                    <a:pt x="25189" y="8217"/>
                  </a:cubicBezTo>
                  <a:cubicBezTo>
                    <a:pt x="25070" y="7819"/>
                    <a:pt x="24851" y="7422"/>
                    <a:pt x="24712" y="7183"/>
                  </a:cubicBezTo>
                  <a:cubicBezTo>
                    <a:pt x="24592" y="6964"/>
                    <a:pt x="24553" y="6765"/>
                    <a:pt x="24473" y="6606"/>
                  </a:cubicBezTo>
                  <a:cubicBezTo>
                    <a:pt x="24334" y="6248"/>
                    <a:pt x="24095" y="5929"/>
                    <a:pt x="23896" y="5611"/>
                  </a:cubicBezTo>
                  <a:cubicBezTo>
                    <a:pt x="23836" y="5511"/>
                    <a:pt x="23856" y="5372"/>
                    <a:pt x="23797" y="5293"/>
                  </a:cubicBezTo>
                  <a:cubicBezTo>
                    <a:pt x="23737" y="5193"/>
                    <a:pt x="23598" y="5133"/>
                    <a:pt x="23538" y="5034"/>
                  </a:cubicBezTo>
                  <a:cubicBezTo>
                    <a:pt x="23538" y="5034"/>
                    <a:pt x="23538" y="4934"/>
                    <a:pt x="23498" y="4895"/>
                  </a:cubicBezTo>
                  <a:cubicBezTo>
                    <a:pt x="23319" y="4636"/>
                    <a:pt x="23160" y="4338"/>
                    <a:pt x="22961" y="4119"/>
                  </a:cubicBezTo>
                  <a:cubicBezTo>
                    <a:pt x="22881" y="4019"/>
                    <a:pt x="22782" y="3940"/>
                    <a:pt x="22702" y="3840"/>
                  </a:cubicBezTo>
                  <a:cubicBezTo>
                    <a:pt x="22603" y="3721"/>
                    <a:pt x="22523" y="3582"/>
                    <a:pt x="22503" y="3562"/>
                  </a:cubicBezTo>
                  <a:cubicBezTo>
                    <a:pt x="22424" y="3442"/>
                    <a:pt x="22284" y="3422"/>
                    <a:pt x="22185" y="3323"/>
                  </a:cubicBezTo>
                  <a:cubicBezTo>
                    <a:pt x="22145" y="3263"/>
                    <a:pt x="22165" y="3204"/>
                    <a:pt x="22145" y="3164"/>
                  </a:cubicBezTo>
                  <a:cubicBezTo>
                    <a:pt x="22105" y="3124"/>
                    <a:pt x="22006" y="3104"/>
                    <a:pt x="21966" y="3044"/>
                  </a:cubicBezTo>
                  <a:cubicBezTo>
                    <a:pt x="21707" y="2746"/>
                    <a:pt x="21409" y="2388"/>
                    <a:pt x="21051" y="2129"/>
                  </a:cubicBezTo>
                  <a:cubicBezTo>
                    <a:pt x="20951" y="2069"/>
                    <a:pt x="20832" y="2050"/>
                    <a:pt x="20752" y="1990"/>
                  </a:cubicBezTo>
                  <a:cubicBezTo>
                    <a:pt x="20633" y="1910"/>
                    <a:pt x="20553" y="1811"/>
                    <a:pt x="20454" y="1731"/>
                  </a:cubicBezTo>
                  <a:cubicBezTo>
                    <a:pt x="20255" y="1592"/>
                    <a:pt x="20056" y="1492"/>
                    <a:pt x="19837" y="1373"/>
                  </a:cubicBezTo>
                  <a:cubicBezTo>
                    <a:pt x="19419" y="1134"/>
                    <a:pt x="19002" y="955"/>
                    <a:pt x="18584" y="756"/>
                  </a:cubicBezTo>
                  <a:cubicBezTo>
                    <a:pt x="17768" y="398"/>
                    <a:pt x="16912" y="140"/>
                    <a:pt x="16077" y="40"/>
                  </a:cubicBezTo>
                  <a:cubicBezTo>
                    <a:pt x="15321" y="40"/>
                    <a:pt x="14604" y="0"/>
                    <a:pt x="13928" y="40"/>
                  </a:cubicBezTo>
                  <a:cubicBezTo>
                    <a:pt x="13829" y="40"/>
                    <a:pt x="13749" y="0"/>
                    <a:pt x="13649" y="20"/>
                  </a:cubicBezTo>
                  <a:cubicBezTo>
                    <a:pt x="13590" y="20"/>
                    <a:pt x="13510" y="80"/>
                    <a:pt x="13451" y="100"/>
                  </a:cubicBezTo>
                  <a:cubicBezTo>
                    <a:pt x="13271" y="120"/>
                    <a:pt x="13072" y="100"/>
                    <a:pt x="12913" y="120"/>
                  </a:cubicBezTo>
                  <a:cubicBezTo>
                    <a:pt x="12754" y="159"/>
                    <a:pt x="12595" y="219"/>
                    <a:pt x="12436" y="279"/>
                  </a:cubicBezTo>
                  <a:cubicBezTo>
                    <a:pt x="12356" y="299"/>
                    <a:pt x="12277" y="299"/>
                    <a:pt x="12197" y="319"/>
                  </a:cubicBezTo>
                  <a:cubicBezTo>
                    <a:pt x="12197" y="319"/>
                    <a:pt x="12157" y="418"/>
                    <a:pt x="12137" y="418"/>
                  </a:cubicBezTo>
                  <a:cubicBezTo>
                    <a:pt x="12098" y="458"/>
                    <a:pt x="12018" y="398"/>
                    <a:pt x="11978" y="418"/>
                  </a:cubicBezTo>
                  <a:cubicBezTo>
                    <a:pt x="11401" y="617"/>
                    <a:pt x="10765" y="756"/>
                    <a:pt x="10168" y="876"/>
                  </a:cubicBezTo>
                  <a:cubicBezTo>
                    <a:pt x="9790" y="955"/>
                    <a:pt x="9451" y="1055"/>
                    <a:pt x="9113" y="1174"/>
                  </a:cubicBezTo>
                  <a:cubicBezTo>
                    <a:pt x="6944" y="1393"/>
                    <a:pt x="5034" y="2030"/>
                    <a:pt x="3284" y="3960"/>
                  </a:cubicBezTo>
                  <a:cubicBezTo>
                    <a:pt x="3204" y="4039"/>
                    <a:pt x="3124" y="4139"/>
                    <a:pt x="3065" y="4238"/>
                  </a:cubicBezTo>
                  <a:cubicBezTo>
                    <a:pt x="3045" y="4218"/>
                    <a:pt x="3025" y="4198"/>
                    <a:pt x="3025" y="4198"/>
                  </a:cubicBezTo>
                  <a:cubicBezTo>
                    <a:pt x="2925" y="4079"/>
                    <a:pt x="2826" y="4159"/>
                    <a:pt x="2746" y="4178"/>
                  </a:cubicBezTo>
                  <a:cubicBezTo>
                    <a:pt x="2707" y="4198"/>
                    <a:pt x="2647" y="4238"/>
                    <a:pt x="2607" y="4278"/>
                  </a:cubicBezTo>
                  <a:cubicBezTo>
                    <a:pt x="2408" y="4417"/>
                    <a:pt x="2209" y="4636"/>
                    <a:pt x="2070" y="4895"/>
                  </a:cubicBezTo>
                  <a:cubicBezTo>
                    <a:pt x="2010" y="5034"/>
                    <a:pt x="2010" y="5153"/>
                    <a:pt x="1950" y="5293"/>
                  </a:cubicBezTo>
                  <a:cubicBezTo>
                    <a:pt x="1692" y="5790"/>
                    <a:pt x="1294" y="6287"/>
                    <a:pt x="1135" y="6765"/>
                  </a:cubicBezTo>
                  <a:cubicBezTo>
                    <a:pt x="1095" y="6964"/>
                    <a:pt x="1214" y="7262"/>
                    <a:pt x="956" y="7322"/>
                  </a:cubicBezTo>
                  <a:cubicBezTo>
                    <a:pt x="1055" y="7501"/>
                    <a:pt x="916" y="7800"/>
                    <a:pt x="816" y="8018"/>
                  </a:cubicBezTo>
                  <a:cubicBezTo>
                    <a:pt x="737" y="8138"/>
                    <a:pt x="677" y="8217"/>
                    <a:pt x="598" y="8277"/>
                  </a:cubicBezTo>
                  <a:cubicBezTo>
                    <a:pt x="538" y="9033"/>
                    <a:pt x="239" y="9789"/>
                    <a:pt x="160" y="10545"/>
                  </a:cubicBezTo>
                  <a:cubicBezTo>
                    <a:pt x="80" y="11301"/>
                    <a:pt x="1" y="12018"/>
                    <a:pt x="1" y="12674"/>
                  </a:cubicBezTo>
                  <a:cubicBezTo>
                    <a:pt x="21" y="13768"/>
                    <a:pt x="40" y="14743"/>
                    <a:pt x="200" y="15798"/>
                  </a:cubicBezTo>
                  <a:cubicBezTo>
                    <a:pt x="239" y="15957"/>
                    <a:pt x="319" y="16136"/>
                    <a:pt x="359" y="16315"/>
                  </a:cubicBezTo>
                  <a:cubicBezTo>
                    <a:pt x="418" y="16494"/>
                    <a:pt x="458" y="16673"/>
                    <a:pt x="518" y="16872"/>
                  </a:cubicBezTo>
                  <a:cubicBezTo>
                    <a:pt x="478" y="16912"/>
                    <a:pt x="498" y="16912"/>
                    <a:pt x="538" y="16932"/>
                  </a:cubicBezTo>
                  <a:cubicBezTo>
                    <a:pt x="598" y="17151"/>
                    <a:pt x="677" y="17370"/>
                    <a:pt x="757" y="17569"/>
                  </a:cubicBezTo>
                  <a:cubicBezTo>
                    <a:pt x="757" y="17608"/>
                    <a:pt x="757" y="17648"/>
                    <a:pt x="737" y="17688"/>
                  </a:cubicBezTo>
                  <a:cubicBezTo>
                    <a:pt x="777" y="17728"/>
                    <a:pt x="816" y="17768"/>
                    <a:pt x="836" y="17807"/>
                  </a:cubicBezTo>
                  <a:cubicBezTo>
                    <a:pt x="916" y="17986"/>
                    <a:pt x="1015" y="18185"/>
                    <a:pt x="1095" y="18364"/>
                  </a:cubicBezTo>
                  <a:cubicBezTo>
                    <a:pt x="1095" y="18364"/>
                    <a:pt x="1095" y="18384"/>
                    <a:pt x="1135" y="18424"/>
                  </a:cubicBezTo>
                  <a:cubicBezTo>
                    <a:pt x="1175" y="18504"/>
                    <a:pt x="1214" y="18583"/>
                    <a:pt x="1254" y="18683"/>
                  </a:cubicBezTo>
                  <a:cubicBezTo>
                    <a:pt x="1254" y="18742"/>
                    <a:pt x="1294" y="18802"/>
                    <a:pt x="1354" y="18842"/>
                  </a:cubicBezTo>
                  <a:cubicBezTo>
                    <a:pt x="1473" y="19041"/>
                    <a:pt x="1592" y="19220"/>
                    <a:pt x="1732" y="19419"/>
                  </a:cubicBezTo>
                  <a:cubicBezTo>
                    <a:pt x="3264" y="21588"/>
                    <a:pt x="5850" y="22841"/>
                    <a:pt x="8476" y="23299"/>
                  </a:cubicBezTo>
                  <a:cubicBezTo>
                    <a:pt x="10327" y="23637"/>
                    <a:pt x="12197" y="23617"/>
                    <a:pt x="14087" y="23518"/>
                  </a:cubicBezTo>
                  <a:cubicBezTo>
                    <a:pt x="13988" y="23537"/>
                    <a:pt x="13888" y="23557"/>
                    <a:pt x="13789" y="23577"/>
                  </a:cubicBezTo>
                  <a:cubicBezTo>
                    <a:pt x="13709" y="23597"/>
                    <a:pt x="13530" y="23617"/>
                    <a:pt x="13451" y="23657"/>
                  </a:cubicBezTo>
                  <a:cubicBezTo>
                    <a:pt x="13431" y="23657"/>
                    <a:pt x="13411" y="23756"/>
                    <a:pt x="13391" y="23756"/>
                  </a:cubicBezTo>
                  <a:cubicBezTo>
                    <a:pt x="13331" y="23776"/>
                    <a:pt x="13252" y="23717"/>
                    <a:pt x="13172" y="23717"/>
                  </a:cubicBezTo>
                  <a:cubicBezTo>
                    <a:pt x="12913" y="23717"/>
                    <a:pt x="12734" y="23736"/>
                    <a:pt x="12535" y="23736"/>
                  </a:cubicBezTo>
                  <a:cubicBezTo>
                    <a:pt x="12376" y="23736"/>
                    <a:pt x="12217" y="23796"/>
                    <a:pt x="12078" y="23677"/>
                  </a:cubicBezTo>
                  <a:cubicBezTo>
                    <a:pt x="11899" y="23717"/>
                    <a:pt x="11640" y="23796"/>
                    <a:pt x="11381" y="23836"/>
                  </a:cubicBezTo>
                  <a:cubicBezTo>
                    <a:pt x="11302" y="23856"/>
                    <a:pt x="11123" y="23876"/>
                    <a:pt x="11123" y="23876"/>
                  </a:cubicBezTo>
                  <a:cubicBezTo>
                    <a:pt x="11083" y="23876"/>
                    <a:pt x="11083" y="23836"/>
                    <a:pt x="11063" y="23836"/>
                  </a:cubicBezTo>
                  <a:cubicBezTo>
                    <a:pt x="10944" y="23856"/>
                    <a:pt x="10824" y="23915"/>
                    <a:pt x="10705" y="23915"/>
                  </a:cubicBezTo>
                  <a:cubicBezTo>
                    <a:pt x="10148" y="23955"/>
                    <a:pt x="9272" y="23537"/>
                    <a:pt x="9093" y="24194"/>
                  </a:cubicBezTo>
                  <a:cubicBezTo>
                    <a:pt x="9014" y="24492"/>
                    <a:pt x="9073" y="24711"/>
                    <a:pt x="9193" y="24851"/>
                  </a:cubicBezTo>
                  <a:cubicBezTo>
                    <a:pt x="9213" y="24890"/>
                    <a:pt x="9332" y="24871"/>
                    <a:pt x="9412" y="24930"/>
                  </a:cubicBezTo>
                  <a:cubicBezTo>
                    <a:pt x="9491" y="24970"/>
                    <a:pt x="9571" y="25010"/>
                    <a:pt x="9611" y="25109"/>
                  </a:cubicBezTo>
                  <a:cubicBezTo>
                    <a:pt x="10148" y="25109"/>
                    <a:pt x="10745" y="24990"/>
                    <a:pt x="11322" y="24950"/>
                  </a:cubicBezTo>
                  <a:cubicBezTo>
                    <a:pt x="11381" y="24930"/>
                    <a:pt x="11461" y="24890"/>
                    <a:pt x="11521" y="24890"/>
                  </a:cubicBezTo>
                  <a:cubicBezTo>
                    <a:pt x="11580" y="24890"/>
                    <a:pt x="11640" y="24950"/>
                    <a:pt x="11720" y="24950"/>
                  </a:cubicBezTo>
                  <a:cubicBezTo>
                    <a:pt x="11859" y="24930"/>
                    <a:pt x="12018" y="24851"/>
                    <a:pt x="12157" y="24851"/>
                  </a:cubicBezTo>
                  <a:cubicBezTo>
                    <a:pt x="12197" y="24831"/>
                    <a:pt x="12297" y="24890"/>
                    <a:pt x="12356" y="24890"/>
                  </a:cubicBezTo>
                  <a:cubicBezTo>
                    <a:pt x="12436" y="24890"/>
                    <a:pt x="12495" y="24851"/>
                    <a:pt x="12575" y="24831"/>
                  </a:cubicBezTo>
                  <a:cubicBezTo>
                    <a:pt x="12655" y="24831"/>
                    <a:pt x="12714" y="24890"/>
                    <a:pt x="12774" y="24890"/>
                  </a:cubicBezTo>
                  <a:cubicBezTo>
                    <a:pt x="13013" y="24871"/>
                    <a:pt x="13192" y="24751"/>
                    <a:pt x="13371" y="24910"/>
                  </a:cubicBezTo>
                  <a:cubicBezTo>
                    <a:pt x="13590" y="24811"/>
                    <a:pt x="13829" y="24771"/>
                    <a:pt x="14027" y="24731"/>
                  </a:cubicBezTo>
                  <a:cubicBezTo>
                    <a:pt x="14127" y="24691"/>
                    <a:pt x="14127" y="24731"/>
                    <a:pt x="14226" y="24711"/>
                  </a:cubicBezTo>
                  <a:cubicBezTo>
                    <a:pt x="14525" y="24652"/>
                    <a:pt x="14843" y="24532"/>
                    <a:pt x="15142" y="24492"/>
                  </a:cubicBezTo>
                  <a:cubicBezTo>
                    <a:pt x="15261" y="24473"/>
                    <a:pt x="15380" y="24532"/>
                    <a:pt x="15500" y="24512"/>
                  </a:cubicBezTo>
                  <a:cubicBezTo>
                    <a:pt x="15599" y="24512"/>
                    <a:pt x="15679" y="24413"/>
                    <a:pt x="15778" y="24393"/>
                  </a:cubicBezTo>
                  <a:cubicBezTo>
                    <a:pt x="16534" y="24154"/>
                    <a:pt x="17310" y="24274"/>
                    <a:pt x="18126" y="24055"/>
                  </a:cubicBezTo>
                  <a:cubicBezTo>
                    <a:pt x="18285" y="24015"/>
                    <a:pt x="18444" y="23935"/>
                    <a:pt x="18604" y="23876"/>
                  </a:cubicBezTo>
                  <a:cubicBezTo>
                    <a:pt x="18604" y="23876"/>
                    <a:pt x="18663" y="23935"/>
                    <a:pt x="18703" y="23915"/>
                  </a:cubicBezTo>
                  <a:cubicBezTo>
                    <a:pt x="18822" y="23896"/>
                    <a:pt x="19002" y="23836"/>
                    <a:pt x="19141" y="23796"/>
                  </a:cubicBezTo>
                  <a:cubicBezTo>
                    <a:pt x="20215" y="23458"/>
                    <a:pt x="21230" y="22960"/>
                    <a:pt x="22066" y="22264"/>
                  </a:cubicBezTo>
                  <a:cubicBezTo>
                    <a:pt x="22125" y="22204"/>
                    <a:pt x="22185" y="22165"/>
                    <a:pt x="22245" y="22105"/>
                  </a:cubicBezTo>
                  <a:cubicBezTo>
                    <a:pt x="22563" y="21806"/>
                    <a:pt x="22861" y="21448"/>
                    <a:pt x="23100" y="21170"/>
                  </a:cubicBezTo>
                  <a:cubicBezTo>
                    <a:pt x="23319" y="20931"/>
                    <a:pt x="23558" y="20414"/>
                    <a:pt x="23797" y="20175"/>
                  </a:cubicBezTo>
                  <a:cubicBezTo>
                    <a:pt x="23816" y="20155"/>
                    <a:pt x="23777" y="20115"/>
                    <a:pt x="23777" y="20076"/>
                  </a:cubicBezTo>
                  <a:cubicBezTo>
                    <a:pt x="24015" y="19598"/>
                    <a:pt x="24155" y="19041"/>
                    <a:pt x="24254" y="18782"/>
                  </a:cubicBezTo>
                  <a:cubicBezTo>
                    <a:pt x="24413" y="18364"/>
                    <a:pt x="24433" y="17867"/>
                    <a:pt x="24533" y="17390"/>
                  </a:cubicBezTo>
                  <a:cubicBezTo>
                    <a:pt x="24612" y="16872"/>
                    <a:pt x="24771" y="16375"/>
                    <a:pt x="24732" y="15798"/>
                  </a:cubicBezTo>
                  <a:cubicBezTo>
                    <a:pt x="24712" y="15559"/>
                    <a:pt x="24712" y="15440"/>
                    <a:pt x="24712" y="15320"/>
                  </a:cubicBezTo>
                  <a:cubicBezTo>
                    <a:pt x="24712" y="15082"/>
                    <a:pt x="24632" y="14843"/>
                    <a:pt x="24612" y="14604"/>
                  </a:cubicBezTo>
                  <a:cubicBezTo>
                    <a:pt x="24592" y="14505"/>
                    <a:pt x="24652" y="14425"/>
                    <a:pt x="24632" y="14326"/>
                  </a:cubicBezTo>
                  <a:cubicBezTo>
                    <a:pt x="24573" y="13589"/>
                    <a:pt x="24493" y="12833"/>
                    <a:pt x="24354" y="12097"/>
                  </a:cubicBezTo>
                  <a:cubicBezTo>
                    <a:pt x="24194" y="11361"/>
                    <a:pt x="24015" y="10665"/>
                    <a:pt x="23797" y="9988"/>
                  </a:cubicBezTo>
                  <a:cubicBezTo>
                    <a:pt x="23757" y="9909"/>
                    <a:pt x="23816" y="9809"/>
                    <a:pt x="23777" y="9749"/>
                  </a:cubicBezTo>
                  <a:cubicBezTo>
                    <a:pt x="23757" y="9670"/>
                    <a:pt x="23657" y="9630"/>
                    <a:pt x="23617" y="9550"/>
                  </a:cubicBezTo>
                  <a:cubicBezTo>
                    <a:pt x="23598" y="9511"/>
                    <a:pt x="23657" y="9471"/>
                    <a:pt x="23637" y="9431"/>
                  </a:cubicBezTo>
                  <a:cubicBezTo>
                    <a:pt x="23617" y="9312"/>
                    <a:pt x="23419" y="8954"/>
                    <a:pt x="23379" y="8914"/>
                  </a:cubicBezTo>
                  <a:cubicBezTo>
                    <a:pt x="23339" y="8874"/>
                    <a:pt x="23419" y="8854"/>
                    <a:pt x="23399" y="8834"/>
                  </a:cubicBezTo>
                  <a:cubicBezTo>
                    <a:pt x="23379" y="8774"/>
                    <a:pt x="23339" y="8774"/>
                    <a:pt x="23319" y="8755"/>
                  </a:cubicBezTo>
                  <a:cubicBezTo>
                    <a:pt x="23299" y="8695"/>
                    <a:pt x="23359" y="8655"/>
                    <a:pt x="23319" y="8615"/>
                  </a:cubicBezTo>
                  <a:cubicBezTo>
                    <a:pt x="23279" y="8456"/>
                    <a:pt x="23140" y="8337"/>
                    <a:pt x="23080" y="8197"/>
                  </a:cubicBezTo>
                  <a:cubicBezTo>
                    <a:pt x="23060" y="8158"/>
                    <a:pt x="23100" y="8118"/>
                    <a:pt x="23100" y="8098"/>
                  </a:cubicBezTo>
                  <a:cubicBezTo>
                    <a:pt x="23080" y="8058"/>
                    <a:pt x="23021" y="8058"/>
                    <a:pt x="23001" y="8018"/>
                  </a:cubicBezTo>
                  <a:cubicBezTo>
                    <a:pt x="22941" y="7879"/>
                    <a:pt x="22842" y="7740"/>
                    <a:pt x="22782" y="7581"/>
                  </a:cubicBezTo>
                  <a:cubicBezTo>
                    <a:pt x="22742" y="7501"/>
                    <a:pt x="22762" y="7402"/>
                    <a:pt x="22722" y="7322"/>
                  </a:cubicBezTo>
                  <a:cubicBezTo>
                    <a:pt x="22643" y="7163"/>
                    <a:pt x="22503" y="7043"/>
                    <a:pt x="22404" y="6884"/>
                  </a:cubicBezTo>
                  <a:cubicBezTo>
                    <a:pt x="22245" y="6626"/>
                    <a:pt x="22066" y="6307"/>
                    <a:pt x="21887" y="5969"/>
                  </a:cubicBezTo>
                  <a:cubicBezTo>
                    <a:pt x="21767" y="5790"/>
                    <a:pt x="21727" y="5591"/>
                    <a:pt x="21648" y="5472"/>
                  </a:cubicBezTo>
                  <a:cubicBezTo>
                    <a:pt x="21608" y="5412"/>
                    <a:pt x="21469" y="5392"/>
                    <a:pt x="21429" y="5332"/>
                  </a:cubicBezTo>
                  <a:cubicBezTo>
                    <a:pt x="21389" y="5273"/>
                    <a:pt x="21369" y="5153"/>
                    <a:pt x="21329" y="5094"/>
                  </a:cubicBezTo>
                  <a:cubicBezTo>
                    <a:pt x="21310" y="5054"/>
                    <a:pt x="21250" y="5094"/>
                    <a:pt x="21230" y="5034"/>
                  </a:cubicBezTo>
                  <a:cubicBezTo>
                    <a:pt x="21230" y="5014"/>
                    <a:pt x="21270" y="4915"/>
                    <a:pt x="21270" y="4895"/>
                  </a:cubicBezTo>
                  <a:cubicBezTo>
                    <a:pt x="21210" y="4815"/>
                    <a:pt x="21111" y="4775"/>
                    <a:pt x="21071" y="4716"/>
                  </a:cubicBezTo>
                  <a:cubicBezTo>
                    <a:pt x="20852" y="4457"/>
                    <a:pt x="20534" y="4298"/>
                    <a:pt x="20295" y="4079"/>
                  </a:cubicBezTo>
                  <a:cubicBezTo>
                    <a:pt x="20156" y="3960"/>
                    <a:pt x="20036" y="3840"/>
                    <a:pt x="19897" y="3721"/>
                  </a:cubicBezTo>
                  <a:cubicBezTo>
                    <a:pt x="19857" y="3701"/>
                    <a:pt x="19797" y="3701"/>
                    <a:pt x="19797" y="3701"/>
                  </a:cubicBezTo>
                  <a:cubicBezTo>
                    <a:pt x="19738" y="3661"/>
                    <a:pt x="19758" y="3601"/>
                    <a:pt x="19738" y="3582"/>
                  </a:cubicBezTo>
                  <a:cubicBezTo>
                    <a:pt x="19698" y="3542"/>
                    <a:pt x="19579" y="3422"/>
                    <a:pt x="19579" y="3422"/>
                  </a:cubicBezTo>
                  <a:cubicBezTo>
                    <a:pt x="19081" y="3005"/>
                    <a:pt x="18564" y="2666"/>
                    <a:pt x="18106" y="2189"/>
                  </a:cubicBezTo>
                  <a:cubicBezTo>
                    <a:pt x="18345" y="2209"/>
                    <a:pt x="18524" y="2328"/>
                    <a:pt x="18723" y="2447"/>
                  </a:cubicBezTo>
                  <a:cubicBezTo>
                    <a:pt x="19141" y="2706"/>
                    <a:pt x="19559" y="2925"/>
                    <a:pt x="19937" y="3184"/>
                  </a:cubicBezTo>
                  <a:cubicBezTo>
                    <a:pt x="20016" y="3243"/>
                    <a:pt x="20116" y="3323"/>
                    <a:pt x="20215" y="3383"/>
                  </a:cubicBezTo>
                  <a:cubicBezTo>
                    <a:pt x="20315" y="3422"/>
                    <a:pt x="20454" y="3422"/>
                    <a:pt x="20534" y="3482"/>
                  </a:cubicBezTo>
                  <a:cubicBezTo>
                    <a:pt x="20573" y="3522"/>
                    <a:pt x="20633" y="3562"/>
                    <a:pt x="20693" y="3601"/>
                  </a:cubicBezTo>
                  <a:cubicBezTo>
                    <a:pt x="20733" y="3641"/>
                    <a:pt x="20792" y="3681"/>
                    <a:pt x="20792" y="3681"/>
                  </a:cubicBezTo>
                  <a:cubicBezTo>
                    <a:pt x="20792" y="3701"/>
                    <a:pt x="20772" y="3761"/>
                    <a:pt x="20812" y="3800"/>
                  </a:cubicBezTo>
                  <a:cubicBezTo>
                    <a:pt x="20852" y="3820"/>
                    <a:pt x="20971" y="3820"/>
                    <a:pt x="21011" y="3860"/>
                  </a:cubicBezTo>
                  <a:cubicBezTo>
                    <a:pt x="21031" y="3880"/>
                    <a:pt x="20991" y="3920"/>
                    <a:pt x="21011" y="3940"/>
                  </a:cubicBezTo>
                  <a:cubicBezTo>
                    <a:pt x="21031" y="3979"/>
                    <a:pt x="21071" y="3960"/>
                    <a:pt x="21111" y="3999"/>
                  </a:cubicBezTo>
                  <a:cubicBezTo>
                    <a:pt x="21310" y="4198"/>
                    <a:pt x="21389" y="4497"/>
                    <a:pt x="21668" y="4656"/>
                  </a:cubicBezTo>
                  <a:cubicBezTo>
                    <a:pt x="21707" y="5133"/>
                    <a:pt x="22105" y="5492"/>
                    <a:pt x="22404" y="5949"/>
                  </a:cubicBezTo>
                  <a:cubicBezTo>
                    <a:pt x="22503" y="6069"/>
                    <a:pt x="22603" y="6208"/>
                    <a:pt x="22682" y="6347"/>
                  </a:cubicBezTo>
                  <a:cubicBezTo>
                    <a:pt x="22702" y="6407"/>
                    <a:pt x="22643" y="6486"/>
                    <a:pt x="22662" y="6546"/>
                  </a:cubicBezTo>
                  <a:cubicBezTo>
                    <a:pt x="22682" y="6606"/>
                    <a:pt x="22782" y="6665"/>
                    <a:pt x="22802" y="6725"/>
                  </a:cubicBezTo>
                  <a:cubicBezTo>
                    <a:pt x="22921" y="6984"/>
                    <a:pt x="23060" y="7223"/>
                    <a:pt x="23200" y="7481"/>
                  </a:cubicBezTo>
                  <a:cubicBezTo>
                    <a:pt x="23419" y="7939"/>
                    <a:pt x="23498" y="8317"/>
                    <a:pt x="23677" y="8655"/>
                  </a:cubicBezTo>
                  <a:cubicBezTo>
                    <a:pt x="23856" y="9013"/>
                    <a:pt x="24035" y="9332"/>
                    <a:pt x="24155" y="9670"/>
                  </a:cubicBezTo>
                  <a:cubicBezTo>
                    <a:pt x="24155" y="9729"/>
                    <a:pt x="24115" y="9809"/>
                    <a:pt x="24135" y="9849"/>
                  </a:cubicBezTo>
                  <a:cubicBezTo>
                    <a:pt x="24155" y="9928"/>
                    <a:pt x="24214" y="9948"/>
                    <a:pt x="24234" y="10008"/>
                  </a:cubicBezTo>
                  <a:cubicBezTo>
                    <a:pt x="24274" y="10127"/>
                    <a:pt x="24234" y="10267"/>
                    <a:pt x="24274" y="10366"/>
                  </a:cubicBezTo>
                  <a:cubicBezTo>
                    <a:pt x="24274" y="10426"/>
                    <a:pt x="24374" y="10426"/>
                    <a:pt x="24393" y="10486"/>
                  </a:cubicBezTo>
                  <a:cubicBezTo>
                    <a:pt x="24433" y="10525"/>
                    <a:pt x="24374" y="10605"/>
                    <a:pt x="24393" y="10645"/>
                  </a:cubicBezTo>
                  <a:cubicBezTo>
                    <a:pt x="24393" y="10704"/>
                    <a:pt x="24413" y="10724"/>
                    <a:pt x="24413" y="10784"/>
                  </a:cubicBezTo>
                  <a:cubicBezTo>
                    <a:pt x="24433" y="11102"/>
                    <a:pt x="24672" y="11202"/>
                    <a:pt x="24752" y="11421"/>
                  </a:cubicBezTo>
                  <a:cubicBezTo>
                    <a:pt x="24831" y="11659"/>
                    <a:pt x="24851" y="11898"/>
                    <a:pt x="24891" y="12157"/>
                  </a:cubicBezTo>
                  <a:cubicBezTo>
                    <a:pt x="24931" y="12475"/>
                    <a:pt x="25030" y="12853"/>
                    <a:pt x="24970" y="13072"/>
                  </a:cubicBezTo>
                  <a:cubicBezTo>
                    <a:pt x="24871" y="13410"/>
                    <a:pt x="25070" y="13729"/>
                    <a:pt x="25130" y="14047"/>
                  </a:cubicBezTo>
                  <a:cubicBezTo>
                    <a:pt x="25189" y="14266"/>
                    <a:pt x="25150" y="14524"/>
                    <a:pt x="25150" y="14664"/>
                  </a:cubicBezTo>
                  <a:cubicBezTo>
                    <a:pt x="25150" y="14723"/>
                    <a:pt x="25209" y="14783"/>
                    <a:pt x="25209" y="14863"/>
                  </a:cubicBezTo>
                  <a:cubicBezTo>
                    <a:pt x="25209" y="14982"/>
                    <a:pt x="25229" y="15101"/>
                    <a:pt x="25229" y="15221"/>
                  </a:cubicBezTo>
                  <a:cubicBezTo>
                    <a:pt x="25249" y="15360"/>
                    <a:pt x="25309" y="15499"/>
                    <a:pt x="25249" y="15639"/>
                  </a:cubicBezTo>
                  <a:cubicBezTo>
                    <a:pt x="25269" y="15778"/>
                    <a:pt x="25408" y="15838"/>
                    <a:pt x="25428" y="15977"/>
                  </a:cubicBezTo>
                  <a:cubicBezTo>
                    <a:pt x="25309" y="16136"/>
                    <a:pt x="25468" y="16335"/>
                    <a:pt x="25468" y="16474"/>
                  </a:cubicBezTo>
                  <a:cubicBezTo>
                    <a:pt x="25468" y="16534"/>
                    <a:pt x="25408" y="16594"/>
                    <a:pt x="25408" y="16653"/>
                  </a:cubicBezTo>
                  <a:cubicBezTo>
                    <a:pt x="25428" y="16852"/>
                    <a:pt x="25488" y="17071"/>
                    <a:pt x="25488" y="17230"/>
                  </a:cubicBezTo>
                  <a:cubicBezTo>
                    <a:pt x="25488" y="17270"/>
                    <a:pt x="25428" y="17350"/>
                    <a:pt x="25428" y="17390"/>
                  </a:cubicBezTo>
                  <a:cubicBezTo>
                    <a:pt x="25408" y="17668"/>
                    <a:pt x="25428" y="17947"/>
                    <a:pt x="25388" y="18245"/>
                  </a:cubicBezTo>
                  <a:cubicBezTo>
                    <a:pt x="25368" y="18524"/>
                    <a:pt x="25329" y="18862"/>
                    <a:pt x="25249" y="19160"/>
                  </a:cubicBezTo>
                  <a:cubicBezTo>
                    <a:pt x="25150" y="19598"/>
                    <a:pt x="24970" y="19996"/>
                    <a:pt x="24851" y="20394"/>
                  </a:cubicBezTo>
                  <a:cubicBezTo>
                    <a:pt x="24851" y="20394"/>
                    <a:pt x="24771" y="20414"/>
                    <a:pt x="24752" y="20473"/>
                  </a:cubicBezTo>
                  <a:cubicBezTo>
                    <a:pt x="24712" y="20613"/>
                    <a:pt x="24712" y="20812"/>
                    <a:pt x="24652" y="20931"/>
                  </a:cubicBezTo>
                  <a:cubicBezTo>
                    <a:pt x="24592" y="21110"/>
                    <a:pt x="24433" y="21229"/>
                    <a:pt x="24453" y="21428"/>
                  </a:cubicBezTo>
                  <a:cubicBezTo>
                    <a:pt x="24354" y="21627"/>
                    <a:pt x="24155" y="21747"/>
                    <a:pt x="24075" y="21906"/>
                  </a:cubicBezTo>
                  <a:cubicBezTo>
                    <a:pt x="24035" y="21966"/>
                    <a:pt x="24055" y="22045"/>
                    <a:pt x="23996" y="22105"/>
                  </a:cubicBezTo>
                  <a:cubicBezTo>
                    <a:pt x="23916" y="22165"/>
                    <a:pt x="23836" y="22165"/>
                    <a:pt x="23757" y="22224"/>
                  </a:cubicBezTo>
                  <a:cubicBezTo>
                    <a:pt x="23578" y="22324"/>
                    <a:pt x="23518" y="22463"/>
                    <a:pt x="23419" y="22582"/>
                  </a:cubicBezTo>
                  <a:cubicBezTo>
                    <a:pt x="23339" y="22722"/>
                    <a:pt x="23200" y="22881"/>
                    <a:pt x="23040" y="23000"/>
                  </a:cubicBezTo>
                  <a:cubicBezTo>
                    <a:pt x="22643" y="23319"/>
                    <a:pt x="22105" y="23557"/>
                    <a:pt x="21747" y="23756"/>
                  </a:cubicBezTo>
                  <a:cubicBezTo>
                    <a:pt x="21688" y="23816"/>
                    <a:pt x="21648" y="23816"/>
                    <a:pt x="21568" y="23856"/>
                  </a:cubicBezTo>
                  <a:cubicBezTo>
                    <a:pt x="21409" y="23935"/>
                    <a:pt x="21270" y="24055"/>
                    <a:pt x="21130" y="24114"/>
                  </a:cubicBezTo>
                  <a:cubicBezTo>
                    <a:pt x="20772" y="24254"/>
                    <a:pt x="20414" y="24274"/>
                    <a:pt x="20096" y="24373"/>
                  </a:cubicBezTo>
                  <a:cubicBezTo>
                    <a:pt x="19897" y="24433"/>
                    <a:pt x="19718" y="24572"/>
                    <a:pt x="19519" y="24612"/>
                  </a:cubicBezTo>
                  <a:cubicBezTo>
                    <a:pt x="19280" y="24691"/>
                    <a:pt x="19021" y="24691"/>
                    <a:pt x="18803" y="24711"/>
                  </a:cubicBezTo>
                  <a:cubicBezTo>
                    <a:pt x="18743" y="24771"/>
                    <a:pt x="18624" y="24791"/>
                    <a:pt x="18584" y="24910"/>
                  </a:cubicBezTo>
                  <a:cubicBezTo>
                    <a:pt x="18504" y="24930"/>
                    <a:pt x="18484" y="24811"/>
                    <a:pt x="18405" y="24831"/>
                  </a:cubicBezTo>
                  <a:cubicBezTo>
                    <a:pt x="18405" y="24831"/>
                    <a:pt x="18345" y="24930"/>
                    <a:pt x="18345" y="24930"/>
                  </a:cubicBezTo>
                  <a:cubicBezTo>
                    <a:pt x="18305" y="24950"/>
                    <a:pt x="18246" y="24950"/>
                    <a:pt x="18206" y="24950"/>
                  </a:cubicBezTo>
                  <a:cubicBezTo>
                    <a:pt x="18007" y="24990"/>
                    <a:pt x="17768" y="24930"/>
                    <a:pt x="17629" y="25030"/>
                  </a:cubicBezTo>
                  <a:cubicBezTo>
                    <a:pt x="16912" y="25408"/>
                    <a:pt x="16077" y="25308"/>
                    <a:pt x="15420" y="25646"/>
                  </a:cubicBezTo>
                  <a:cubicBezTo>
                    <a:pt x="15042" y="25706"/>
                    <a:pt x="14425" y="25786"/>
                    <a:pt x="14067" y="26044"/>
                  </a:cubicBezTo>
                  <a:cubicBezTo>
                    <a:pt x="13709" y="25945"/>
                    <a:pt x="13351" y="26124"/>
                    <a:pt x="12993" y="26204"/>
                  </a:cubicBezTo>
                  <a:cubicBezTo>
                    <a:pt x="12774" y="26243"/>
                    <a:pt x="12555" y="26223"/>
                    <a:pt x="12336" y="26263"/>
                  </a:cubicBezTo>
                  <a:cubicBezTo>
                    <a:pt x="12297" y="26263"/>
                    <a:pt x="12177" y="26363"/>
                    <a:pt x="12157" y="26363"/>
                  </a:cubicBezTo>
                  <a:cubicBezTo>
                    <a:pt x="12137" y="26363"/>
                    <a:pt x="12137" y="26303"/>
                    <a:pt x="12098" y="26323"/>
                  </a:cubicBezTo>
                  <a:cubicBezTo>
                    <a:pt x="11978" y="26343"/>
                    <a:pt x="11899" y="26403"/>
                    <a:pt x="11779" y="26422"/>
                  </a:cubicBezTo>
                  <a:cubicBezTo>
                    <a:pt x="11620" y="26442"/>
                    <a:pt x="11441" y="26422"/>
                    <a:pt x="11282" y="26422"/>
                  </a:cubicBezTo>
                  <a:cubicBezTo>
                    <a:pt x="11083" y="26403"/>
                    <a:pt x="10904" y="26343"/>
                    <a:pt x="10725" y="26343"/>
                  </a:cubicBezTo>
                  <a:cubicBezTo>
                    <a:pt x="10347" y="26363"/>
                    <a:pt x="9949" y="26661"/>
                    <a:pt x="9571" y="26482"/>
                  </a:cubicBezTo>
                  <a:cubicBezTo>
                    <a:pt x="9412" y="26582"/>
                    <a:pt x="9292" y="26522"/>
                    <a:pt x="9173" y="26442"/>
                  </a:cubicBezTo>
                  <a:cubicBezTo>
                    <a:pt x="8874" y="26582"/>
                    <a:pt x="8576" y="26522"/>
                    <a:pt x="8297" y="26522"/>
                  </a:cubicBezTo>
                  <a:cubicBezTo>
                    <a:pt x="8118" y="26522"/>
                    <a:pt x="7979" y="26562"/>
                    <a:pt x="7820" y="26562"/>
                  </a:cubicBezTo>
                  <a:cubicBezTo>
                    <a:pt x="7661" y="26542"/>
                    <a:pt x="7621" y="26462"/>
                    <a:pt x="7502" y="26502"/>
                  </a:cubicBezTo>
                  <a:cubicBezTo>
                    <a:pt x="7362" y="26542"/>
                    <a:pt x="6885" y="26403"/>
                    <a:pt x="6765" y="26383"/>
                  </a:cubicBezTo>
                  <a:cubicBezTo>
                    <a:pt x="6686" y="26383"/>
                    <a:pt x="6626" y="26403"/>
                    <a:pt x="6586" y="26383"/>
                  </a:cubicBezTo>
                  <a:cubicBezTo>
                    <a:pt x="6566" y="26383"/>
                    <a:pt x="6566" y="26323"/>
                    <a:pt x="6566" y="26323"/>
                  </a:cubicBezTo>
                  <a:cubicBezTo>
                    <a:pt x="6328" y="26303"/>
                    <a:pt x="5890" y="26243"/>
                    <a:pt x="5790" y="26263"/>
                  </a:cubicBezTo>
                  <a:cubicBezTo>
                    <a:pt x="5651" y="26323"/>
                    <a:pt x="5512" y="26184"/>
                    <a:pt x="5412" y="26144"/>
                  </a:cubicBezTo>
                  <a:cubicBezTo>
                    <a:pt x="4935" y="25965"/>
                    <a:pt x="4636" y="25925"/>
                    <a:pt x="4219" y="25925"/>
                  </a:cubicBezTo>
                  <a:cubicBezTo>
                    <a:pt x="4119" y="25885"/>
                    <a:pt x="4079" y="25845"/>
                    <a:pt x="4040" y="25786"/>
                  </a:cubicBezTo>
                  <a:cubicBezTo>
                    <a:pt x="3980" y="25686"/>
                    <a:pt x="3841" y="25925"/>
                    <a:pt x="3861" y="25766"/>
                  </a:cubicBezTo>
                  <a:cubicBezTo>
                    <a:pt x="3662" y="25746"/>
                    <a:pt x="3642" y="25666"/>
                    <a:pt x="3443" y="25567"/>
                  </a:cubicBezTo>
                  <a:cubicBezTo>
                    <a:pt x="3343" y="25746"/>
                    <a:pt x="3204" y="25487"/>
                    <a:pt x="3204" y="25487"/>
                  </a:cubicBezTo>
                  <a:cubicBezTo>
                    <a:pt x="3144" y="25447"/>
                    <a:pt x="3085" y="25507"/>
                    <a:pt x="3065" y="25487"/>
                  </a:cubicBezTo>
                  <a:cubicBezTo>
                    <a:pt x="2905" y="25388"/>
                    <a:pt x="2806" y="25209"/>
                    <a:pt x="2647" y="25129"/>
                  </a:cubicBezTo>
                  <a:cubicBezTo>
                    <a:pt x="2527" y="25089"/>
                    <a:pt x="2408" y="25109"/>
                    <a:pt x="2269" y="25089"/>
                  </a:cubicBezTo>
                  <a:cubicBezTo>
                    <a:pt x="1931" y="25030"/>
                    <a:pt x="1493" y="24791"/>
                    <a:pt x="1075" y="24552"/>
                  </a:cubicBezTo>
                  <a:cubicBezTo>
                    <a:pt x="916" y="24691"/>
                    <a:pt x="1155" y="24751"/>
                    <a:pt x="1214" y="24831"/>
                  </a:cubicBezTo>
                  <a:cubicBezTo>
                    <a:pt x="1354" y="25010"/>
                    <a:pt x="1473" y="25109"/>
                    <a:pt x="1592" y="25169"/>
                  </a:cubicBezTo>
                  <a:cubicBezTo>
                    <a:pt x="1672" y="25189"/>
                    <a:pt x="1692" y="25288"/>
                    <a:pt x="1712" y="25308"/>
                  </a:cubicBezTo>
                  <a:cubicBezTo>
                    <a:pt x="2030" y="25567"/>
                    <a:pt x="2508" y="25865"/>
                    <a:pt x="2806" y="25945"/>
                  </a:cubicBezTo>
                  <a:cubicBezTo>
                    <a:pt x="3284" y="26104"/>
                    <a:pt x="3681" y="26343"/>
                    <a:pt x="4139" y="26522"/>
                  </a:cubicBezTo>
                  <a:cubicBezTo>
                    <a:pt x="4378" y="26601"/>
                    <a:pt x="4676" y="26701"/>
                    <a:pt x="4855" y="26721"/>
                  </a:cubicBezTo>
                  <a:cubicBezTo>
                    <a:pt x="4935" y="26741"/>
                    <a:pt x="4955" y="26820"/>
                    <a:pt x="4995" y="26840"/>
                  </a:cubicBezTo>
                  <a:cubicBezTo>
                    <a:pt x="5174" y="26900"/>
                    <a:pt x="5412" y="26940"/>
                    <a:pt x="5611" y="26980"/>
                  </a:cubicBezTo>
                  <a:cubicBezTo>
                    <a:pt x="5850" y="27039"/>
                    <a:pt x="6089" y="27099"/>
                    <a:pt x="6228" y="27119"/>
                  </a:cubicBezTo>
                  <a:cubicBezTo>
                    <a:pt x="6268" y="27119"/>
                    <a:pt x="6268" y="27178"/>
                    <a:pt x="6268" y="27178"/>
                  </a:cubicBezTo>
                  <a:cubicBezTo>
                    <a:pt x="6507" y="27258"/>
                    <a:pt x="6606" y="27159"/>
                    <a:pt x="6765" y="27198"/>
                  </a:cubicBezTo>
                  <a:cubicBezTo>
                    <a:pt x="6765" y="27198"/>
                    <a:pt x="6825" y="27258"/>
                    <a:pt x="6885" y="27278"/>
                  </a:cubicBezTo>
                  <a:cubicBezTo>
                    <a:pt x="6964" y="27298"/>
                    <a:pt x="7024" y="27258"/>
                    <a:pt x="7064" y="27258"/>
                  </a:cubicBezTo>
                  <a:cubicBezTo>
                    <a:pt x="7322" y="27298"/>
                    <a:pt x="7581" y="27397"/>
                    <a:pt x="7820" y="27417"/>
                  </a:cubicBezTo>
                  <a:cubicBezTo>
                    <a:pt x="8019" y="27417"/>
                    <a:pt x="8258" y="27338"/>
                    <a:pt x="8437" y="27358"/>
                  </a:cubicBezTo>
                  <a:cubicBezTo>
                    <a:pt x="8556" y="27358"/>
                    <a:pt x="8596" y="27417"/>
                    <a:pt x="8636" y="27437"/>
                  </a:cubicBezTo>
                  <a:cubicBezTo>
                    <a:pt x="8656" y="27437"/>
                    <a:pt x="8675" y="27377"/>
                    <a:pt x="8675" y="27377"/>
                  </a:cubicBezTo>
                  <a:cubicBezTo>
                    <a:pt x="9034" y="27417"/>
                    <a:pt x="9451" y="27457"/>
                    <a:pt x="9670" y="27497"/>
                  </a:cubicBezTo>
                  <a:cubicBezTo>
                    <a:pt x="9730" y="27497"/>
                    <a:pt x="9750" y="27457"/>
                    <a:pt x="9790" y="27457"/>
                  </a:cubicBezTo>
                  <a:cubicBezTo>
                    <a:pt x="10008" y="27417"/>
                    <a:pt x="10148" y="27437"/>
                    <a:pt x="10367" y="27437"/>
                  </a:cubicBezTo>
                  <a:cubicBezTo>
                    <a:pt x="10585" y="27437"/>
                    <a:pt x="10904" y="27377"/>
                    <a:pt x="11162" y="27358"/>
                  </a:cubicBezTo>
                  <a:cubicBezTo>
                    <a:pt x="11222" y="27358"/>
                    <a:pt x="11302" y="27377"/>
                    <a:pt x="11381" y="27377"/>
                  </a:cubicBezTo>
                  <a:cubicBezTo>
                    <a:pt x="12018" y="27318"/>
                    <a:pt x="12973" y="27318"/>
                    <a:pt x="13649" y="27178"/>
                  </a:cubicBezTo>
                  <a:cubicBezTo>
                    <a:pt x="14346" y="27039"/>
                    <a:pt x="14983" y="26860"/>
                    <a:pt x="15599" y="26741"/>
                  </a:cubicBezTo>
                  <a:cubicBezTo>
                    <a:pt x="15957" y="26661"/>
                    <a:pt x="16256" y="26562"/>
                    <a:pt x="16554" y="26502"/>
                  </a:cubicBezTo>
                  <a:cubicBezTo>
                    <a:pt x="16952" y="26422"/>
                    <a:pt x="17390" y="26442"/>
                    <a:pt x="17828" y="26323"/>
                  </a:cubicBezTo>
                  <a:cubicBezTo>
                    <a:pt x="17967" y="26283"/>
                    <a:pt x="18106" y="26223"/>
                    <a:pt x="18246" y="26164"/>
                  </a:cubicBezTo>
                  <a:cubicBezTo>
                    <a:pt x="18763" y="26005"/>
                    <a:pt x="19101" y="25905"/>
                    <a:pt x="19539" y="25806"/>
                  </a:cubicBezTo>
                  <a:lnTo>
                    <a:pt x="20116" y="25666"/>
                  </a:lnTo>
                  <a:cubicBezTo>
                    <a:pt x="20315" y="25607"/>
                    <a:pt x="20534" y="25547"/>
                    <a:pt x="20733" y="25487"/>
                  </a:cubicBezTo>
                  <a:cubicBezTo>
                    <a:pt x="21130" y="25348"/>
                    <a:pt x="21528" y="25209"/>
                    <a:pt x="21906" y="25030"/>
                  </a:cubicBezTo>
                  <a:cubicBezTo>
                    <a:pt x="22583" y="24751"/>
                    <a:pt x="23220" y="24333"/>
                    <a:pt x="23797" y="23856"/>
                  </a:cubicBezTo>
                  <a:cubicBezTo>
                    <a:pt x="24433" y="23279"/>
                    <a:pt x="25010" y="22602"/>
                    <a:pt x="25468" y="21866"/>
                  </a:cubicBezTo>
                  <a:cubicBezTo>
                    <a:pt x="26105" y="20891"/>
                    <a:pt x="26542" y="19697"/>
                    <a:pt x="26662" y="18563"/>
                  </a:cubicBezTo>
                  <a:cubicBezTo>
                    <a:pt x="26761" y="17608"/>
                    <a:pt x="26861" y="16474"/>
                    <a:pt x="26781" y="1547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1" name="Google Shape;3851;p44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2" name="Google Shape;3852;p44"/>
          <p:cNvSpPr/>
          <p:nvPr/>
        </p:nvSpPr>
        <p:spPr>
          <a:xfrm rot="4144145">
            <a:off x="890906" y="671673"/>
            <a:ext cx="1318427" cy="993147"/>
          </a:xfrm>
          <a:custGeom>
            <a:avLst/>
            <a:gdLst/>
            <a:ahLst/>
            <a:cxnLst/>
            <a:rect l="l" t="t" r="r" b="b"/>
            <a:pathLst>
              <a:path w="13789" h="10387" extrusionOk="0">
                <a:moveTo>
                  <a:pt x="5267" y="0"/>
                </a:moveTo>
                <a:cubicBezTo>
                  <a:pt x="4358" y="0"/>
                  <a:pt x="3499" y="191"/>
                  <a:pt x="2786" y="634"/>
                </a:cubicBezTo>
                <a:cubicBezTo>
                  <a:pt x="1234" y="1649"/>
                  <a:pt x="1" y="4573"/>
                  <a:pt x="1035" y="6623"/>
                </a:cubicBezTo>
                <a:cubicBezTo>
                  <a:pt x="2262" y="8933"/>
                  <a:pt x="5711" y="10386"/>
                  <a:pt x="8376" y="10386"/>
                </a:cubicBezTo>
                <a:cubicBezTo>
                  <a:pt x="8695" y="10386"/>
                  <a:pt x="9002" y="10366"/>
                  <a:pt x="9292" y="10323"/>
                </a:cubicBezTo>
                <a:cubicBezTo>
                  <a:pt x="12615" y="9846"/>
                  <a:pt x="13789" y="5309"/>
                  <a:pt x="11819" y="2942"/>
                </a:cubicBezTo>
                <a:cubicBezTo>
                  <a:pt x="10514" y="1376"/>
                  <a:pt x="7709" y="0"/>
                  <a:pt x="5267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3" name="Google Shape;3853;p44"/>
          <p:cNvSpPr/>
          <p:nvPr/>
        </p:nvSpPr>
        <p:spPr>
          <a:xfrm>
            <a:off x="7695775" y="2061200"/>
            <a:ext cx="559090" cy="510541"/>
          </a:xfrm>
          <a:custGeom>
            <a:avLst/>
            <a:gdLst/>
            <a:ahLst/>
            <a:cxnLst/>
            <a:rect l="l" t="t" r="r" b="b"/>
            <a:pathLst>
              <a:path w="11919" h="10884" extrusionOk="0">
                <a:moveTo>
                  <a:pt x="3204" y="0"/>
                </a:moveTo>
                <a:lnTo>
                  <a:pt x="5074" y="4238"/>
                </a:lnTo>
                <a:lnTo>
                  <a:pt x="1" y="3940"/>
                </a:lnTo>
                <a:lnTo>
                  <a:pt x="4497" y="5889"/>
                </a:lnTo>
                <a:lnTo>
                  <a:pt x="2607" y="9132"/>
                </a:lnTo>
                <a:lnTo>
                  <a:pt x="5771" y="6208"/>
                </a:lnTo>
                <a:lnTo>
                  <a:pt x="6089" y="10883"/>
                </a:lnTo>
                <a:lnTo>
                  <a:pt x="7163" y="6307"/>
                </a:lnTo>
                <a:lnTo>
                  <a:pt x="11919" y="6964"/>
                </a:lnTo>
                <a:lnTo>
                  <a:pt x="7900" y="4457"/>
                </a:lnTo>
                <a:lnTo>
                  <a:pt x="8974" y="119"/>
                </a:lnTo>
                <a:lnTo>
                  <a:pt x="6348" y="3681"/>
                </a:lnTo>
                <a:lnTo>
                  <a:pt x="320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4" name="Google Shape;3854;p44"/>
          <p:cNvSpPr/>
          <p:nvPr/>
        </p:nvSpPr>
        <p:spPr>
          <a:xfrm>
            <a:off x="773175" y="3566375"/>
            <a:ext cx="429971" cy="510546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5" name="Google Shape;3855;p44"/>
          <p:cNvSpPr/>
          <p:nvPr/>
        </p:nvSpPr>
        <p:spPr>
          <a:xfrm>
            <a:off x="1015250" y="1475600"/>
            <a:ext cx="888513" cy="765982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56" name="Google Shape;3856;p44"/>
          <p:cNvGrpSpPr/>
          <p:nvPr/>
        </p:nvGrpSpPr>
        <p:grpSpPr>
          <a:xfrm>
            <a:off x="7993745" y="3647770"/>
            <a:ext cx="559096" cy="955702"/>
            <a:chOff x="478350" y="474400"/>
            <a:chExt cx="344250" cy="588450"/>
          </a:xfrm>
        </p:grpSpPr>
        <p:sp>
          <p:nvSpPr>
            <p:cNvPr id="3857" name="Google Shape;3857;p44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8" name="Google Shape;3858;p44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59" name="Google Shape;3859;p44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860" name="Google Shape;3860;p44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3861" name="Google Shape;3861;p44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62" name="Google Shape;3862;p44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3863" name="Google Shape;3863;p44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3864" name="Google Shape;3864;p44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3865" name="Google Shape;3865;p44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3866" name="Google Shape;3866;p44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3867" name="Google Shape;3867;p44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868" name="Google Shape;3868;p44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869" name="Google Shape;3869;p44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3870" name="Google Shape;3870;p44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/>
                  <a:lstStyle/>
                  <a:p>
                    <a:endParaRPr lang="fr-FR"/>
                  </a:p>
                </p:txBody>
              </p:sp>
              <p:sp>
                <p:nvSpPr>
                  <p:cNvPr id="3871" name="Google Shape;3871;p44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872" name="Google Shape;3872;p44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3873" name="Google Shape;3873;p44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3874" name="Google Shape;3874;p44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875" name="Google Shape;3875;p44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876" name="Google Shape;3876;p44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3877" name="Google Shape;3877;p44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3878" name="Google Shape;3878;p44"/>
          <p:cNvSpPr txBox="1">
            <a:spLocks noGrp="1"/>
          </p:cNvSpPr>
          <p:nvPr>
            <p:ph type="subTitle" idx="1"/>
          </p:nvPr>
        </p:nvSpPr>
        <p:spPr>
          <a:xfrm>
            <a:off x="3164550" y="2267675"/>
            <a:ext cx="28149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434343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79" name="Google Shape;3879;p44"/>
          <p:cNvSpPr txBox="1">
            <a:spLocks noGrp="1"/>
          </p:cNvSpPr>
          <p:nvPr>
            <p:ph type="title"/>
          </p:nvPr>
        </p:nvSpPr>
        <p:spPr>
          <a:xfrm>
            <a:off x="720000" y="1035825"/>
            <a:ext cx="7704000" cy="75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72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80" name="Google Shape;3880;p44"/>
          <p:cNvSpPr txBox="1">
            <a:spLocks noGrp="1"/>
          </p:cNvSpPr>
          <p:nvPr>
            <p:ph type="subTitle" idx="2"/>
          </p:nvPr>
        </p:nvSpPr>
        <p:spPr>
          <a:xfrm>
            <a:off x="3164550" y="2686775"/>
            <a:ext cx="2814900" cy="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3881" name="Google Shape;3881;p44"/>
          <p:cNvSpPr txBox="1"/>
          <p:nvPr/>
        </p:nvSpPr>
        <p:spPr>
          <a:xfrm>
            <a:off x="2214600" y="3595325"/>
            <a:ext cx="4714800" cy="530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CREDITS: This presentation template was created by </a:t>
            </a:r>
            <a:r>
              <a:rPr lang="en" sz="1100" b="1">
                <a:solidFill>
                  <a:srgbClr val="434343"/>
                </a:solidFill>
                <a:uFill>
                  <a:noFill/>
                </a:uFill>
                <a:latin typeface="Varela Round"/>
                <a:ea typeface="Varela Round"/>
                <a:cs typeface="Varela Round"/>
                <a:sym typeface="Varela Rou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, including icons by </a:t>
            </a:r>
            <a:r>
              <a:rPr lang="en" sz="1100" b="1">
                <a:solidFill>
                  <a:srgbClr val="434343"/>
                </a:solidFill>
                <a:uFill>
                  <a:noFill/>
                </a:uFill>
                <a:latin typeface="Varela Round"/>
                <a:ea typeface="Varela Round"/>
                <a:cs typeface="Varela Round"/>
                <a:sym typeface="Varela Rou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rgbClr val="434343"/>
                </a:solidFill>
                <a:latin typeface="Varela Round"/>
                <a:ea typeface="Varela Round"/>
                <a:cs typeface="Varela Round"/>
                <a:sym typeface="Varela Round"/>
              </a:rPr>
              <a:t>, and infographics &amp; images by </a:t>
            </a:r>
            <a:r>
              <a:rPr lang="en" sz="1100" b="1">
                <a:solidFill>
                  <a:srgbClr val="434343"/>
                </a:solidFill>
                <a:uFill>
                  <a:noFill/>
                </a:uFill>
                <a:latin typeface="Varela Round"/>
                <a:ea typeface="Varela Round"/>
                <a:cs typeface="Varela Round"/>
                <a:sym typeface="Varela Rou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100" b="1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5">
    <p:spTree>
      <p:nvGrpSpPr>
        <p:cNvPr id="1" name="Shape 3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3" name="Google Shape;3883;p45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3884" name="Google Shape;3884;p45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5" name="Google Shape;3885;p45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6" name="Google Shape;3886;p45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7" name="Google Shape;3887;p45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8" name="Google Shape;3888;p45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9" name="Google Shape;3889;p45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0" name="Google Shape;3890;p45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1" name="Google Shape;3891;p45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2" name="Google Shape;3892;p45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3" name="Google Shape;3893;p45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4" name="Google Shape;3894;p45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5" name="Google Shape;3895;p45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6" name="Google Shape;3896;p45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7" name="Google Shape;3897;p45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8" name="Google Shape;3898;p45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9" name="Google Shape;3899;p45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0" name="Google Shape;3900;p45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1" name="Google Shape;3901;p45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2" name="Google Shape;3902;p45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3" name="Google Shape;3903;p45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4" name="Google Shape;3904;p45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5" name="Google Shape;3905;p45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6" name="Google Shape;3906;p45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7" name="Google Shape;3907;p45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8" name="Google Shape;3908;p45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9" name="Google Shape;3909;p45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0" name="Google Shape;3910;p45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1" name="Google Shape;3911;p45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2" name="Google Shape;3912;p45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3" name="Google Shape;3913;p45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4" name="Google Shape;3914;p45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5" name="Google Shape;3915;p45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6" name="Google Shape;3916;p45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7" name="Google Shape;3917;p45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8" name="Google Shape;3918;p45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9" name="Google Shape;3919;p45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0" name="Google Shape;3920;p45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1" name="Google Shape;3921;p45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2" name="Google Shape;3922;p45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3" name="Google Shape;3923;p45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4" name="Google Shape;3924;p45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5" name="Google Shape;3925;p45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6" name="Google Shape;3926;p45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7" name="Google Shape;3927;p45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8" name="Google Shape;3928;p45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9" name="Google Shape;3929;p45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0" name="Google Shape;3930;p45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1" name="Google Shape;3931;p45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2" name="Google Shape;3932;p45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3" name="Google Shape;3933;p45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4" name="Google Shape;3934;p45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5" name="Google Shape;3935;p45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6" name="Google Shape;3936;p45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7" name="Google Shape;3937;p45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8" name="Google Shape;3938;p45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9" name="Google Shape;3939;p45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0" name="Google Shape;3940;p45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1" name="Google Shape;3941;p45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42" name="Google Shape;3942;p4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43" name="Google Shape;3943;p45"/>
          <p:cNvGrpSpPr/>
          <p:nvPr/>
        </p:nvGrpSpPr>
        <p:grpSpPr>
          <a:xfrm rot="-5400000">
            <a:off x="7598805" y="823914"/>
            <a:ext cx="368499" cy="424474"/>
            <a:chOff x="3150425" y="3024575"/>
            <a:chExt cx="130350" cy="150150"/>
          </a:xfrm>
        </p:grpSpPr>
        <p:sp>
          <p:nvSpPr>
            <p:cNvPr id="3944" name="Google Shape;3944;p45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5" name="Google Shape;3945;p45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6" name="Google Shape;3946;p45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7" name="Google Shape;3947;p45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8" name="Google Shape;3948;p45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9" name="Google Shape;3949;p45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0" name="Google Shape;3950;p45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1" name="Google Shape;3951;p45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52" name="Google Shape;3952;p45"/>
          <p:cNvGrpSpPr/>
          <p:nvPr/>
        </p:nvGrpSpPr>
        <p:grpSpPr>
          <a:xfrm rot="9715366" flipH="1">
            <a:off x="8134543" y="833393"/>
            <a:ext cx="578893" cy="989541"/>
            <a:chOff x="478350" y="474400"/>
            <a:chExt cx="344250" cy="588450"/>
          </a:xfrm>
        </p:grpSpPr>
        <p:sp>
          <p:nvSpPr>
            <p:cNvPr id="3953" name="Google Shape;3953;p45"/>
            <p:cNvSpPr/>
            <p:nvPr/>
          </p:nvSpPr>
          <p:spPr>
            <a:xfrm>
              <a:off x="478350" y="590800"/>
              <a:ext cx="58225" cy="311400"/>
            </a:xfrm>
            <a:custGeom>
              <a:avLst/>
              <a:gdLst/>
              <a:ahLst/>
              <a:cxnLst/>
              <a:rect l="l" t="t" r="r" b="b"/>
              <a:pathLst>
                <a:path w="2329" h="12456" extrusionOk="0">
                  <a:moveTo>
                    <a:pt x="1991" y="11421"/>
                  </a:moveTo>
                  <a:cubicBezTo>
                    <a:pt x="1851" y="10565"/>
                    <a:pt x="1652" y="9809"/>
                    <a:pt x="1493" y="9013"/>
                  </a:cubicBezTo>
                  <a:cubicBezTo>
                    <a:pt x="1175" y="8695"/>
                    <a:pt x="1314" y="8237"/>
                    <a:pt x="1195" y="7859"/>
                  </a:cubicBezTo>
                  <a:cubicBezTo>
                    <a:pt x="1155" y="7760"/>
                    <a:pt x="1095" y="7700"/>
                    <a:pt x="1075" y="7621"/>
                  </a:cubicBezTo>
                  <a:cubicBezTo>
                    <a:pt x="1035" y="7342"/>
                    <a:pt x="1055" y="7083"/>
                    <a:pt x="1016" y="6904"/>
                  </a:cubicBezTo>
                  <a:cubicBezTo>
                    <a:pt x="956" y="6646"/>
                    <a:pt x="916" y="6447"/>
                    <a:pt x="876" y="6208"/>
                  </a:cubicBezTo>
                  <a:cubicBezTo>
                    <a:pt x="817" y="5930"/>
                    <a:pt x="837" y="5651"/>
                    <a:pt x="817" y="5353"/>
                  </a:cubicBezTo>
                  <a:cubicBezTo>
                    <a:pt x="817" y="5193"/>
                    <a:pt x="737" y="5074"/>
                    <a:pt x="757" y="4935"/>
                  </a:cubicBezTo>
                  <a:cubicBezTo>
                    <a:pt x="757" y="4815"/>
                    <a:pt x="837" y="4696"/>
                    <a:pt x="837" y="4577"/>
                  </a:cubicBezTo>
                  <a:cubicBezTo>
                    <a:pt x="856" y="4378"/>
                    <a:pt x="757" y="4139"/>
                    <a:pt x="757" y="3940"/>
                  </a:cubicBezTo>
                  <a:cubicBezTo>
                    <a:pt x="757" y="3860"/>
                    <a:pt x="837" y="3781"/>
                    <a:pt x="856" y="3701"/>
                  </a:cubicBezTo>
                  <a:cubicBezTo>
                    <a:pt x="856" y="3622"/>
                    <a:pt x="777" y="3502"/>
                    <a:pt x="777" y="3442"/>
                  </a:cubicBezTo>
                  <a:cubicBezTo>
                    <a:pt x="797" y="3363"/>
                    <a:pt x="916" y="3283"/>
                    <a:pt x="876" y="3204"/>
                  </a:cubicBezTo>
                  <a:cubicBezTo>
                    <a:pt x="856" y="3064"/>
                    <a:pt x="837" y="2905"/>
                    <a:pt x="797" y="2766"/>
                  </a:cubicBezTo>
                  <a:cubicBezTo>
                    <a:pt x="936" y="2348"/>
                    <a:pt x="1035" y="1672"/>
                    <a:pt x="1075" y="1194"/>
                  </a:cubicBezTo>
                  <a:cubicBezTo>
                    <a:pt x="1075" y="1135"/>
                    <a:pt x="956" y="1135"/>
                    <a:pt x="996" y="1035"/>
                  </a:cubicBezTo>
                  <a:cubicBezTo>
                    <a:pt x="1155" y="677"/>
                    <a:pt x="976" y="438"/>
                    <a:pt x="1135" y="80"/>
                  </a:cubicBezTo>
                  <a:cubicBezTo>
                    <a:pt x="837" y="0"/>
                    <a:pt x="876" y="299"/>
                    <a:pt x="757" y="597"/>
                  </a:cubicBezTo>
                  <a:cubicBezTo>
                    <a:pt x="717" y="717"/>
                    <a:pt x="558" y="756"/>
                    <a:pt x="538" y="776"/>
                  </a:cubicBezTo>
                  <a:cubicBezTo>
                    <a:pt x="518" y="796"/>
                    <a:pt x="578" y="836"/>
                    <a:pt x="558" y="876"/>
                  </a:cubicBezTo>
                  <a:cubicBezTo>
                    <a:pt x="558" y="876"/>
                    <a:pt x="538" y="955"/>
                    <a:pt x="518" y="995"/>
                  </a:cubicBezTo>
                  <a:cubicBezTo>
                    <a:pt x="419" y="1174"/>
                    <a:pt x="439" y="1274"/>
                    <a:pt x="399" y="1433"/>
                  </a:cubicBezTo>
                  <a:cubicBezTo>
                    <a:pt x="399" y="1513"/>
                    <a:pt x="319" y="1552"/>
                    <a:pt x="299" y="1632"/>
                  </a:cubicBezTo>
                  <a:cubicBezTo>
                    <a:pt x="260" y="1811"/>
                    <a:pt x="279" y="2149"/>
                    <a:pt x="260" y="2249"/>
                  </a:cubicBezTo>
                  <a:cubicBezTo>
                    <a:pt x="260" y="2308"/>
                    <a:pt x="180" y="2388"/>
                    <a:pt x="160" y="2448"/>
                  </a:cubicBezTo>
                  <a:cubicBezTo>
                    <a:pt x="120" y="2746"/>
                    <a:pt x="80" y="3064"/>
                    <a:pt x="61" y="3363"/>
                  </a:cubicBezTo>
                  <a:cubicBezTo>
                    <a:pt x="41" y="3482"/>
                    <a:pt x="100" y="3622"/>
                    <a:pt x="100" y="3761"/>
                  </a:cubicBezTo>
                  <a:cubicBezTo>
                    <a:pt x="100" y="3840"/>
                    <a:pt x="21" y="3940"/>
                    <a:pt x="1" y="4000"/>
                  </a:cubicBezTo>
                  <a:cubicBezTo>
                    <a:pt x="1" y="4099"/>
                    <a:pt x="21" y="4179"/>
                    <a:pt x="21" y="4258"/>
                  </a:cubicBezTo>
                  <a:cubicBezTo>
                    <a:pt x="21" y="4855"/>
                    <a:pt x="41" y="5372"/>
                    <a:pt x="41" y="5830"/>
                  </a:cubicBezTo>
                  <a:cubicBezTo>
                    <a:pt x="41" y="6029"/>
                    <a:pt x="1" y="6208"/>
                    <a:pt x="21" y="6387"/>
                  </a:cubicBezTo>
                  <a:cubicBezTo>
                    <a:pt x="41" y="6566"/>
                    <a:pt x="120" y="6765"/>
                    <a:pt x="180" y="6944"/>
                  </a:cubicBezTo>
                  <a:cubicBezTo>
                    <a:pt x="260" y="7282"/>
                    <a:pt x="319" y="7521"/>
                    <a:pt x="399" y="7800"/>
                  </a:cubicBezTo>
                  <a:cubicBezTo>
                    <a:pt x="439" y="7919"/>
                    <a:pt x="538" y="8337"/>
                    <a:pt x="538" y="8496"/>
                  </a:cubicBezTo>
                  <a:cubicBezTo>
                    <a:pt x="538" y="8556"/>
                    <a:pt x="478" y="8576"/>
                    <a:pt x="498" y="8675"/>
                  </a:cubicBezTo>
                  <a:cubicBezTo>
                    <a:pt x="518" y="8775"/>
                    <a:pt x="598" y="8854"/>
                    <a:pt x="638" y="8974"/>
                  </a:cubicBezTo>
                  <a:cubicBezTo>
                    <a:pt x="677" y="9093"/>
                    <a:pt x="697" y="9232"/>
                    <a:pt x="737" y="9352"/>
                  </a:cubicBezTo>
                  <a:cubicBezTo>
                    <a:pt x="797" y="9590"/>
                    <a:pt x="936" y="9809"/>
                    <a:pt x="996" y="10048"/>
                  </a:cubicBezTo>
                  <a:cubicBezTo>
                    <a:pt x="1155" y="10665"/>
                    <a:pt x="1274" y="11321"/>
                    <a:pt x="1593" y="11958"/>
                  </a:cubicBezTo>
                  <a:cubicBezTo>
                    <a:pt x="1831" y="11958"/>
                    <a:pt x="1851" y="12356"/>
                    <a:pt x="2030" y="12455"/>
                  </a:cubicBezTo>
                  <a:cubicBezTo>
                    <a:pt x="2249" y="12376"/>
                    <a:pt x="2090" y="12137"/>
                    <a:pt x="2090" y="11958"/>
                  </a:cubicBezTo>
                  <a:cubicBezTo>
                    <a:pt x="2030" y="11859"/>
                    <a:pt x="2329" y="11918"/>
                    <a:pt x="2189" y="11779"/>
                  </a:cubicBezTo>
                  <a:cubicBezTo>
                    <a:pt x="2170" y="11600"/>
                    <a:pt x="2070" y="11520"/>
                    <a:pt x="1991" y="1142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4" name="Google Shape;3954;p45"/>
            <p:cNvSpPr/>
            <p:nvPr/>
          </p:nvSpPr>
          <p:spPr>
            <a:xfrm>
              <a:off x="549975" y="474400"/>
              <a:ext cx="272625" cy="588450"/>
            </a:xfrm>
            <a:custGeom>
              <a:avLst/>
              <a:gdLst/>
              <a:ahLst/>
              <a:cxnLst/>
              <a:rect l="l" t="t" r="r" b="b"/>
              <a:pathLst>
                <a:path w="10905" h="23538" extrusionOk="0">
                  <a:moveTo>
                    <a:pt x="3901" y="20494"/>
                  </a:moveTo>
                  <a:cubicBezTo>
                    <a:pt x="3960" y="20554"/>
                    <a:pt x="4020" y="20534"/>
                    <a:pt x="4060" y="20573"/>
                  </a:cubicBezTo>
                  <a:cubicBezTo>
                    <a:pt x="4279" y="20713"/>
                    <a:pt x="4378" y="20872"/>
                    <a:pt x="4498" y="20951"/>
                  </a:cubicBezTo>
                  <a:cubicBezTo>
                    <a:pt x="4597" y="21031"/>
                    <a:pt x="4637" y="21031"/>
                    <a:pt x="4677" y="21051"/>
                  </a:cubicBezTo>
                  <a:cubicBezTo>
                    <a:pt x="4716" y="21071"/>
                    <a:pt x="4677" y="21111"/>
                    <a:pt x="4716" y="21131"/>
                  </a:cubicBezTo>
                  <a:cubicBezTo>
                    <a:pt x="5074" y="21409"/>
                    <a:pt x="5532" y="21688"/>
                    <a:pt x="5910" y="21926"/>
                  </a:cubicBezTo>
                  <a:cubicBezTo>
                    <a:pt x="6010" y="21966"/>
                    <a:pt x="6129" y="22086"/>
                    <a:pt x="6228" y="22165"/>
                  </a:cubicBezTo>
                  <a:cubicBezTo>
                    <a:pt x="6348" y="22245"/>
                    <a:pt x="6487" y="22324"/>
                    <a:pt x="6626" y="22384"/>
                  </a:cubicBezTo>
                  <a:cubicBezTo>
                    <a:pt x="7104" y="22603"/>
                    <a:pt x="7641" y="22722"/>
                    <a:pt x="8019" y="22842"/>
                  </a:cubicBezTo>
                  <a:cubicBezTo>
                    <a:pt x="8059" y="22861"/>
                    <a:pt x="8039" y="22901"/>
                    <a:pt x="8079" y="22921"/>
                  </a:cubicBezTo>
                  <a:cubicBezTo>
                    <a:pt x="8119" y="22941"/>
                    <a:pt x="8139" y="22901"/>
                    <a:pt x="8198" y="22901"/>
                  </a:cubicBezTo>
                  <a:cubicBezTo>
                    <a:pt x="8616" y="23041"/>
                    <a:pt x="8934" y="23080"/>
                    <a:pt x="9312" y="23160"/>
                  </a:cubicBezTo>
                  <a:cubicBezTo>
                    <a:pt x="9611" y="23240"/>
                    <a:pt x="9909" y="23438"/>
                    <a:pt x="10228" y="23359"/>
                  </a:cubicBezTo>
                  <a:cubicBezTo>
                    <a:pt x="10367" y="23538"/>
                    <a:pt x="10586" y="23498"/>
                    <a:pt x="10765" y="23399"/>
                  </a:cubicBezTo>
                  <a:cubicBezTo>
                    <a:pt x="10745" y="23160"/>
                    <a:pt x="10884" y="23041"/>
                    <a:pt x="10904" y="22682"/>
                  </a:cubicBezTo>
                  <a:cubicBezTo>
                    <a:pt x="10864" y="22424"/>
                    <a:pt x="10566" y="22424"/>
                    <a:pt x="10446" y="22205"/>
                  </a:cubicBezTo>
                  <a:cubicBezTo>
                    <a:pt x="10327" y="22304"/>
                    <a:pt x="10248" y="22145"/>
                    <a:pt x="10168" y="22145"/>
                  </a:cubicBezTo>
                  <a:cubicBezTo>
                    <a:pt x="10088" y="22145"/>
                    <a:pt x="10009" y="22185"/>
                    <a:pt x="9929" y="22185"/>
                  </a:cubicBezTo>
                  <a:cubicBezTo>
                    <a:pt x="9671" y="22205"/>
                    <a:pt x="9511" y="22066"/>
                    <a:pt x="9332" y="22006"/>
                  </a:cubicBezTo>
                  <a:cubicBezTo>
                    <a:pt x="9113" y="21966"/>
                    <a:pt x="8875" y="21946"/>
                    <a:pt x="8656" y="21887"/>
                  </a:cubicBezTo>
                  <a:cubicBezTo>
                    <a:pt x="8497" y="21867"/>
                    <a:pt x="8278" y="21747"/>
                    <a:pt x="8119" y="21747"/>
                  </a:cubicBezTo>
                  <a:cubicBezTo>
                    <a:pt x="8119" y="21747"/>
                    <a:pt x="8059" y="21827"/>
                    <a:pt x="8039" y="21827"/>
                  </a:cubicBezTo>
                  <a:cubicBezTo>
                    <a:pt x="7920" y="21867"/>
                    <a:pt x="7860" y="21688"/>
                    <a:pt x="7780" y="21648"/>
                  </a:cubicBezTo>
                  <a:cubicBezTo>
                    <a:pt x="7581" y="21548"/>
                    <a:pt x="7382" y="21509"/>
                    <a:pt x="7203" y="21429"/>
                  </a:cubicBezTo>
                  <a:cubicBezTo>
                    <a:pt x="6905" y="21310"/>
                    <a:pt x="6626" y="21210"/>
                    <a:pt x="6388" y="21031"/>
                  </a:cubicBezTo>
                  <a:cubicBezTo>
                    <a:pt x="6268" y="20932"/>
                    <a:pt x="6169" y="20772"/>
                    <a:pt x="6049" y="20693"/>
                  </a:cubicBezTo>
                  <a:cubicBezTo>
                    <a:pt x="5870" y="20554"/>
                    <a:pt x="5632" y="20474"/>
                    <a:pt x="5433" y="20355"/>
                  </a:cubicBezTo>
                  <a:cubicBezTo>
                    <a:pt x="4955" y="20096"/>
                    <a:pt x="4537" y="19778"/>
                    <a:pt x="4219" y="19320"/>
                  </a:cubicBezTo>
                  <a:cubicBezTo>
                    <a:pt x="4100" y="19280"/>
                    <a:pt x="3980" y="19201"/>
                    <a:pt x="3861" y="19141"/>
                  </a:cubicBezTo>
                  <a:cubicBezTo>
                    <a:pt x="3841" y="19022"/>
                    <a:pt x="3761" y="19002"/>
                    <a:pt x="3682" y="18922"/>
                  </a:cubicBezTo>
                  <a:cubicBezTo>
                    <a:pt x="3582" y="18823"/>
                    <a:pt x="3483" y="18683"/>
                    <a:pt x="3363" y="18544"/>
                  </a:cubicBezTo>
                  <a:cubicBezTo>
                    <a:pt x="3264" y="18405"/>
                    <a:pt x="3145" y="18265"/>
                    <a:pt x="3005" y="18146"/>
                  </a:cubicBezTo>
                  <a:cubicBezTo>
                    <a:pt x="3025" y="17828"/>
                    <a:pt x="2846" y="17629"/>
                    <a:pt x="2667" y="17410"/>
                  </a:cubicBezTo>
                  <a:cubicBezTo>
                    <a:pt x="2428" y="17171"/>
                    <a:pt x="2150" y="16714"/>
                    <a:pt x="2010" y="16455"/>
                  </a:cubicBezTo>
                  <a:cubicBezTo>
                    <a:pt x="1971" y="16395"/>
                    <a:pt x="2030" y="16355"/>
                    <a:pt x="2010" y="16336"/>
                  </a:cubicBezTo>
                  <a:cubicBezTo>
                    <a:pt x="1951" y="16196"/>
                    <a:pt x="1871" y="16057"/>
                    <a:pt x="1812" y="15918"/>
                  </a:cubicBezTo>
                  <a:cubicBezTo>
                    <a:pt x="1672" y="15540"/>
                    <a:pt x="1573" y="15142"/>
                    <a:pt x="1414" y="14784"/>
                  </a:cubicBezTo>
                  <a:cubicBezTo>
                    <a:pt x="1553" y="14644"/>
                    <a:pt x="1354" y="14505"/>
                    <a:pt x="1334" y="14386"/>
                  </a:cubicBezTo>
                  <a:cubicBezTo>
                    <a:pt x="1274" y="14107"/>
                    <a:pt x="1274" y="13848"/>
                    <a:pt x="1215" y="13570"/>
                  </a:cubicBezTo>
                  <a:cubicBezTo>
                    <a:pt x="1155" y="13331"/>
                    <a:pt x="1155" y="13132"/>
                    <a:pt x="1155" y="12933"/>
                  </a:cubicBezTo>
                  <a:cubicBezTo>
                    <a:pt x="1115" y="12555"/>
                    <a:pt x="1036" y="12277"/>
                    <a:pt x="996" y="11978"/>
                  </a:cubicBezTo>
                  <a:cubicBezTo>
                    <a:pt x="976" y="11859"/>
                    <a:pt x="1016" y="11759"/>
                    <a:pt x="996" y="11660"/>
                  </a:cubicBezTo>
                  <a:cubicBezTo>
                    <a:pt x="976" y="11560"/>
                    <a:pt x="896" y="11461"/>
                    <a:pt x="896" y="11361"/>
                  </a:cubicBezTo>
                  <a:cubicBezTo>
                    <a:pt x="896" y="11282"/>
                    <a:pt x="936" y="11182"/>
                    <a:pt x="956" y="11083"/>
                  </a:cubicBezTo>
                  <a:cubicBezTo>
                    <a:pt x="956" y="10884"/>
                    <a:pt x="956" y="10685"/>
                    <a:pt x="916" y="10566"/>
                  </a:cubicBezTo>
                  <a:cubicBezTo>
                    <a:pt x="916" y="10506"/>
                    <a:pt x="936" y="10387"/>
                    <a:pt x="936" y="10387"/>
                  </a:cubicBezTo>
                  <a:cubicBezTo>
                    <a:pt x="916" y="10227"/>
                    <a:pt x="856" y="10088"/>
                    <a:pt x="856" y="9949"/>
                  </a:cubicBezTo>
                  <a:cubicBezTo>
                    <a:pt x="876" y="9849"/>
                    <a:pt x="956" y="9750"/>
                    <a:pt x="956" y="9630"/>
                  </a:cubicBezTo>
                  <a:cubicBezTo>
                    <a:pt x="956" y="9451"/>
                    <a:pt x="856" y="9233"/>
                    <a:pt x="856" y="9054"/>
                  </a:cubicBezTo>
                  <a:cubicBezTo>
                    <a:pt x="856" y="8755"/>
                    <a:pt x="996" y="8496"/>
                    <a:pt x="956" y="8238"/>
                  </a:cubicBezTo>
                  <a:cubicBezTo>
                    <a:pt x="717" y="8158"/>
                    <a:pt x="996" y="8178"/>
                    <a:pt x="1016" y="8138"/>
                  </a:cubicBezTo>
                  <a:cubicBezTo>
                    <a:pt x="1036" y="8098"/>
                    <a:pt x="996" y="7979"/>
                    <a:pt x="1016" y="7919"/>
                  </a:cubicBezTo>
                  <a:cubicBezTo>
                    <a:pt x="1055" y="7621"/>
                    <a:pt x="1055" y="7263"/>
                    <a:pt x="976" y="7084"/>
                  </a:cubicBezTo>
                  <a:cubicBezTo>
                    <a:pt x="1155" y="6447"/>
                    <a:pt x="1394" y="5552"/>
                    <a:pt x="1235" y="4915"/>
                  </a:cubicBezTo>
                  <a:cubicBezTo>
                    <a:pt x="1354" y="4915"/>
                    <a:pt x="1294" y="4796"/>
                    <a:pt x="1294" y="4756"/>
                  </a:cubicBezTo>
                  <a:cubicBezTo>
                    <a:pt x="1374" y="4477"/>
                    <a:pt x="1573" y="4239"/>
                    <a:pt x="1652" y="4060"/>
                  </a:cubicBezTo>
                  <a:cubicBezTo>
                    <a:pt x="1672" y="4000"/>
                    <a:pt x="1652" y="3920"/>
                    <a:pt x="1692" y="3861"/>
                  </a:cubicBezTo>
                  <a:cubicBezTo>
                    <a:pt x="1871" y="3542"/>
                    <a:pt x="2090" y="3224"/>
                    <a:pt x="2269" y="2886"/>
                  </a:cubicBezTo>
                  <a:cubicBezTo>
                    <a:pt x="2349" y="2727"/>
                    <a:pt x="2408" y="2528"/>
                    <a:pt x="2508" y="2289"/>
                  </a:cubicBezTo>
                  <a:cubicBezTo>
                    <a:pt x="2548" y="2189"/>
                    <a:pt x="2607" y="2110"/>
                    <a:pt x="2627" y="2090"/>
                  </a:cubicBezTo>
                  <a:cubicBezTo>
                    <a:pt x="2667" y="2030"/>
                    <a:pt x="2687" y="1951"/>
                    <a:pt x="2727" y="1871"/>
                  </a:cubicBezTo>
                  <a:cubicBezTo>
                    <a:pt x="2806" y="1592"/>
                    <a:pt x="3025" y="1354"/>
                    <a:pt x="3125" y="1115"/>
                  </a:cubicBezTo>
                  <a:cubicBezTo>
                    <a:pt x="3145" y="1075"/>
                    <a:pt x="3125" y="996"/>
                    <a:pt x="3145" y="936"/>
                  </a:cubicBezTo>
                  <a:cubicBezTo>
                    <a:pt x="3184" y="797"/>
                    <a:pt x="3264" y="677"/>
                    <a:pt x="3284" y="618"/>
                  </a:cubicBezTo>
                  <a:cubicBezTo>
                    <a:pt x="3284" y="478"/>
                    <a:pt x="3423" y="399"/>
                    <a:pt x="3383" y="259"/>
                  </a:cubicBezTo>
                  <a:cubicBezTo>
                    <a:pt x="3483" y="299"/>
                    <a:pt x="3622" y="80"/>
                    <a:pt x="3463" y="1"/>
                  </a:cubicBezTo>
                  <a:cubicBezTo>
                    <a:pt x="3204" y="120"/>
                    <a:pt x="2985" y="498"/>
                    <a:pt x="2727" y="538"/>
                  </a:cubicBezTo>
                  <a:cubicBezTo>
                    <a:pt x="2806" y="836"/>
                    <a:pt x="2508" y="916"/>
                    <a:pt x="2309" y="1175"/>
                  </a:cubicBezTo>
                  <a:cubicBezTo>
                    <a:pt x="2249" y="1254"/>
                    <a:pt x="2229" y="1393"/>
                    <a:pt x="2150" y="1473"/>
                  </a:cubicBezTo>
                  <a:cubicBezTo>
                    <a:pt x="2070" y="1592"/>
                    <a:pt x="1931" y="1692"/>
                    <a:pt x="1871" y="1811"/>
                  </a:cubicBezTo>
                  <a:cubicBezTo>
                    <a:pt x="1812" y="1911"/>
                    <a:pt x="1812" y="2070"/>
                    <a:pt x="1772" y="2169"/>
                  </a:cubicBezTo>
                  <a:cubicBezTo>
                    <a:pt x="1613" y="2547"/>
                    <a:pt x="1354" y="2786"/>
                    <a:pt x="1374" y="3085"/>
                  </a:cubicBezTo>
                  <a:cubicBezTo>
                    <a:pt x="1215" y="3184"/>
                    <a:pt x="1274" y="3363"/>
                    <a:pt x="1274" y="3522"/>
                  </a:cubicBezTo>
                  <a:cubicBezTo>
                    <a:pt x="1155" y="3761"/>
                    <a:pt x="1175" y="3801"/>
                    <a:pt x="1115" y="3980"/>
                  </a:cubicBezTo>
                  <a:cubicBezTo>
                    <a:pt x="1215" y="4398"/>
                    <a:pt x="956" y="4696"/>
                    <a:pt x="797" y="5054"/>
                  </a:cubicBezTo>
                  <a:cubicBezTo>
                    <a:pt x="558" y="5572"/>
                    <a:pt x="518" y="6089"/>
                    <a:pt x="379" y="6467"/>
                  </a:cubicBezTo>
                  <a:cubicBezTo>
                    <a:pt x="478" y="6905"/>
                    <a:pt x="220" y="7323"/>
                    <a:pt x="339" y="7740"/>
                  </a:cubicBezTo>
                  <a:cubicBezTo>
                    <a:pt x="120" y="7860"/>
                    <a:pt x="100" y="8357"/>
                    <a:pt x="200" y="8556"/>
                  </a:cubicBezTo>
                  <a:cubicBezTo>
                    <a:pt x="1" y="8735"/>
                    <a:pt x="120" y="8994"/>
                    <a:pt x="100" y="9252"/>
                  </a:cubicBezTo>
                  <a:cubicBezTo>
                    <a:pt x="81" y="9312"/>
                    <a:pt x="81" y="9392"/>
                    <a:pt x="61" y="9471"/>
                  </a:cubicBezTo>
                  <a:cubicBezTo>
                    <a:pt x="21" y="9750"/>
                    <a:pt x="81" y="10367"/>
                    <a:pt x="81" y="10546"/>
                  </a:cubicBezTo>
                  <a:cubicBezTo>
                    <a:pt x="61" y="10924"/>
                    <a:pt x="81" y="11242"/>
                    <a:pt x="200" y="11541"/>
                  </a:cubicBezTo>
                  <a:cubicBezTo>
                    <a:pt x="61" y="11600"/>
                    <a:pt x="160" y="11720"/>
                    <a:pt x="160" y="11799"/>
                  </a:cubicBezTo>
                  <a:cubicBezTo>
                    <a:pt x="120" y="12098"/>
                    <a:pt x="160" y="12356"/>
                    <a:pt x="180" y="12615"/>
                  </a:cubicBezTo>
                  <a:cubicBezTo>
                    <a:pt x="180" y="12814"/>
                    <a:pt x="100" y="13033"/>
                    <a:pt x="120" y="13232"/>
                  </a:cubicBezTo>
                  <a:cubicBezTo>
                    <a:pt x="120" y="13272"/>
                    <a:pt x="160" y="13291"/>
                    <a:pt x="180" y="13351"/>
                  </a:cubicBezTo>
                  <a:cubicBezTo>
                    <a:pt x="200" y="13411"/>
                    <a:pt x="140" y="13490"/>
                    <a:pt x="140" y="13510"/>
                  </a:cubicBezTo>
                  <a:cubicBezTo>
                    <a:pt x="200" y="13848"/>
                    <a:pt x="319" y="14187"/>
                    <a:pt x="399" y="14525"/>
                  </a:cubicBezTo>
                  <a:cubicBezTo>
                    <a:pt x="439" y="14724"/>
                    <a:pt x="399" y="14943"/>
                    <a:pt x="459" y="15142"/>
                  </a:cubicBezTo>
                  <a:cubicBezTo>
                    <a:pt x="518" y="15341"/>
                    <a:pt x="658" y="15520"/>
                    <a:pt x="717" y="15699"/>
                  </a:cubicBezTo>
                  <a:cubicBezTo>
                    <a:pt x="737" y="15798"/>
                    <a:pt x="737" y="15938"/>
                    <a:pt x="757" y="16057"/>
                  </a:cubicBezTo>
                  <a:cubicBezTo>
                    <a:pt x="797" y="16196"/>
                    <a:pt x="837" y="16336"/>
                    <a:pt x="896" y="16475"/>
                  </a:cubicBezTo>
                  <a:cubicBezTo>
                    <a:pt x="1016" y="16793"/>
                    <a:pt x="1135" y="17111"/>
                    <a:pt x="1314" y="17410"/>
                  </a:cubicBezTo>
                  <a:cubicBezTo>
                    <a:pt x="1394" y="17569"/>
                    <a:pt x="1553" y="17768"/>
                    <a:pt x="1593" y="17868"/>
                  </a:cubicBezTo>
                  <a:cubicBezTo>
                    <a:pt x="1593" y="17907"/>
                    <a:pt x="1672" y="17907"/>
                    <a:pt x="1672" y="17927"/>
                  </a:cubicBezTo>
                  <a:cubicBezTo>
                    <a:pt x="1712" y="18007"/>
                    <a:pt x="1752" y="18106"/>
                    <a:pt x="1812" y="18166"/>
                  </a:cubicBezTo>
                  <a:cubicBezTo>
                    <a:pt x="1851" y="18246"/>
                    <a:pt x="1951" y="18265"/>
                    <a:pt x="1991" y="18305"/>
                  </a:cubicBezTo>
                  <a:cubicBezTo>
                    <a:pt x="2190" y="18524"/>
                    <a:pt x="2607" y="19022"/>
                    <a:pt x="2568" y="19101"/>
                  </a:cubicBezTo>
                  <a:cubicBezTo>
                    <a:pt x="2548" y="19141"/>
                    <a:pt x="2647" y="19121"/>
                    <a:pt x="2647" y="19121"/>
                  </a:cubicBezTo>
                  <a:cubicBezTo>
                    <a:pt x="2667" y="19141"/>
                    <a:pt x="2707" y="19201"/>
                    <a:pt x="2747" y="19240"/>
                  </a:cubicBezTo>
                  <a:cubicBezTo>
                    <a:pt x="2826" y="19380"/>
                    <a:pt x="2886" y="19539"/>
                    <a:pt x="3005" y="19678"/>
                  </a:cubicBezTo>
                  <a:cubicBezTo>
                    <a:pt x="3105" y="19778"/>
                    <a:pt x="3264" y="19837"/>
                    <a:pt x="3363" y="19937"/>
                  </a:cubicBezTo>
                  <a:cubicBezTo>
                    <a:pt x="3443" y="20016"/>
                    <a:pt x="3463" y="20136"/>
                    <a:pt x="3542" y="20215"/>
                  </a:cubicBezTo>
                  <a:cubicBezTo>
                    <a:pt x="3622" y="20295"/>
                    <a:pt x="3761" y="20295"/>
                    <a:pt x="3841" y="20374"/>
                  </a:cubicBezTo>
                  <a:cubicBezTo>
                    <a:pt x="3841" y="20374"/>
                    <a:pt x="3861" y="20454"/>
                    <a:pt x="3901" y="204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55" name="Google Shape;3955;p45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3956" name="Google Shape;3956;p45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57" name="Google Shape;3957;p45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3958" name="Google Shape;3958;p45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3959" name="Google Shape;3959;p45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3960" name="Google Shape;3960;p45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3961" name="Google Shape;3961;p45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3962" name="Google Shape;3962;p45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3963" name="Google Shape;3963;p45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3964" name="Google Shape;3964;p45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3965" name="Google Shape;3965;p45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3966" name="Google Shape;3966;p45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3967" name="Google Shape;3967;p45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3968" name="Google Shape;3968;p45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3969" name="Google Shape;3969;p45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970" name="Google Shape;3970;p45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3971" name="Google Shape;3971;p45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3972" name="Google Shape;3972;p45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grpSp>
        <p:nvGrpSpPr>
          <p:cNvPr id="3973" name="Google Shape;3973;p45"/>
          <p:cNvGrpSpPr/>
          <p:nvPr/>
        </p:nvGrpSpPr>
        <p:grpSpPr>
          <a:xfrm>
            <a:off x="5622860" y="4267818"/>
            <a:ext cx="971096" cy="494681"/>
            <a:chOff x="2094425" y="748900"/>
            <a:chExt cx="887900" cy="452300"/>
          </a:xfrm>
        </p:grpSpPr>
        <p:sp>
          <p:nvSpPr>
            <p:cNvPr id="3974" name="Google Shape;3974;p45"/>
            <p:cNvSpPr/>
            <p:nvPr/>
          </p:nvSpPr>
          <p:spPr>
            <a:xfrm>
              <a:off x="2094425" y="748900"/>
              <a:ext cx="887900" cy="419450"/>
            </a:xfrm>
            <a:custGeom>
              <a:avLst/>
              <a:gdLst/>
              <a:ahLst/>
              <a:cxnLst/>
              <a:rect l="l" t="t" r="r" b="b"/>
              <a:pathLst>
                <a:path w="35516" h="16778" extrusionOk="0">
                  <a:moveTo>
                    <a:pt x="18732" y="0"/>
                  </a:moveTo>
                  <a:cubicBezTo>
                    <a:pt x="17804" y="0"/>
                    <a:pt x="16865" y="68"/>
                    <a:pt x="15918" y="202"/>
                  </a:cubicBezTo>
                  <a:cubicBezTo>
                    <a:pt x="14724" y="362"/>
                    <a:pt x="13570" y="640"/>
                    <a:pt x="12456" y="1038"/>
                  </a:cubicBezTo>
                  <a:cubicBezTo>
                    <a:pt x="8397" y="2451"/>
                    <a:pt x="5154" y="4918"/>
                    <a:pt x="2766" y="8499"/>
                  </a:cubicBezTo>
                  <a:cubicBezTo>
                    <a:pt x="1234" y="10787"/>
                    <a:pt x="319" y="13314"/>
                    <a:pt x="21" y="16060"/>
                  </a:cubicBezTo>
                  <a:cubicBezTo>
                    <a:pt x="1" y="16159"/>
                    <a:pt x="1" y="16279"/>
                    <a:pt x="1" y="16378"/>
                  </a:cubicBezTo>
                  <a:cubicBezTo>
                    <a:pt x="21" y="16617"/>
                    <a:pt x="200" y="16756"/>
                    <a:pt x="419" y="16776"/>
                  </a:cubicBezTo>
                  <a:cubicBezTo>
                    <a:pt x="431" y="16777"/>
                    <a:pt x="444" y="16778"/>
                    <a:pt x="456" y="16778"/>
                  </a:cubicBezTo>
                  <a:cubicBezTo>
                    <a:pt x="640" y="16778"/>
                    <a:pt x="800" y="16643"/>
                    <a:pt x="856" y="16438"/>
                  </a:cubicBezTo>
                  <a:cubicBezTo>
                    <a:pt x="896" y="16338"/>
                    <a:pt x="896" y="16239"/>
                    <a:pt x="916" y="16139"/>
                  </a:cubicBezTo>
                  <a:cubicBezTo>
                    <a:pt x="1294" y="12737"/>
                    <a:pt x="2627" y="9753"/>
                    <a:pt x="4875" y="7206"/>
                  </a:cubicBezTo>
                  <a:cubicBezTo>
                    <a:pt x="8377" y="3227"/>
                    <a:pt x="12814" y="1138"/>
                    <a:pt x="18106" y="919"/>
                  </a:cubicBezTo>
                  <a:cubicBezTo>
                    <a:pt x="18349" y="908"/>
                    <a:pt x="18591" y="903"/>
                    <a:pt x="18831" y="903"/>
                  </a:cubicBezTo>
                  <a:cubicBezTo>
                    <a:pt x="20902" y="903"/>
                    <a:pt x="22908" y="1286"/>
                    <a:pt x="24851" y="2053"/>
                  </a:cubicBezTo>
                  <a:cubicBezTo>
                    <a:pt x="28492" y="3485"/>
                    <a:pt x="31278" y="5893"/>
                    <a:pt x="33068" y="9394"/>
                  </a:cubicBezTo>
                  <a:cubicBezTo>
                    <a:pt x="33904" y="11006"/>
                    <a:pt x="34401" y="12697"/>
                    <a:pt x="34561" y="14488"/>
                  </a:cubicBezTo>
                  <a:cubicBezTo>
                    <a:pt x="34581" y="14667"/>
                    <a:pt x="34600" y="14846"/>
                    <a:pt x="34620" y="15025"/>
                  </a:cubicBezTo>
                  <a:cubicBezTo>
                    <a:pt x="34620" y="15105"/>
                    <a:pt x="34640" y="15204"/>
                    <a:pt x="34680" y="15284"/>
                  </a:cubicBezTo>
                  <a:cubicBezTo>
                    <a:pt x="34740" y="15463"/>
                    <a:pt x="34899" y="15562"/>
                    <a:pt x="35098" y="15562"/>
                  </a:cubicBezTo>
                  <a:cubicBezTo>
                    <a:pt x="35277" y="15542"/>
                    <a:pt x="35436" y="15443"/>
                    <a:pt x="35456" y="15224"/>
                  </a:cubicBezTo>
                  <a:cubicBezTo>
                    <a:pt x="35496" y="14926"/>
                    <a:pt x="35516" y="14627"/>
                    <a:pt x="35476" y="14309"/>
                  </a:cubicBezTo>
                  <a:cubicBezTo>
                    <a:pt x="35317" y="12836"/>
                    <a:pt x="34939" y="11404"/>
                    <a:pt x="34362" y="10031"/>
                  </a:cubicBezTo>
                  <a:cubicBezTo>
                    <a:pt x="32889" y="6549"/>
                    <a:pt x="30482" y="3923"/>
                    <a:pt x="27159" y="2132"/>
                  </a:cubicBezTo>
                  <a:cubicBezTo>
                    <a:pt x="24485" y="682"/>
                    <a:pt x="21661" y="0"/>
                    <a:pt x="1873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5" name="Google Shape;3975;p45"/>
            <p:cNvSpPr/>
            <p:nvPr/>
          </p:nvSpPr>
          <p:spPr>
            <a:xfrm>
              <a:off x="2180475" y="835350"/>
              <a:ext cx="733700" cy="337425"/>
            </a:xfrm>
            <a:custGeom>
              <a:avLst/>
              <a:gdLst/>
              <a:ahLst/>
              <a:cxnLst/>
              <a:rect l="l" t="t" r="r" b="b"/>
              <a:pathLst>
                <a:path w="29348" h="13497" extrusionOk="0">
                  <a:moveTo>
                    <a:pt x="15085" y="1"/>
                  </a:moveTo>
                  <a:cubicBezTo>
                    <a:pt x="14631" y="1"/>
                    <a:pt x="14172" y="23"/>
                    <a:pt x="13709" y="67"/>
                  </a:cubicBezTo>
                  <a:cubicBezTo>
                    <a:pt x="11362" y="286"/>
                    <a:pt x="9173" y="1102"/>
                    <a:pt x="7223" y="2435"/>
                  </a:cubicBezTo>
                  <a:cubicBezTo>
                    <a:pt x="3483" y="4962"/>
                    <a:pt x="1195" y="8503"/>
                    <a:pt x="41" y="12821"/>
                  </a:cubicBezTo>
                  <a:cubicBezTo>
                    <a:pt x="1" y="12920"/>
                    <a:pt x="1" y="13020"/>
                    <a:pt x="1" y="13099"/>
                  </a:cubicBezTo>
                  <a:cubicBezTo>
                    <a:pt x="31" y="13336"/>
                    <a:pt x="226" y="13496"/>
                    <a:pt x="431" y="13496"/>
                  </a:cubicBezTo>
                  <a:cubicBezTo>
                    <a:pt x="501" y="13496"/>
                    <a:pt x="572" y="13478"/>
                    <a:pt x="638" y="13437"/>
                  </a:cubicBezTo>
                  <a:cubicBezTo>
                    <a:pt x="757" y="13358"/>
                    <a:pt x="837" y="13218"/>
                    <a:pt x="896" y="13079"/>
                  </a:cubicBezTo>
                  <a:cubicBezTo>
                    <a:pt x="976" y="12880"/>
                    <a:pt x="1016" y="12641"/>
                    <a:pt x="1075" y="12423"/>
                  </a:cubicBezTo>
                  <a:cubicBezTo>
                    <a:pt x="2010" y="9378"/>
                    <a:pt x="3562" y="6712"/>
                    <a:pt x="5930" y="4564"/>
                  </a:cubicBezTo>
                  <a:cubicBezTo>
                    <a:pt x="8019" y="2673"/>
                    <a:pt x="10446" y="1480"/>
                    <a:pt x="13292" y="1042"/>
                  </a:cubicBezTo>
                  <a:cubicBezTo>
                    <a:pt x="13899" y="955"/>
                    <a:pt x="14505" y="912"/>
                    <a:pt x="15108" y="912"/>
                  </a:cubicBezTo>
                  <a:cubicBezTo>
                    <a:pt x="16856" y="912"/>
                    <a:pt x="18579" y="1277"/>
                    <a:pt x="20235" y="2017"/>
                  </a:cubicBezTo>
                  <a:cubicBezTo>
                    <a:pt x="23180" y="3350"/>
                    <a:pt x="25349" y="5519"/>
                    <a:pt x="26921" y="8304"/>
                  </a:cubicBezTo>
                  <a:cubicBezTo>
                    <a:pt x="27557" y="9438"/>
                    <a:pt x="28035" y="10632"/>
                    <a:pt x="28413" y="11885"/>
                  </a:cubicBezTo>
                  <a:cubicBezTo>
                    <a:pt x="28433" y="12005"/>
                    <a:pt x="28492" y="12124"/>
                    <a:pt x="28572" y="12224"/>
                  </a:cubicBezTo>
                  <a:cubicBezTo>
                    <a:pt x="28656" y="12350"/>
                    <a:pt x="28771" y="12417"/>
                    <a:pt x="28901" y="12417"/>
                  </a:cubicBezTo>
                  <a:cubicBezTo>
                    <a:pt x="28955" y="12417"/>
                    <a:pt x="29011" y="12406"/>
                    <a:pt x="29069" y="12383"/>
                  </a:cubicBezTo>
                  <a:cubicBezTo>
                    <a:pt x="29228" y="12323"/>
                    <a:pt x="29348" y="12184"/>
                    <a:pt x="29308" y="11965"/>
                  </a:cubicBezTo>
                  <a:cubicBezTo>
                    <a:pt x="29288" y="11706"/>
                    <a:pt x="29268" y="11428"/>
                    <a:pt x="29169" y="11189"/>
                  </a:cubicBezTo>
                  <a:cubicBezTo>
                    <a:pt x="28811" y="10274"/>
                    <a:pt x="28472" y="9339"/>
                    <a:pt x="28035" y="8463"/>
                  </a:cubicBezTo>
                  <a:cubicBezTo>
                    <a:pt x="26622" y="5658"/>
                    <a:pt x="24613" y="3410"/>
                    <a:pt x="21867" y="1838"/>
                  </a:cubicBezTo>
                  <a:cubicBezTo>
                    <a:pt x="19743" y="617"/>
                    <a:pt x="17478" y="1"/>
                    <a:pt x="1508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6" name="Google Shape;3976;p45"/>
            <p:cNvSpPr/>
            <p:nvPr/>
          </p:nvSpPr>
          <p:spPr>
            <a:xfrm>
              <a:off x="2263050" y="935600"/>
              <a:ext cx="563600" cy="236375"/>
            </a:xfrm>
            <a:custGeom>
              <a:avLst/>
              <a:gdLst/>
              <a:ahLst/>
              <a:cxnLst/>
              <a:rect l="l" t="t" r="r" b="b"/>
              <a:pathLst>
                <a:path w="22544" h="9455" extrusionOk="0">
                  <a:moveTo>
                    <a:pt x="11757" y="0"/>
                  </a:moveTo>
                  <a:cubicBezTo>
                    <a:pt x="11389" y="0"/>
                    <a:pt x="11018" y="19"/>
                    <a:pt x="10645" y="56"/>
                  </a:cubicBezTo>
                  <a:cubicBezTo>
                    <a:pt x="8397" y="394"/>
                    <a:pt x="6706" y="1031"/>
                    <a:pt x="5333" y="1946"/>
                  </a:cubicBezTo>
                  <a:cubicBezTo>
                    <a:pt x="2826" y="3598"/>
                    <a:pt x="1135" y="5866"/>
                    <a:pt x="120" y="8671"/>
                  </a:cubicBezTo>
                  <a:cubicBezTo>
                    <a:pt x="80" y="8751"/>
                    <a:pt x="60" y="8811"/>
                    <a:pt x="40" y="8890"/>
                  </a:cubicBezTo>
                  <a:cubicBezTo>
                    <a:pt x="1" y="9129"/>
                    <a:pt x="120" y="9348"/>
                    <a:pt x="319" y="9427"/>
                  </a:cubicBezTo>
                  <a:cubicBezTo>
                    <a:pt x="370" y="9446"/>
                    <a:pt x="421" y="9455"/>
                    <a:pt x="472" y="9455"/>
                  </a:cubicBezTo>
                  <a:cubicBezTo>
                    <a:pt x="641" y="9455"/>
                    <a:pt x="800" y="9357"/>
                    <a:pt x="876" y="9189"/>
                  </a:cubicBezTo>
                  <a:cubicBezTo>
                    <a:pt x="936" y="9069"/>
                    <a:pt x="976" y="8950"/>
                    <a:pt x="1015" y="8830"/>
                  </a:cubicBezTo>
                  <a:cubicBezTo>
                    <a:pt x="1851" y="6582"/>
                    <a:pt x="3184" y="4692"/>
                    <a:pt x="5094" y="3220"/>
                  </a:cubicBezTo>
                  <a:cubicBezTo>
                    <a:pt x="7000" y="1746"/>
                    <a:pt x="9159" y="951"/>
                    <a:pt x="11570" y="951"/>
                  </a:cubicBezTo>
                  <a:cubicBezTo>
                    <a:pt x="11600" y="951"/>
                    <a:pt x="11630" y="951"/>
                    <a:pt x="11660" y="952"/>
                  </a:cubicBezTo>
                  <a:cubicBezTo>
                    <a:pt x="14326" y="971"/>
                    <a:pt x="16634" y="1926"/>
                    <a:pt x="18584" y="3757"/>
                  </a:cubicBezTo>
                  <a:cubicBezTo>
                    <a:pt x="19957" y="5050"/>
                    <a:pt x="20932" y="6602"/>
                    <a:pt x="21509" y="8413"/>
                  </a:cubicBezTo>
                  <a:cubicBezTo>
                    <a:pt x="21568" y="8572"/>
                    <a:pt x="21648" y="8751"/>
                    <a:pt x="21747" y="8890"/>
                  </a:cubicBezTo>
                  <a:cubicBezTo>
                    <a:pt x="21824" y="9005"/>
                    <a:pt x="21967" y="9063"/>
                    <a:pt x="22106" y="9063"/>
                  </a:cubicBezTo>
                  <a:cubicBezTo>
                    <a:pt x="22184" y="9063"/>
                    <a:pt x="22260" y="9045"/>
                    <a:pt x="22324" y="9010"/>
                  </a:cubicBezTo>
                  <a:cubicBezTo>
                    <a:pt x="22464" y="8950"/>
                    <a:pt x="22543" y="8771"/>
                    <a:pt x="22503" y="8552"/>
                  </a:cubicBezTo>
                  <a:cubicBezTo>
                    <a:pt x="22464" y="8333"/>
                    <a:pt x="22404" y="8114"/>
                    <a:pt x="22324" y="7895"/>
                  </a:cubicBezTo>
                  <a:cubicBezTo>
                    <a:pt x="21906" y="6781"/>
                    <a:pt x="21369" y="5707"/>
                    <a:pt x="20653" y="4752"/>
                  </a:cubicBezTo>
                  <a:cubicBezTo>
                    <a:pt x="18232" y="1560"/>
                    <a:pt x="15116" y="0"/>
                    <a:pt x="1175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7" name="Google Shape;3977;p45"/>
            <p:cNvSpPr/>
            <p:nvPr/>
          </p:nvSpPr>
          <p:spPr>
            <a:xfrm>
              <a:off x="2343125" y="1024550"/>
              <a:ext cx="375575" cy="176650"/>
            </a:xfrm>
            <a:custGeom>
              <a:avLst/>
              <a:gdLst/>
              <a:ahLst/>
              <a:cxnLst/>
              <a:rect l="l" t="t" r="r" b="b"/>
              <a:pathLst>
                <a:path w="15023" h="7066" extrusionOk="0">
                  <a:moveTo>
                    <a:pt x="8034" y="1"/>
                  </a:moveTo>
                  <a:cubicBezTo>
                    <a:pt x="7582" y="1"/>
                    <a:pt x="7120" y="46"/>
                    <a:pt x="6646" y="139"/>
                  </a:cubicBezTo>
                  <a:cubicBezTo>
                    <a:pt x="5651" y="318"/>
                    <a:pt x="4756" y="736"/>
                    <a:pt x="3921" y="1293"/>
                  </a:cubicBezTo>
                  <a:cubicBezTo>
                    <a:pt x="2070" y="2567"/>
                    <a:pt x="856" y="4317"/>
                    <a:pt x="61" y="6387"/>
                  </a:cubicBezTo>
                  <a:cubicBezTo>
                    <a:pt x="41" y="6446"/>
                    <a:pt x="21" y="6506"/>
                    <a:pt x="21" y="6566"/>
                  </a:cubicBezTo>
                  <a:cubicBezTo>
                    <a:pt x="1" y="6785"/>
                    <a:pt x="140" y="6984"/>
                    <a:pt x="319" y="7043"/>
                  </a:cubicBezTo>
                  <a:cubicBezTo>
                    <a:pt x="369" y="7058"/>
                    <a:pt x="419" y="7066"/>
                    <a:pt x="467" y="7066"/>
                  </a:cubicBezTo>
                  <a:cubicBezTo>
                    <a:pt x="613" y="7066"/>
                    <a:pt x="747" y="6998"/>
                    <a:pt x="837" y="6864"/>
                  </a:cubicBezTo>
                  <a:cubicBezTo>
                    <a:pt x="896" y="6785"/>
                    <a:pt x="916" y="6685"/>
                    <a:pt x="976" y="6586"/>
                  </a:cubicBezTo>
                  <a:cubicBezTo>
                    <a:pt x="1215" y="6068"/>
                    <a:pt x="1414" y="5551"/>
                    <a:pt x="1692" y="5073"/>
                  </a:cubicBezTo>
                  <a:cubicBezTo>
                    <a:pt x="2528" y="3601"/>
                    <a:pt x="3622" y="2387"/>
                    <a:pt x="5154" y="1631"/>
                  </a:cubicBezTo>
                  <a:cubicBezTo>
                    <a:pt x="6141" y="1138"/>
                    <a:pt x="7102" y="891"/>
                    <a:pt x="8038" y="891"/>
                  </a:cubicBezTo>
                  <a:cubicBezTo>
                    <a:pt x="9330" y="891"/>
                    <a:pt x="10571" y="1362"/>
                    <a:pt x="11760" y="2308"/>
                  </a:cubicBezTo>
                  <a:cubicBezTo>
                    <a:pt x="12794" y="3124"/>
                    <a:pt x="13511" y="4198"/>
                    <a:pt x="14028" y="5392"/>
                  </a:cubicBezTo>
                  <a:cubicBezTo>
                    <a:pt x="14068" y="5511"/>
                    <a:pt x="14107" y="5611"/>
                    <a:pt x="14187" y="5710"/>
                  </a:cubicBezTo>
                  <a:cubicBezTo>
                    <a:pt x="14272" y="5851"/>
                    <a:pt x="14406" y="5932"/>
                    <a:pt x="14548" y="5932"/>
                  </a:cubicBezTo>
                  <a:cubicBezTo>
                    <a:pt x="14606" y="5932"/>
                    <a:pt x="14666" y="5918"/>
                    <a:pt x="14724" y="5889"/>
                  </a:cubicBezTo>
                  <a:cubicBezTo>
                    <a:pt x="14923" y="5810"/>
                    <a:pt x="15023" y="5611"/>
                    <a:pt x="14983" y="5372"/>
                  </a:cubicBezTo>
                  <a:cubicBezTo>
                    <a:pt x="14983" y="5332"/>
                    <a:pt x="14963" y="5272"/>
                    <a:pt x="14943" y="5213"/>
                  </a:cubicBezTo>
                  <a:cubicBezTo>
                    <a:pt x="14366" y="3800"/>
                    <a:pt x="13530" y="2586"/>
                    <a:pt x="12357" y="1612"/>
                  </a:cubicBezTo>
                  <a:cubicBezTo>
                    <a:pt x="11057" y="559"/>
                    <a:pt x="9613" y="1"/>
                    <a:pt x="80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78" name="Google Shape;3978;p45"/>
          <p:cNvSpPr/>
          <p:nvPr/>
        </p:nvSpPr>
        <p:spPr>
          <a:xfrm>
            <a:off x="720000" y="4202949"/>
            <a:ext cx="393256" cy="466950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9" name="Google Shape;3979;p45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5_1">
    <p:spTree>
      <p:nvGrpSpPr>
        <p:cNvPr id="1" name="Shape 3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1" name="Google Shape;3981;p46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3982" name="Google Shape;3982;p46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3" name="Google Shape;3983;p46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4" name="Google Shape;3984;p46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5" name="Google Shape;3985;p46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6" name="Google Shape;3986;p46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7" name="Google Shape;3987;p46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8" name="Google Shape;3988;p46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9" name="Google Shape;3989;p46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0" name="Google Shape;3990;p46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1" name="Google Shape;3991;p46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2" name="Google Shape;3992;p46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3" name="Google Shape;3993;p46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4" name="Google Shape;3994;p46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5" name="Google Shape;3995;p46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6" name="Google Shape;3996;p46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7" name="Google Shape;3997;p46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8" name="Google Shape;3998;p46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9" name="Google Shape;3999;p46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0" name="Google Shape;4000;p46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1" name="Google Shape;4001;p46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2" name="Google Shape;4002;p46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3" name="Google Shape;4003;p46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4" name="Google Shape;4004;p46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5" name="Google Shape;4005;p46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6" name="Google Shape;4006;p46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7" name="Google Shape;4007;p46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8" name="Google Shape;4008;p46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9" name="Google Shape;4009;p46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0" name="Google Shape;4010;p46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1" name="Google Shape;4011;p46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2" name="Google Shape;4012;p46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3" name="Google Shape;4013;p46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4" name="Google Shape;4014;p46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5" name="Google Shape;4015;p46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6" name="Google Shape;4016;p46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7" name="Google Shape;4017;p46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8" name="Google Shape;4018;p46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9" name="Google Shape;4019;p46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0" name="Google Shape;4020;p46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1" name="Google Shape;4021;p46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2" name="Google Shape;4022;p46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3" name="Google Shape;4023;p46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4" name="Google Shape;4024;p46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5" name="Google Shape;4025;p46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6" name="Google Shape;4026;p46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7" name="Google Shape;4027;p46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8" name="Google Shape;4028;p46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9" name="Google Shape;4029;p46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0" name="Google Shape;4030;p46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1" name="Google Shape;4031;p46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2" name="Google Shape;4032;p46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3" name="Google Shape;4033;p46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4" name="Google Shape;4034;p46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5" name="Google Shape;4035;p46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6" name="Google Shape;4036;p46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7" name="Google Shape;4037;p46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8" name="Google Shape;4038;p46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9" name="Google Shape;4039;p46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40" name="Google Shape;4040;p46"/>
          <p:cNvGrpSpPr/>
          <p:nvPr/>
        </p:nvGrpSpPr>
        <p:grpSpPr>
          <a:xfrm>
            <a:off x="-23004" y="-1"/>
            <a:ext cx="9177565" cy="5143390"/>
            <a:chOff x="-23004" y="-1"/>
            <a:chExt cx="9177565" cy="5143390"/>
          </a:xfrm>
        </p:grpSpPr>
        <p:sp>
          <p:nvSpPr>
            <p:cNvPr id="4041" name="Google Shape;4041;p46"/>
            <p:cNvSpPr/>
            <p:nvPr/>
          </p:nvSpPr>
          <p:spPr>
            <a:xfrm>
              <a:off x="-2299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2" name="Google Shape;4042;p46"/>
            <p:cNvSpPr/>
            <p:nvPr/>
          </p:nvSpPr>
          <p:spPr>
            <a:xfrm>
              <a:off x="324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3" name="Google Shape;4043;p46"/>
            <p:cNvSpPr/>
            <p:nvPr/>
          </p:nvSpPr>
          <p:spPr>
            <a:xfrm>
              <a:off x="650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4" name="Google Shape;4044;p46"/>
            <p:cNvSpPr/>
            <p:nvPr/>
          </p:nvSpPr>
          <p:spPr>
            <a:xfrm>
              <a:off x="998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5" name="Google Shape;4045;p46"/>
            <p:cNvSpPr/>
            <p:nvPr/>
          </p:nvSpPr>
          <p:spPr>
            <a:xfrm>
              <a:off x="1346531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6" name="Google Shape;4046;p46"/>
            <p:cNvSpPr/>
            <p:nvPr/>
          </p:nvSpPr>
          <p:spPr>
            <a:xfrm>
              <a:off x="1672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7" name="Google Shape;4047;p46"/>
            <p:cNvSpPr/>
            <p:nvPr/>
          </p:nvSpPr>
          <p:spPr>
            <a:xfrm>
              <a:off x="20202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8" name="Google Shape;4048;p46"/>
            <p:cNvSpPr/>
            <p:nvPr/>
          </p:nvSpPr>
          <p:spPr>
            <a:xfrm>
              <a:off x="236813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9" name="Google Shape;4049;p46"/>
            <p:cNvSpPr/>
            <p:nvPr/>
          </p:nvSpPr>
          <p:spPr>
            <a:xfrm>
              <a:off x="26941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0" name="Google Shape;4050;p46"/>
            <p:cNvSpPr/>
            <p:nvPr/>
          </p:nvSpPr>
          <p:spPr>
            <a:xfrm>
              <a:off x="304174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1" name="Google Shape;4051;p46"/>
            <p:cNvSpPr/>
            <p:nvPr/>
          </p:nvSpPr>
          <p:spPr>
            <a:xfrm>
              <a:off x="33896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2" name="Google Shape;4052;p46"/>
            <p:cNvSpPr/>
            <p:nvPr/>
          </p:nvSpPr>
          <p:spPr>
            <a:xfrm>
              <a:off x="371575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3" name="Google Shape;4053;p46"/>
            <p:cNvSpPr/>
            <p:nvPr/>
          </p:nvSpPr>
          <p:spPr>
            <a:xfrm>
              <a:off x="4063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4" name="Google Shape;4054;p46"/>
            <p:cNvSpPr/>
            <p:nvPr/>
          </p:nvSpPr>
          <p:spPr>
            <a:xfrm>
              <a:off x="4411262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5" name="Google Shape;4055;p46"/>
            <p:cNvSpPr/>
            <p:nvPr/>
          </p:nvSpPr>
          <p:spPr>
            <a:xfrm>
              <a:off x="-23004" y="17627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6" name="Google Shape;4056;p46"/>
            <p:cNvSpPr/>
            <p:nvPr/>
          </p:nvSpPr>
          <p:spPr>
            <a:xfrm>
              <a:off x="-23004" y="52386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7" name="Google Shape;4057;p46"/>
            <p:cNvSpPr/>
            <p:nvPr/>
          </p:nvSpPr>
          <p:spPr>
            <a:xfrm>
              <a:off x="-23004" y="84988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8" name="Google Shape;4058;p46"/>
            <p:cNvSpPr/>
            <p:nvPr/>
          </p:nvSpPr>
          <p:spPr>
            <a:xfrm>
              <a:off x="-23004" y="119780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9" name="Google Shape;4059;p46"/>
            <p:cNvSpPr/>
            <p:nvPr/>
          </p:nvSpPr>
          <p:spPr>
            <a:xfrm>
              <a:off x="-23004" y="155450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0" name="Google Shape;4060;p46"/>
            <p:cNvSpPr/>
            <p:nvPr/>
          </p:nvSpPr>
          <p:spPr>
            <a:xfrm>
              <a:off x="-23004" y="1880590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1" name="Google Shape;4061;p46"/>
            <p:cNvSpPr/>
            <p:nvPr/>
          </p:nvSpPr>
          <p:spPr>
            <a:xfrm>
              <a:off x="-23004" y="222851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2" name="Google Shape;4062;p46"/>
            <p:cNvSpPr/>
            <p:nvPr/>
          </p:nvSpPr>
          <p:spPr>
            <a:xfrm>
              <a:off x="-23004" y="2576366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3" name="Google Shape;4063;p46"/>
            <p:cNvSpPr/>
            <p:nvPr/>
          </p:nvSpPr>
          <p:spPr>
            <a:xfrm>
              <a:off x="-23004" y="2902455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4" name="Google Shape;4064;p46"/>
            <p:cNvSpPr/>
            <p:nvPr/>
          </p:nvSpPr>
          <p:spPr>
            <a:xfrm>
              <a:off x="-23004" y="325004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5" name="Google Shape;4065;p46"/>
            <p:cNvSpPr/>
            <p:nvPr/>
          </p:nvSpPr>
          <p:spPr>
            <a:xfrm>
              <a:off x="-23004" y="3597964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6" name="Google Shape;4066;p46"/>
            <p:cNvSpPr/>
            <p:nvPr/>
          </p:nvSpPr>
          <p:spPr>
            <a:xfrm>
              <a:off x="-23004" y="3924052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7" name="Google Shape;4067;p46"/>
            <p:cNvSpPr/>
            <p:nvPr/>
          </p:nvSpPr>
          <p:spPr>
            <a:xfrm>
              <a:off x="-23004" y="4271639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8" name="Google Shape;4068;p46"/>
            <p:cNvSpPr/>
            <p:nvPr/>
          </p:nvSpPr>
          <p:spPr>
            <a:xfrm>
              <a:off x="-23004" y="4619561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0"/>
                  </a:moveTo>
                  <a:lnTo>
                    <a:pt x="0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9" name="Google Shape;4069;p46"/>
            <p:cNvSpPr/>
            <p:nvPr/>
          </p:nvSpPr>
          <p:spPr>
            <a:xfrm>
              <a:off x="-23004" y="4945583"/>
              <a:ext cx="4755630" cy="67"/>
            </a:xfrm>
            <a:custGeom>
              <a:avLst/>
              <a:gdLst/>
              <a:ahLst/>
              <a:cxnLst/>
              <a:rect l="l" t="t" r="r" b="b"/>
              <a:pathLst>
                <a:path w="145199" h="1" fill="none" extrusionOk="0">
                  <a:moveTo>
                    <a:pt x="145199" y="1"/>
                  </a:moveTo>
                  <a:lnTo>
                    <a:pt x="0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0" name="Google Shape;4070;p46"/>
            <p:cNvSpPr/>
            <p:nvPr/>
          </p:nvSpPr>
          <p:spPr>
            <a:xfrm>
              <a:off x="47325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1" name="Google Shape;4071;p46"/>
            <p:cNvSpPr/>
            <p:nvPr/>
          </p:nvSpPr>
          <p:spPr>
            <a:xfrm>
              <a:off x="505868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2" name="Google Shape;4072;p46"/>
            <p:cNvSpPr/>
            <p:nvPr/>
          </p:nvSpPr>
          <p:spPr>
            <a:xfrm>
              <a:off x="5406608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3" name="Google Shape;4073;p46"/>
            <p:cNvSpPr/>
            <p:nvPr/>
          </p:nvSpPr>
          <p:spPr>
            <a:xfrm>
              <a:off x="5754196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4" name="Google Shape;4074;p46"/>
            <p:cNvSpPr/>
            <p:nvPr/>
          </p:nvSpPr>
          <p:spPr>
            <a:xfrm>
              <a:off x="608028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5" name="Google Shape;4075;p46"/>
            <p:cNvSpPr/>
            <p:nvPr/>
          </p:nvSpPr>
          <p:spPr>
            <a:xfrm>
              <a:off x="64282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6" name="Google Shape;4076;p46"/>
            <p:cNvSpPr/>
            <p:nvPr/>
          </p:nvSpPr>
          <p:spPr>
            <a:xfrm>
              <a:off x="6775795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7" name="Google Shape;4077;p46"/>
            <p:cNvSpPr/>
            <p:nvPr/>
          </p:nvSpPr>
          <p:spPr>
            <a:xfrm>
              <a:off x="710188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8" name="Google Shape;4078;p46"/>
            <p:cNvSpPr/>
            <p:nvPr/>
          </p:nvSpPr>
          <p:spPr>
            <a:xfrm>
              <a:off x="744980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9" name="Google Shape;4079;p46"/>
            <p:cNvSpPr/>
            <p:nvPr/>
          </p:nvSpPr>
          <p:spPr>
            <a:xfrm>
              <a:off x="7797394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0" name="Google Shape;4080;p46"/>
            <p:cNvSpPr/>
            <p:nvPr/>
          </p:nvSpPr>
          <p:spPr>
            <a:xfrm>
              <a:off x="8123417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1" name="Google Shape;4081;p46"/>
            <p:cNvSpPr/>
            <p:nvPr/>
          </p:nvSpPr>
          <p:spPr>
            <a:xfrm>
              <a:off x="847133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1" y="0"/>
                  </a:moveTo>
                  <a:lnTo>
                    <a:pt x="1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2" name="Google Shape;4082;p46"/>
            <p:cNvSpPr/>
            <p:nvPr/>
          </p:nvSpPr>
          <p:spPr>
            <a:xfrm>
              <a:off x="8828370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3" name="Google Shape;4083;p46"/>
            <p:cNvSpPr/>
            <p:nvPr/>
          </p:nvSpPr>
          <p:spPr>
            <a:xfrm>
              <a:off x="9154459" y="-1"/>
              <a:ext cx="67" cy="5143390"/>
            </a:xfrm>
            <a:custGeom>
              <a:avLst/>
              <a:gdLst/>
              <a:ahLst/>
              <a:cxnLst/>
              <a:rect l="l" t="t" r="r" b="b"/>
              <a:pathLst>
                <a:path w="1" h="160618" fill="none" extrusionOk="0">
                  <a:moveTo>
                    <a:pt x="0" y="0"/>
                  </a:moveTo>
                  <a:lnTo>
                    <a:pt x="0" y="160617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4" name="Google Shape;4084;p46"/>
            <p:cNvSpPr/>
            <p:nvPr/>
          </p:nvSpPr>
          <p:spPr>
            <a:xfrm>
              <a:off x="4732600" y="17627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5" name="Google Shape;4085;p46"/>
            <p:cNvSpPr/>
            <p:nvPr/>
          </p:nvSpPr>
          <p:spPr>
            <a:xfrm>
              <a:off x="4732600" y="52386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6" name="Google Shape;4086;p46"/>
            <p:cNvSpPr/>
            <p:nvPr/>
          </p:nvSpPr>
          <p:spPr>
            <a:xfrm>
              <a:off x="4732600" y="84988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7" name="Google Shape;4087;p46"/>
            <p:cNvSpPr/>
            <p:nvPr/>
          </p:nvSpPr>
          <p:spPr>
            <a:xfrm>
              <a:off x="4732600" y="119780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8" name="Google Shape;4088;p46"/>
            <p:cNvSpPr/>
            <p:nvPr/>
          </p:nvSpPr>
          <p:spPr>
            <a:xfrm>
              <a:off x="4732600" y="155450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9" name="Google Shape;4089;p46"/>
            <p:cNvSpPr/>
            <p:nvPr/>
          </p:nvSpPr>
          <p:spPr>
            <a:xfrm>
              <a:off x="4732600" y="1880590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0" name="Google Shape;4090;p46"/>
            <p:cNvSpPr/>
            <p:nvPr/>
          </p:nvSpPr>
          <p:spPr>
            <a:xfrm>
              <a:off x="4732600" y="222851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1" name="Google Shape;4091;p46"/>
            <p:cNvSpPr/>
            <p:nvPr/>
          </p:nvSpPr>
          <p:spPr>
            <a:xfrm>
              <a:off x="4732600" y="2576366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2" name="Google Shape;4092;p46"/>
            <p:cNvSpPr/>
            <p:nvPr/>
          </p:nvSpPr>
          <p:spPr>
            <a:xfrm>
              <a:off x="4732600" y="2902455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3" name="Google Shape;4093;p46"/>
            <p:cNvSpPr/>
            <p:nvPr/>
          </p:nvSpPr>
          <p:spPr>
            <a:xfrm>
              <a:off x="4732600" y="325004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4" name="Google Shape;4094;p46"/>
            <p:cNvSpPr/>
            <p:nvPr/>
          </p:nvSpPr>
          <p:spPr>
            <a:xfrm>
              <a:off x="4732600" y="3597964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5" name="Google Shape;4095;p46"/>
            <p:cNvSpPr/>
            <p:nvPr/>
          </p:nvSpPr>
          <p:spPr>
            <a:xfrm>
              <a:off x="4732600" y="3924052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6" name="Google Shape;4096;p46"/>
            <p:cNvSpPr/>
            <p:nvPr/>
          </p:nvSpPr>
          <p:spPr>
            <a:xfrm>
              <a:off x="4732600" y="4271639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7" name="Google Shape;4097;p46"/>
            <p:cNvSpPr/>
            <p:nvPr/>
          </p:nvSpPr>
          <p:spPr>
            <a:xfrm>
              <a:off x="4732600" y="4619561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0"/>
                  </a:moveTo>
                  <a:lnTo>
                    <a:pt x="1" y="0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8" name="Google Shape;4098;p46"/>
            <p:cNvSpPr/>
            <p:nvPr/>
          </p:nvSpPr>
          <p:spPr>
            <a:xfrm>
              <a:off x="4732600" y="4945583"/>
              <a:ext cx="4421961" cy="67"/>
            </a:xfrm>
            <a:custGeom>
              <a:avLst/>
              <a:gdLst/>
              <a:ahLst/>
              <a:cxnLst/>
              <a:rect l="l" t="t" r="r" b="b"/>
              <a:pathLst>
                <a:path w="140402" h="1" fill="none" extrusionOk="0">
                  <a:moveTo>
                    <a:pt x="140401" y="1"/>
                  </a:moveTo>
                  <a:lnTo>
                    <a:pt x="1" y="1"/>
                  </a:lnTo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miter lim="5019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99" name="Google Shape;4099;p46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0" name="Google Shape;4100;p46"/>
          <p:cNvSpPr/>
          <p:nvPr/>
        </p:nvSpPr>
        <p:spPr>
          <a:xfrm>
            <a:off x="5975076" y="4136476"/>
            <a:ext cx="2588600" cy="644575"/>
          </a:xfrm>
          <a:custGeom>
            <a:avLst/>
            <a:gdLst/>
            <a:ahLst/>
            <a:cxnLst/>
            <a:rect l="l" t="t" r="r" b="b"/>
            <a:pathLst>
              <a:path w="103544" h="25783" extrusionOk="0">
                <a:moveTo>
                  <a:pt x="5928" y="25504"/>
                </a:moveTo>
                <a:cubicBezTo>
                  <a:pt x="19744" y="26038"/>
                  <a:pt x="75739" y="25735"/>
                  <a:pt x="91923" y="25183"/>
                </a:cubicBezTo>
                <a:cubicBezTo>
                  <a:pt x="108107" y="24631"/>
                  <a:pt x="101894" y="26323"/>
                  <a:pt x="103033" y="22192"/>
                </a:cubicBezTo>
                <a:cubicBezTo>
                  <a:pt x="104173" y="18061"/>
                  <a:pt x="103674" y="2660"/>
                  <a:pt x="98760" y="399"/>
                </a:cubicBezTo>
                <a:cubicBezTo>
                  <a:pt x="93846" y="-1862"/>
                  <a:pt x="79638" y="6115"/>
                  <a:pt x="73549" y="8625"/>
                </a:cubicBezTo>
                <a:cubicBezTo>
                  <a:pt x="67460" y="11136"/>
                  <a:pt x="68458" y="14981"/>
                  <a:pt x="62226" y="15462"/>
                </a:cubicBezTo>
                <a:cubicBezTo>
                  <a:pt x="55995" y="15943"/>
                  <a:pt x="42944" y="10833"/>
                  <a:pt x="36160" y="11509"/>
                </a:cubicBezTo>
                <a:cubicBezTo>
                  <a:pt x="29377" y="12186"/>
                  <a:pt x="26047" y="17776"/>
                  <a:pt x="21525" y="19521"/>
                </a:cubicBezTo>
                <a:cubicBezTo>
                  <a:pt x="17003" y="21266"/>
                  <a:pt x="11626" y="20981"/>
                  <a:pt x="9026" y="21978"/>
                </a:cubicBezTo>
                <a:cubicBezTo>
                  <a:pt x="6427" y="22975"/>
                  <a:pt x="-7888" y="24970"/>
                  <a:pt x="5928" y="25504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</p:sp>
      <p:grpSp>
        <p:nvGrpSpPr>
          <p:cNvPr id="4101" name="Google Shape;4101;p46"/>
          <p:cNvGrpSpPr/>
          <p:nvPr/>
        </p:nvGrpSpPr>
        <p:grpSpPr>
          <a:xfrm>
            <a:off x="584625" y="540000"/>
            <a:ext cx="1265537" cy="1405864"/>
            <a:chOff x="600600" y="540000"/>
            <a:chExt cx="1265537" cy="1405864"/>
          </a:xfrm>
        </p:grpSpPr>
        <p:sp>
          <p:nvSpPr>
            <p:cNvPr id="4102" name="Google Shape;4102;p46"/>
            <p:cNvSpPr/>
            <p:nvPr/>
          </p:nvSpPr>
          <p:spPr>
            <a:xfrm>
              <a:off x="702549" y="636668"/>
              <a:ext cx="1059313" cy="1309196"/>
            </a:xfrm>
            <a:custGeom>
              <a:avLst/>
              <a:gdLst/>
              <a:ahLst/>
              <a:cxnLst/>
              <a:rect l="l" t="t" r="r" b="b"/>
              <a:pathLst>
                <a:path w="26881" h="33222" extrusionOk="0">
                  <a:moveTo>
                    <a:pt x="9335" y="18405"/>
                  </a:moveTo>
                  <a:cubicBezTo>
                    <a:pt x="9327" y="18416"/>
                    <a:pt x="9319" y="18428"/>
                    <a:pt x="9312" y="18439"/>
                  </a:cubicBezTo>
                  <a:cubicBezTo>
                    <a:pt x="9319" y="18429"/>
                    <a:pt x="9327" y="18417"/>
                    <a:pt x="9335" y="18405"/>
                  </a:cubicBezTo>
                  <a:close/>
                  <a:moveTo>
                    <a:pt x="8914" y="18817"/>
                  </a:moveTo>
                  <a:lnTo>
                    <a:pt x="8914" y="18817"/>
                  </a:lnTo>
                  <a:cubicBezTo>
                    <a:pt x="8904" y="18836"/>
                    <a:pt x="8895" y="18854"/>
                    <a:pt x="8887" y="18871"/>
                  </a:cubicBezTo>
                  <a:lnTo>
                    <a:pt x="8887" y="18871"/>
                  </a:lnTo>
                  <a:lnTo>
                    <a:pt x="8914" y="18817"/>
                  </a:lnTo>
                  <a:close/>
                  <a:moveTo>
                    <a:pt x="7761" y="25656"/>
                  </a:moveTo>
                  <a:lnTo>
                    <a:pt x="7760" y="25661"/>
                  </a:lnTo>
                  <a:cubicBezTo>
                    <a:pt x="7760" y="25660"/>
                    <a:pt x="7761" y="25658"/>
                    <a:pt x="7761" y="25656"/>
                  </a:cubicBezTo>
                  <a:close/>
                  <a:moveTo>
                    <a:pt x="7641" y="25801"/>
                  </a:moveTo>
                  <a:lnTo>
                    <a:pt x="7641" y="25801"/>
                  </a:lnTo>
                  <a:cubicBezTo>
                    <a:pt x="7633" y="25805"/>
                    <a:pt x="7626" y="25810"/>
                    <a:pt x="7619" y="25814"/>
                  </a:cubicBezTo>
                  <a:lnTo>
                    <a:pt x="7619" y="25814"/>
                  </a:lnTo>
                  <a:cubicBezTo>
                    <a:pt x="7626" y="25811"/>
                    <a:pt x="7633" y="25807"/>
                    <a:pt x="7641" y="25801"/>
                  </a:cubicBezTo>
                  <a:close/>
                  <a:moveTo>
                    <a:pt x="2945" y="27653"/>
                  </a:moveTo>
                  <a:cubicBezTo>
                    <a:pt x="2938" y="27674"/>
                    <a:pt x="2932" y="27694"/>
                    <a:pt x="2925" y="27711"/>
                  </a:cubicBezTo>
                  <a:cubicBezTo>
                    <a:pt x="2934" y="27689"/>
                    <a:pt x="2941" y="27670"/>
                    <a:pt x="2945" y="27653"/>
                  </a:cubicBezTo>
                  <a:close/>
                  <a:moveTo>
                    <a:pt x="3400" y="31173"/>
                  </a:moveTo>
                  <a:cubicBezTo>
                    <a:pt x="3395" y="31179"/>
                    <a:pt x="3389" y="31186"/>
                    <a:pt x="3383" y="31192"/>
                  </a:cubicBezTo>
                  <a:cubicBezTo>
                    <a:pt x="3389" y="31186"/>
                    <a:pt x="3395" y="31180"/>
                    <a:pt x="3400" y="31173"/>
                  </a:cubicBezTo>
                  <a:close/>
                  <a:moveTo>
                    <a:pt x="2686" y="31829"/>
                  </a:moveTo>
                  <a:cubicBezTo>
                    <a:pt x="2666" y="31909"/>
                    <a:pt x="2587" y="31988"/>
                    <a:pt x="2468" y="32068"/>
                  </a:cubicBezTo>
                  <a:cubicBezTo>
                    <a:pt x="2507" y="31968"/>
                    <a:pt x="2587" y="31889"/>
                    <a:pt x="2686" y="31829"/>
                  </a:cubicBezTo>
                  <a:close/>
                  <a:moveTo>
                    <a:pt x="2249" y="31929"/>
                  </a:moveTo>
                  <a:cubicBezTo>
                    <a:pt x="2288" y="31968"/>
                    <a:pt x="2308" y="32048"/>
                    <a:pt x="2288" y="32147"/>
                  </a:cubicBezTo>
                  <a:cubicBezTo>
                    <a:pt x="2229" y="32187"/>
                    <a:pt x="2149" y="32227"/>
                    <a:pt x="2090" y="32247"/>
                  </a:cubicBezTo>
                  <a:cubicBezTo>
                    <a:pt x="2090" y="32207"/>
                    <a:pt x="2090" y="32187"/>
                    <a:pt x="2090" y="32147"/>
                  </a:cubicBezTo>
                  <a:cubicBezTo>
                    <a:pt x="2149" y="32088"/>
                    <a:pt x="2189" y="32008"/>
                    <a:pt x="2249" y="31929"/>
                  </a:cubicBezTo>
                  <a:close/>
                  <a:moveTo>
                    <a:pt x="25318" y="0"/>
                  </a:moveTo>
                  <a:cubicBezTo>
                    <a:pt x="25303" y="0"/>
                    <a:pt x="25289" y="5"/>
                    <a:pt x="25269" y="15"/>
                  </a:cubicBezTo>
                  <a:cubicBezTo>
                    <a:pt x="25265" y="11"/>
                    <a:pt x="25261" y="10"/>
                    <a:pt x="25257" y="10"/>
                  </a:cubicBezTo>
                  <a:cubicBezTo>
                    <a:pt x="25241" y="10"/>
                    <a:pt x="25225" y="39"/>
                    <a:pt x="25209" y="55"/>
                  </a:cubicBezTo>
                  <a:lnTo>
                    <a:pt x="25149" y="115"/>
                  </a:lnTo>
                  <a:cubicBezTo>
                    <a:pt x="25070" y="214"/>
                    <a:pt x="24990" y="333"/>
                    <a:pt x="24911" y="473"/>
                  </a:cubicBezTo>
                  <a:cubicBezTo>
                    <a:pt x="24897" y="478"/>
                    <a:pt x="24887" y="481"/>
                    <a:pt x="24880" y="481"/>
                  </a:cubicBezTo>
                  <a:cubicBezTo>
                    <a:pt x="24814" y="481"/>
                    <a:pt x="25002" y="254"/>
                    <a:pt x="24930" y="254"/>
                  </a:cubicBezTo>
                  <a:cubicBezTo>
                    <a:pt x="24791" y="532"/>
                    <a:pt x="24632" y="711"/>
                    <a:pt x="24274" y="1010"/>
                  </a:cubicBezTo>
                  <a:lnTo>
                    <a:pt x="24294" y="930"/>
                  </a:lnTo>
                  <a:lnTo>
                    <a:pt x="24294" y="930"/>
                  </a:lnTo>
                  <a:cubicBezTo>
                    <a:pt x="24035" y="1209"/>
                    <a:pt x="23936" y="1308"/>
                    <a:pt x="23796" y="1448"/>
                  </a:cubicBezTo>
                  <a:cubicBezTo>
                    <a:pt x="23657" y="1587"/>
                    <a:pt x="23518" y="1706"/>
                    <a:pt x="23379" y="1806"/>
                  </a:cubicBezTo>
                  <a:cubicBezTo>
                    <a:pt x="23100" y="2044"/>
                    <a:pt x="22821" y="2283"/>
                    <a:pt x="22423" y="2641"/>
                  </a:cubicBezTo>
                  <a:lnTo>
                    <a:pt x="22563" y="2681"/>
                  </a:lnTo>
                  <a:cubicBezTo>
                    <a:pt x="22404" y="2840"/>
                    <a:pt x="22344" y="2840"/>
                    <a:pt x="22244" y="2900"/>
                  </a:cubicBezTo>
                  <a:cubicBezTo>
                    <a:pt x="22237" y="2956"/>
                    <a:pt x="22247" y="2978"/>
                    <a:pt x="22268" y="2978"/>
                  </a:cubicBezTo>
                  <a:cubicBezTo>
                    <a:pt x="22344" y="2978"/>
                    <a:pt x="22566" y="2682"/>
                    <a:pt x="22650" y="2682"/>
                  </a:cubicBezTo>
                  <a:cubicBezTo>
                    <a:pt x="22673" y="2682"/>
                    <a:pt x="22686" y="2705"/>
                    <a:pt x="22682" y="2761"/>
                  </a:cubicBezTo>
                  <a:cubicBezTo>
                    <a:pt x="22291" y="2800"/>
                    <a:pt x="21593" y="3896"/>
                    <a:pt x="21248" y="3896"/>
                  </a:cubicBezTo>
                  <a:cubicBezTo>
                    <a:pt x="21241" y="3896"/>
                    <a:pt x="21236" y="3896"/>
                    <a:pt x="21230" y="3895"/>
                  </a:cubicBezTo>
                  <a:lnTo>
                    <a:pt x="21230" y="3895"/>
                  </a:lnTo>
                  <a:cubicBezTo>
                    <a:pt x="20991" y="4153"/>
                    <a:pt x="21389" y="3915"/>
                    <a:pt x="21150" y="4173"/>
                  </a:cubicBezTo>
                  <a:lnTo>
                    <a:pt x="21031" y="4193"/>
                  </a:lnTo>
                  <a:lnTo>
                    <a:pt x="21051" y="4333"/>
                  </a:lnTo>
                  <a:cubicBezTo>
                    <a:pt x="20922" y="4447"/>
                    <a:pt x="20814" y="4489"/>
                    <a:pt x="20741" y="4489"/>
                  </a:cubicBezTo>
                  <a:cubicBezTo>
                    <a:pt x="20712" y="4489"/>
                    <a:pt x="20689" y="4483"/>
                    <a:pt x="20673" y="4472"/>
                  </a:cubicBezTo>
                  <a:cubicBezTo>
                    <a:pt x="20712" y="4432"/>
                    <a:pt x="20772" y="4333"/>
                    <a:pt x="20812" y="4293"/>
                  </a:cubicBezTo>
                  <a:lnTo>
                    <a:pt x="20812" y="4293"/>
                  </a:lnTo>
                  <a:cubicBezTo>
                    <a:pt x="20553" y="4432"/>
                    <a:pt x="20295" y="4870"/>
                    <a:pt x="20195" y="4989"/>
                  </a:cubicBezTo>
                  <a:lnTo>
                    <a:pt x="20434" y="4790"/>
                  </a:lnTo>
                  <a:lnTo>
                    <a:pt x="20434" y="4790"/>
                  </a:lnTo>
                  <a:cubicBezTo>
                    <a:pt x="20135" y="5168"/>
                    <a:pt x="19777" y="5566"/>
                    <a:pt x="19419" y="5964"/>
                  </a:cubicBezTo>
                  <a:cubicBezTo>
                    <a:pt x="19081" y="6362"/>
                    <a:pt x="18743" y="6780"/>
                    <a:pt x="18504" y="7178"/>
                  </a:cubicBezTo>
                  <a:lnTo>
                    <a:pt x="18584" y="7178"/>
                  </a:lnTo>
                  <a:cubicBezTo>
                    <a:pt x="18205" y="7775"/>
                    <a:pt x="18166" y="7556"/>
                    <a:pt x="17708" y="8192"/>
                  </a:cubicBezTo>
                  <a:lnTo>
                    <a:pt x="17708" y="8153"/>
                  </a:lnTo>
                  <a:cubicBezTo>
                    <a:pt x="17648" y="8312"/>
                    <a:pt x="17549" y="8491"/>
                    <a:pt x="17410" y="8650"/>
                  </a:cubicBezTo>
                  <a:cubicBezTo>
                    <a:pt x="17422" y="8607"/>
                    <a:pt x="17414" y="8592"/>
                    <a:pt x="17394" y="8592"/>
                  </a:cubicBezTo>
                  <a:cubicBezTo>
                    <a:pt x="17345" y="8592"/>
                    <a:pt x="17221" y="8689"/>
                    <a:pt x="17174" y="8689"/>
                  </a:cubicBezTo>
                  <a:cubicBezTo>
                    <a:pt x="17152" y="8689"/>
                    <a:pt x="17146" y="8669"/>
                    <a:pt x="17171" y="8610"/>
                  </a:cubicBezTo>
                  <a:lnTo>
                    <a:pt x="17171" y="8610"/>
                  </a:lnTo>
                  <a:cubicBezTo>
                    <a:pt x="16773" y="9267"/>
                    <a:pt x="16992" y="8968"/>
                    <a:pt x="16833" y="9486"/>
                  </a:cubicBezTo>
                  <a:lnTo>
                    <a:pt x="16693" y="9525"/>
                  </a:lnTo>
                  <a:cubicBezTo>
                    <a:pt x="16634" y="9705"/>
                    <a:pt x="16673" y="9744"/>
                    <a:pt x="16435" y="10063"/>
                  </a:cubicBezTo>
                  <a:cubicBezTo>
                    <a:pt x="16479" y="9968"/>
                    <a:pt x="16467" y="9943"/>
                    <a:pt x="16435" y="9943"/>
                  </a:cubicBezTo>
                  <a:cubicBezTo>
                    <a:pt x="16401" y="9943"/>
                    <a:pt x="16346" y="9970"/>
                    <a:pt x="16311" y="9970"/>
                  </a:cubicBezTo>
                  <a:cubicBezTo>
                    <a:pt x="16274" y="9970"/>
                    <a:pt x="16260" y="9941"/>
                    <a:pt x="16315" y="9824"/>
                  </a:cubicBezTo>
                  <a:lnTo>
                    <a:pt x="16315" y="9824"/>
                  </a:lnTo>
                  <a:cubicBezTo>
                    <a:pt x="15619" y="10321"/>
                    <a:pt x="15718" y="10898"/>
                    <a:pt x="15221" y="10998"/>
                  </a:cubicBezTo>
                  <a:cubicBezTo>
                    <a:pt x="15217" y="11091"/>
                    <a:pt x="15239" y="11128"/>
                    <a:pt x="15275" y="11128"/>
                  </a:cubicBezTo>
                  <a:cubicBezTo>
                    <a:pt x="15398" y="11128"/>
                    <a:pt x="15690" y="10710"/>
                    <a:pt x="15709" y="10710"/>
                  </a:cubicBezTo>
                  <a:cubicBezTo>
                    <a:pt x="15712" y="10710"/>
                    <a:pt x="15709" y="10719"/>
                    <a:pt x="15699" y="10739"/>
                  </a:cubicBezTo>
                  <a:cubicBezTo>
                    <a:pt x="15713" y="10733"/>
                    <a:pt x="15725" y="10730"/>
                    <a:pt x="15735" y="10730"/>
                  </a:cubicBezTo>
                  <a:cubicBezTo>
                    <a:pt x="15842" y="10730"/>
                    <a:pt x="15644" y="11112"/>
                    <a:pt x="15480" y="11276"/>
                  </a:cubicBezTo>
                  <a:cubicBezTo>
                    <a:pt x="15321" y="11475"/>
                    <a:pt x="14942" y="11416"/>
                    <a:pt x="14525" y="11933"/>
                  </a:cubicBezTo>
                  <a:cubicBezTo>
                    <a:pt x="14564" y="11873"/>
                    <a:pt x="14564" y="11873"/>
                    <a:pt x="14604" y="11814"/>
                  </a:cubicBezTo>
                  <a:lnTo>
                    <a:pt x="14604" y="11814"/>
                  </a:lnTo>
                  <a:cubicBezTo>
                    <a:pt x="14385" y="11973"/>
                    <a:pt x="14365" y="12251"/>
                    <a:pt x="14087" y="12410"/>
                  </a:cubicBezTo>
                  <a:cubicBezTo>
                    <a:pt x="14107" y="12649"/>
                    <a:pt x="13848" y="12709"/>
                    <a:pt x="13968" y="12888"/>
                  </a:cubicBezTo>
                  <a:lnTo>
                    <a:pt x="14306" y="12391"/>
                  </a:lnTo>
                  <a:lnTo>
                    <a:pt x="14306" y="12391"/>
                  </a:lnTo>
                  <a:cubicBezTo>
                    <a:pt x="14147" y="12689"/>
                    <a:pt x="14127" y="13087"/>
                    <a:pt x="13689" y="13465"/>
                  </a:cubicBezTo>
                  <a:cubicBezTo>
                    <a:pt x="13689" y="13405"/>
                    <a:pt x="13749" y="13226"/>
                    <a:pt x="13789" y="13127"/>
                  </a:cubicBezTo>
                  <a:lnTo>
                    <a:pt x="13789" y="13127"/>
                  </a:lnTo>
                  <a:cubicBezTo>
                    <a:pt x="13649" y="13206"/>
                    <a:pt x="13629" y="13405"/>
                    <a:pt x="13470" y="13485"/>
                  </a:cubicBezTo>
                  <a:cubicBezTo>
                    <a:pt x="13351" y="13326"/>
                    <a:pt x="13888" y="12888"/>
                    <a:pt x="13987" y="12490"/>
                  </a:cubicBezTo>
                  <a:lnTo>
                    <a:pt x="13987" y="12490"/>
                  </a:lnTo>
                  <a:cubicBezTo>
                    <a:pt x="13846" y="12569"/>
                    <a:pt x="13741" y="12935"/>
                    <a:pt x="13674" y="12935"/>
                  </a:cubicBezTo>
                  <a:cubicBezTo>
                    <a:pt x="13657" y="12935"/>
                    <a:pt x="13642" y="12910"/>
                    <a:pt x="13629" y="12848"/>
                  </a:cubicBezTo>
                  <a:lnTo>
                    <a:pt x="13629" y="12848"/>
                  </a:lnTo>
                  <a:cubicBezTo>
                    <a:pt x="13689" y="13246"/>
                    <a:pt x="13192" y="13346"/>
                    <a:pt x="13092" y="13823"/>
                  </a:cubicBezTo>
                  <a:lnTo>
                    <a:pt x="13013" y="13724"/>
                  </a:lnTo>
                  <a:cubicBezTo>
                    <a:pt x="12993" y="13803"/>
                    <a:pt x="12933" y="13942"/>
                    <a:pt x="12853" y="14042"/>
                  </a:cubicBezTo>
                  <a:lnTo>
                    <a:pt x="12873" y="13763"/>
                  </a:lnTo>
                  <a:lnTo>
                    <a:pt x="12873" y="13763"/>
                  </a:lnTo>
                  <a:cubicBezTo>
                    <a:pt x="12754" y="14141"/>
                    <a:pt x="12356" y="14241"/>
                    <a:pt x="12197" y="14559"/>
                  </a:cubicBezTo>
                  <a:cubicBezTo>
                    <a:pt x="12360" y="14344"/>
                    <a:pt x="12432" y="14284"/>
                    <a:pt x="12472" y="14284"/>
                  </a:cubicBezTo>
                  <a:cubicBezTo>
                    <a:pt x="12521" y="14284"/>
                    <a:pt x="12519" y="14379"/>
                    <a:pt x="12584" y="14379"/>
                  </a:cubicBezTo>
                  <a:cubicBezTo>
                    <a:pt x="12605" y="14379"/>
                    <a:pt x="12634" y="14368"/>
                    <a:pt x="12674" y="14340"/>
                  </a:cubicBezTo>
                  <a:lnTo>
                    <a:pt x="12674" y="14340"/>
                  </a:lnTo>
                  <a:cubicBezTo>
                    <a:pt x="12256" y="15136"/>
                    <a:pt x="12097" y="14559"/>
                    <a:pt x="11560" y="15335"/>
                  </a:cubicBezTo>
                  <a:cubicBezTo>
                    <a:pt x="11629" y="15252"/>
                    <a:pt x="11766" y="15140"/>
                    <a:pt x="11816" y="15140"/>
                  </a:cubicBezTo>
                  <a:cubicBezTo>
                    <a:pt x="11838" y="15140"/>
                    <a:pt x="11843" y="15161"/>
                    <a:pt x="11819" y="15216"/>
                  </a:cubicBezTo>
                  <a:cubicBezTo>
                    <a:pt x="11699" y="15355"/>
                    <a:pt x="11500" y="15534"/>
                    <a:pt x="11381" y="15574"/>
                  </a:cubicBezTo>
                  <a:cubicBezTo>
                    <a:pt x="11241" y="15780"/>
                    <a:pt x="11227" y="15833"/>
                    <a:pt x="11259" y="15833"/>
                  </a:cubicBezTo>
                  <a:cubicBezTo>
                    <a:pt x="11293" y="15833"/>
                    <a:pt x="11384" y="15769"/>
                    <a:pt x="11428" y="15769"/>
                  </a:cubicBezTo>
                  <a:cubicBezTo>
                    <a:pt x="11453" y="15769"/>
                    <a:pt x="11463" y="15789"/>
                    <a:pt x="11441" y="15852"/>
                  </a:cubicBezTo>
                  <a:cubicBezTo>
                    <a:pt x="11182" y="15932"/>
                    <a:pt x="11282" y="16151"/>
                    <a:pt x="11142" y="16410"/>
                  </a:cubicBezTo>
                  <a:lnTo>
                    <a:pt x="11043" y="16330"/>
                  </a:lnTo>
                  <a:lnTo>
                    <a:pt x="11043" y="16330"/>
                  </a:lnTo>
                  <a:cubicBezTo>
                    <a:pt x="10526" y="16887"/>
                    <a:pt x="11142" y="16648"/>
                    <a:pt x="10645" y="17146"/>
                  </a:cubicBezTo>
                  <a:lnTo>
                    <a:pt x="10685" y="16807"/>
                  </a:lnTo>
                  <a:lnTo>
                    <a:pt x="10685" y="16807"/>
                  </a:lnTo>
                  <a:lnTo>
                    <a:pt x="10506" y="17106"/>
                  </a:lnTo>
                  <a:lnTo>
                    <a:pt x="10426" y="16967"/>
                  </a:lnTo>
                  <a:cubicBezTo>
                    <a:pt x="10287" y="17345"/>
                    <a:pt x="10187" y="17424"/>
                    <a:pt x="9929" y="17703"/>
                  </a:cubicBezTo>
                  <a:cubicBezTo>
                    <a:pt x="9934" y="17702"/>
                    <a:pt x="9939" y="17701"/>
                    <a:pt x="9945" y="17701"/>
                  </a:cubicBezTo>
                  <a:cubicBezTo>
                    <a:pt x="10051" y="17701"/>
                    <a:pt x="10079" y="17894"/>
                    <a:pt x="9889" y="18141"/>
                  </a:cubicBezTo>
                  <a:cubicBezTo>
                    <a:pt x="9848" y="18169"/>
                    <a:pt x="9823" y="18179"/>
                    <a:pt x="9807" y="18179"/>
                  </a:cubicBezTo>
                  <a:cubicBezTo>
                    <a:pt x="9778" y="18179"/>
                    <a:pt x="9778" y="18150"/>
                    <a:pt x="9766" y="18150"/>
                  </a:cubicBezTo>
                  <a:cubicBezTo>
                    <a:pt x="9751" y="18150"/>
                    <a:pt x="9721" y="18189"/>
                    <a:pt x="9610" y="18359"/>
                  </a:cubicBezTo>
                  <a:cubicBezTo>
                    <a:pt x="9610" y="18240"/>
                    <a:pt x="9590" y="18081"/>
                    <a:pt x="9809" y="17981"/>
                  </a:cubicBezTo>
                  <a:cubicBezTo>
                    <a:pt x="9789" y="17942"/>
                    <a:pt x="9809" y="17842"/>
                    <a:pt x="9789" y="17802"/>
                  </a:cubicBezTo>
                  <a:cubicBezTo>
                    <a:pt x="9587" y="17931"/>
                    <a:pt x="9435" y="18248"/>
                    <a:pt x="9335" y="18405"/>
                  </a:cubicBezTo>
                  <a:lnTo>
                    <a:pt x="9335" y="18405"/>
                  </a:lnTo>
                  <a:cubicBezTo>
                    <a:pt x="9367" y="18358"/>
                    <a:pt x="9399" y="18316"/>
                    <a:pt x="9431" y="18300"/>
                  </a:cubicBezTo>
                  <a:lnTo>
                    <a:pt x="9431" y="18300"/>
                  </a:lnTo>
                  <a:lnTo>
                    <a:pt x="9173" y="18956"/>
                  </a:lnTo>
                  <a:cubicBezTo>
                    <a:pt x="9151" y="18969"/>
                    <a:pt x="9136" y="18974"/>
                    <a:pt x="9124" y="18974"/>
                  </a:cubicBezTo>
                  <a:cubicBezTo>
                    <a:pt x="9082" y="18974"/>
                    <a:pt x="9097" y="18900"/>
                    <a:pt x="9113" y="18837"/>
                  </a:cubicBezTo>
                  <a:lnTo>
                    <a:pt x="9113" y="18837"/>
                  </a:lnTo>
                  <a:cubicBezTo>
                    <a:pt x="9033" y="18956"/>
                    <a:pt x="9033" y="19076"/>
                    <a:pt x="8914" y="19235"/>
                  </a:cubicBezTo>
                  <a:cubicBezTo>
                    <a:pt x="8877" y="19143"/>
                    <a:pt x="8789" y="19085"/>
                    <a:pt x="8887" y="18871"/>
                  </a:cubicBezTo>
                  <a:lnTo>
                    <a:pt x="8887" y="18871"/>
                  </a:lnTo>
                  <a:lnTo>
                    <a:pt x="8615" y="19414"/>
                  </a:lnTo>
                  <a:cubicBezTo>
                    <a:pt x="8567" y="19430"/>
                    <a:pt x="8397" y="19554"/>
                    <a:pt x="8349" y="19554"/>
                  </a:cubicBezTo>
                  <a:cubicBezTo>
                    <a:pt x="8338" y="19554"/>
                    <a:pt x="8333" y="19548"/>
                    <a:pt x="8337" y="19533"/>
                  </a:cubicBezTo>
                  <a:lnTo>
                    <a:pt x="8337" y="19533"/>
                  </a:lnTo>
                  <a:cubicBezTo>
                    <a:pt x="8078" y="19792"/>
                    <a:pt x="7979" y="20369"/>
                    <a:pt x="7621" y="20707"/>
                  </a:cubicBezTo>
                  <a:cubicBezTo>
                    <a:pt x="7621" y="20747"/>
                    <a:pt x="7601" y="20787"/>
                    <a:pt x="7561" y="20886"/>
                  </a:cubicBezTo>
                  <a:cubicBezTo>
                    <a:pt x="7282" y="21244"/>
                    <a:pt x="6944" y="21483"/>
                    <a:pt x="6745" y="22020"/>
                  </a:cubicBezTo>
                  <a:lnTo>
                    <a:pt x="6427" y="22160"/>
                  </a:lnTo>
                  <a:cubicBezTo>
                    <a:pt x="6363" y="22264"/>
                    <a:pt x="6372" y="22291"/>
                    <a:pt x="6408" y="22291"/>
                  </a:cubicBezTo>
                  <a:cubicBezTo>
                    <a:pt x="6446" y="22291"/>
                    <a:pt x="6512" y="22263"/>
                    <a:pt x="6558" y="22263"/>
                  </a:cubicBezTo>
                  <a:cubicBezTo>
                    <a:pt x="6620" y="22263"/>
                    <a:pt x="6644" y="22314"/>
                    <a:pt x="6506" y="22557"/>
                  </a:cubicBezTo>
                  <a:cubicBezTo>
                    <a:pt x="6413" y="22729"/>
                    <a:pt x="6356" y="22775"/>
                    <a:pt x="6313" y="22775"/>
                  </a:cubicBezTo>
                  <a:cubicBezTo>
                    <a:pt x="6263" y="22775"/>
                    <a:pt x="6231" y="22712"/>
                    <a:pt x="6183" y="22712"/>
                  </a:cubicBezTo>
                  <a:cubicBezTo>
                    <a:pt x="6167" y="22712"/>
                    <a:pt x="6149" y="22719"/>
                    <a:pt x="6128" y="22737"/>
                  </a:cubicBezTo>
                  <a:cubicBezTo>
                    <a:pt x="6069" y="22995"/>
                    <a:pt x="5969" y="23453"/>
                    <a:pt x="5591" y="23731"/>
                  </a:cubicBezTo>
                  <a:cubicBezTo>
                    <a:pt x="5651" y="23592"/>
                    <a:pt x="5731" y="23513"/>
                    <a:pt x="5810" y="23393"/>
                  </a:cubicBezTo>
                  <a:lnTo>
                    <a:pt x="5810" y="23393"/>
                  </a:lnTo>
                  <a:lnTo>
                    <a:pt x="5512" y="23612"/>
                  </a:lnTo>
                  <a:cubicBezTo>
                    <a:pt x="5587" y="23278"/>
                    <a:pt x="5744" y="23072"/>
                    <a:pt x="5673" y="23072"/>
                  </a:cubicBezTo>
                  <a:cubicBezTo>
                    <a:pt x="5651" y="23072"/>
                    <a:pt x="5607" y="23092"/>
                    <a:pt x="5532" y="23134"/>
                  </a:cubicBezTo>
                  <a:cubicBezTo>
                    <a:pt x="5810" y="23393"/>
                    <a:pt x="4795" y="24269"/>
                    <a:pt x="5054" y="24507"/>
                  </a:cubicBezTo>
                  <a:lnTo>
                    <a:pt x="4875" y="24666"/>
                  </a:lnTo>
                  <a:cubicBezTo>
                    <a:pt x="4915" y="24607"/>
                    <a:pt x="4895" y="24587"/>
                    <a:pt x="4935" y="24527"/>
                  </a:cubicBezTo>
                  <a:lnTo>
                    <a:pt x="4935" y="24527"/>
                  </a:lnTo>
                  <a:cubicBezTo>
                    <a:pt x="4537" y="24806"/>
                    <a:pt x="4955" y="24945"/>
                    <a:pt x="4596" y="25403"/>
                  </a:cubicBezTo>
                  <a:cubicBezTo>
                    <a:pt x="4504" y="25495"/>
                    <a:pt x="4421" y="25569"/>
                    <a:pt x="4387" y="25569"/>
                  </a:cubicBezTo>
                  <a:cubicBezTo>
                    <a:pt x="4369" y="25569"/>
                    <a:pt x="4364" y="25549"/>
                    <a:pt x="4378" y="25502"/>
                  </a:cubicBezTo>
                  <a:lnTo>
                    <a:pt x="4378" y="25502"/>
                  </a:lnTo>
                  <a:lnTo>
                    <a:pt x="4199" y="25920"/>
                  </a:lnTo>
                  <a:cubicBezTo>
                    <a:pt x="4172" y="25955"/>
                    <a:pt x="4150" y="25971"/>
                    <a:pt x="4137" y="25971"/>
                  </a:cubicBezTo>
                  <a:cubicBezTo>
                    <a:pt x="4119" y="25971"/>
                    <a:pt x="4116" y="25945"/>
                    <a:pt x="4139" y="25900"/>
                  </a:cubicBezTo>
                  <a:lnTo>
                    <a:pt x="4139" y="25900"/>
                  </a:lnTo>
                  <a:lnTo>
                    <a:pt x="3820" y="26437"/>
                  </a:lnTo>
                  <a:lnTo>
                    <a:pt x="3801" y="26417"/>
                  </a:lnTo>
                  <a:cubicBezTo>
                    <a:pt x="3801" y="26537"/>
                    <a:pt x="3741" y="26756"/>
                    <a:pt x="3721" y="26875"/>
                  </a:cubicBezTo>
                  <a:cubicBezTo>
                    <a:pt x="3693" y="26895"/>
                    <a:pt x="3677" y="26903"/>
                    <a:pt x="3669" y="26903"/>
                  </a:cubicBezTo>
                  <a:cubicBezTo>
                    <a:pt x="3639" y="26903"/>
                    <a:pt x="3718" y="26794"/>
                    <a:pt x="3688" y="26794"/>
                  </a:cubicBezTo>
                  <a:cubicBezTo>
                    <a:pt x="3686" y="26794"/>
                    <a:pt x="3684" y="26794"/>
                    <a:pt x="3681" y="26795"/>
                  </a:cubicBezTo>
                  <a:lnTo>
                    <a:pt x="3522" y="27154"/>
                  </a:lnTo>
                  <a:cubicBezTo>
                    <a:pt x="3508" y="27159"/>
                    <a:pt x="3496" y="27161"/>
                    <a:pt x="3486" y="27161"/>
                  </a:cubicBezTo>
                  <a:cubicBezTo>
                    <a:pt x="3381" y="27161"/>
                    <a:pt x="3476" y="26897"/>
                    <a:pt x="3622" y="26716"/>
                  </a:cubicBezTo>
                  <a:lnTo>
                    <a:pt x="3622" y="26716"/>
                  </a:lnTo>
                  <a:cubicBezTo>
                    <a:pt x="3124" y="26795"/>
                    <a:pt x="3522" y="27014"/>
                    <a:pt x="2925" y="27532"/>
                  </a:cubicBezTo>
                  <a:lnTo>
                    <a:pt x="3084" y="27213"/>
                  </a:lnTo>
                  <a:lnTo>
                    <a:pt x="3084" y="27213"/>
                  </a:lnTo>
                  <a:cubicBezTo>
                    <a:pt x="2786" y="27273"/>
                    <a:pt x="2706" y="27551"/>
                    <a:pt x="2368" y="27810"/>
                  </a:cubicBezTo>
                  <a:cubicBezTo>
                    <a:pt x="2438" y="27782"/>
                    <a:pt x="2763" y="27558"/>
                    <a:pt x="2895" y="27558"/>
                  </a:cubicBezTo>
                  <a:cubicBezTo>
                    <a:pt x="2940" y="27558"/>
                    <a:pt x="2963" y="27584"/>
                    <a:pt x="2945" y="27653"/>
                  </a:cubicBezTo>
                  <a:lnTo>
                    <a:pt x="2945" y="27653"/>
                  </a:lnTo>
                  <a:cubicBezTo>
                    <a:pt x="2980" y="27544"/>
                    <a:pt x="3024" y="27389"/>
                    <a:pt x="3124" y="27372"/>
                  </a:cubicBezTo>
                  <a:lnTo>
                    <a:pt x="3124" y="27372"/>
                  </a:lnTo>
                  <a:cubicBezTo>
                    <a:pt x="3164" y="27551"/>
                    <a:pt x="3064" y="27591"/>
                    <a:pt x="2925" y="27711"/>
                  </a:cubicBezTo>
                  <a:cubicBezTo>
                    <a:pt x="2846" y="27790"/>
                    <a:pt x="2746" y="27910"/>
                    <a:pt x="2686" y="28128"/>
                  </a:cubicBezTo>
                  <a:cubicBezTo>
                    <a:pt x="2672" y="28121"/>
                    <a:pt x="2658" y="28118"/>
                    <a:pt x="2644" y="28118"/>
                  </a:cubicBezTo>
                  <a:cubicBezTo>
                    <a:pt x="2547" y="28118"/>
                    <a:pt x="2470" y="28294"/>
                    <a:pt x="2348" y="28487"/>
                  </a:cubicBezTo>
                  <a:lnTo>
                    <a:pt x="2209" y="28387"/>
                  </a:lnTo>
                  <a:cubicBezTo>
                    <a:pt x="2090" y="28646"/>
                    <a:pt x="2169" y="28686"/>
                    <a:pt x="2149" y="28865"/>
                  </a:cubicBezTo>
                  <a:cubicBezTo>
                    <a:pt x="1977" y="29089"/>
                    <a:pt x="1849" y="29104"/>
                    <a:pt x="1728" y="29104"/>
                  </a:cubicBezTo>
                  <a:cubicBezTo>
                    <a:pt x="1709" y="29104"/>
                    <a:pt x="1690" y="29103"/>
                    <a:pt x="1672" y="29103"/>
                  </a:cubicBezTo>
                  <a:cubicBezTo>
                    <a:pt x="1581" y="29230"/>
                    <a:pt x="1580" y="29263"/>
                    <a:pt x="1614" y="29263"/>
                  </a:cubicBezTo>
                  <a:cubicBezTo>
                    <a:pt x="1652" y="29263"/>
                    <a:pt x="1733" y="29222"/>
                    <a:pt x="1781" y="29222"/>
                  </a:cubicBezTo>
                  <a:cubicBezTo>
                    <a:pt x="1832" y="29222"/>
                    <a:pt x="1846" y="29269"/>
                    <a:pt x="1731" y="29461"/>
                  </a:cubicBezTo>
                  <a:cubicBezTo>
                    <a:pt x="1433" y="29780"/>
                    <a:pt x="1333" y="30078"/>
                    <a:pt x="1134" y="30556"/>
                  </a:cubicBezTo>
                  <a:cubicBezTo>
                    <a:pt x="1077" y="30613"/>
                    <a:pt x="1046" y="30634"/>
                    <a:pt x="1029" y="30634"/>
                  </a:cubicBezTo>
                  <a:cubicBezTo>
                    <a:pt x="987" y="30634"/>
                    <a:pt x="1034" y="30508"/>
                    <a:pt x="996" y="30508"/>
                  </a:cubicBezTo>
                  <a:cubicBezTo>
                    <a:pt x="991" y="30508"/>
                    <a:pt x="984" y="30511"/>
                    <a:pt x="975" y="30516"/>
                  </a:cubicBezTo>
                  <a:lnTo>
                    <a:pt x="936" y="30814"/>
                  </a:lnTo>
                  <a:cubicBezTo>
                    <a:pt x="920" y="30838"/>
                    <a:pt x="907" y="30846"/>
                    <a:pt x="898" y="30846"/>
                  </a:cubicBezTo>
                  <a:cubicBezTo>
                    <a:pt x="883" y="30846"/>
                    <a:pt x="876" y="30827"/>
                    <a:pt x="876" y="30814"/>
                  </a:cubicBezTo>
                  <a:lnTo>
                    <a:pt x="876" y="30814"/>
                  </a:lnTo>
                  <a:cubicBezTo>
                    <a:pt x="796" y="31033"/>
                    <a:pt x="995" y="30914"/>
                    <a:pt x="836" y="31232"/>
                  </a:cubicBezTo>
                  <a:cubicBezTo>
                    <a:pt x="936" y="31411"/>
                    <a:pt x="219" y="31690"/>
                    <a:pt x="160" y="32187"/>
                  </a:cubicBezTo>
                  <a:lnTo>
                    <a:pt x="140" y="32187"/>
                  </a:lnTo>
                  <a:lnTo>
                    <a:pt x="359" y="32844"/>
                  </a:lnTo>
                  <a:cubicBezTo>
                    <a:pt x="398" y="32884"/>
                    <a:pt x="359" y="32904"/>
                    <a:pt x="339" y="32923"/>
                  </a:cubicBezTo>
                  <a:lnTo>
                    <a:pt x="319" y="32923"/>
                  </a:lnTo>
                  <a:lnTo>
                    <a:pt x="80" y="32147"/>
                  </a:lnTo>
                  <a:cubicBezTo>
                    <a:pt x="60" y="32108"/>
                    <a:pt x="60" y="32068"/>
                    <a:pt x="20" y="32068"/>
                  </a:cubicBezTo>
                  <a:cubicBezTo>
                    <a:pt x="20" y="32088"/>
                    <a:pt x="0" y="32108"/>
                    <a:pt x="20" y="32108"/>
                  </a:cubicBezTo>
                  <a:lnTo>
                    <a:pt x="319" y="32983"/>
                  </a:lnTo>
                  <a:cubicBezTo>
                    <a:pt x="836" y="33043"/>
                    <a:pt x="936" y="33102"/>
                    <a:pt x="1493" y="33102"/>
                  </a:cubicBezTo>
                  <a:lnTo>
                    <a:pt x="1711" y="33222"/>
                  </a:lnTo>
                  <a:lnTo>
                    <a:pt x="1950" y="33023"/>
                  </a:lnTo>
                  <a:lnTo>
                    <a:pt x="1950" y="33023"/>
                  </a:lnTo>
                  <a:cubicBezTo>
                    <a:pt x="1905" y="33057"/>
                    <a:pt x="1873" y="33071"/>
                    <a:pt x="1851" y="33071"/>
                  </a:cubicBezTo>
                  <a:cubicBezTo>
                    <a:pt x="1794" y="33071"/>
                    <a:pt x="1802" y="32978"/>
                    <a:pt x="1831" y="32864"/>
                  </a:cubicBezTo>
                  <a:cubicBezTo>
                    <a:pt x="1871" y="32685"/>
                    <a:pt x="1970" y="32466"/>
                    <a:pt x="2030" y="32287"/>
                  </a:cubicBezTo>
                  <a:cubicBezTo>
                    <a:pt x="2010" y="32287"/>
                    <a:pt x="1990" y="32287"/>
                    <a:pt x="1970" y="32307"/>
                  </a:cubicBezTo>
                  <a:cubicBezTo>
                    <a:pt x="1990" y="32267"/>
                    <a:pt x="2030" y="32227"/>
                    <a:pt x="2050" y="32207"/>
                  </a:cubicBezTo>
                  <a:lnTo>
                    <a:pt x="2050" y="32207"/>
                  </a:lnTo>
                  <a:cubicBezTo>
                    <a:pt x="2030" y="32227"/>
                    <a:pt x="2030" y="32247"/>
                    <a:pt x="2030" y="32287"/>
                  </a:cubicBezTo>
                  <a:cubicBezTo>
                    <a:pt x="2050" y="32267"/>
                    <a:pt x="2070" y="32267"/>
                    <a:pt x="2090" y="32247"/>
                  </a:cubicBezTo>
                  <a:lnTo>
                    <a:pt x="2090" y="32247"/>
                  </a:lnTo>
                  <a:cubicBezTo>
                    <a:pt x="2090" y="32426"/>
                    <a:pt x="2050" y="32645"/>
                    <a:pt x="2149" y="32685"/>
                  </a:cubicBezTo>
                  <a:cubicBezTo>
                    <a:pt x="2169" y="32645"/>
                    <a:pt x="2209" y="32545"/>
                    <a:pt x="2269" y="32466"/>
                  </a:cubicBezTo>
                  <a:lnTo>
                    <a:pt x="2269" y="32466"/>
                  </a:lnTo>
                  <a:cubicBezTo>
                    <a:pt x="2249" y="32525"/>
                    <a:pt x="2249" y="32565"/>
                    <a:pt x="2288" y="32565"/>
                  </a:cubicBezTo>
                  <a:cubicBezTo>
                    <a:pt x="2308" y="32545"/>
                    <a:pt x="2328" y="32446"/>
                    <a:pt x="2348" y="32366"/>
                  </a:cubicBezTo>
                  <a:lnTo>
                    <a:pt x="2567" y="32366"/>
                  </a:lnTo>
                  <a:lnTo>
                    <a:pt x="2527" y="32307"/>
                  </a:lnTo>
                  <a:lnTo>
                    <a:pt x="3064" y="31809"/>
                  </a:lnTo>
                  <a:cubicBezTo>
                    <a:pt x="3224" y="31272"/>
                    <a:pt x="3283" y="30755"/>
                    <a:pt x="3721" y="30058"/>
                  </a:cubicBezTo>
                  <a:lnTo>
                    <a:pt x="3721" y="30058"/>
                  </a:lnTo>
                  <a:cubicBezTo>
                    <a:pt x="3701" y="30297"/>
                    <a:pt x="3880" y="30237"/>
                    <a:pt x="4000" y="30337"/>
                  </a:cubicBezTo>
                  <a:cubicBezTo>
                    <a:pt x="3727" y="30415"/>
                    <a:pt x="3664" y="30874"/>
                    <a:pt x="3400" y="31173"/>
                  </a:cubicBezTo>
                  <a:lnTo>
                    <a:pt x="3400" y="31173"/>
                  </a:lnTo>
                  <a:cubicBezTo>
                    <a:pt x="3450" y="31120"/>
                    <a:pt x="3485" y="31101"/>
                    <a:pt x="3509" y="31101"/>
                  </a:cubicBezTo>
                  <a:cubicBezTo>
                    <a:pt x="3545" y="31101"/>
                    <a:pt x="3553" y="31147"/>
                    <a:pt x="3542" y="31192"/>
                  </a:cubicBezTo>
                  <a:lnTo>
                    <a:pt x="3880" y="30496"/>
                  </a:lnTo>
                  <a:cubicBezTo>
                    <a:pt x="3899" y="30511"/>
                    <a:pt x="3917" y="30518"/>
                    <a:pt x="3935" y="30518"/>
                  </a:cubicBezTo>
                  <a:cubicBezTo>
                    <a:pt x="4013" y="30518"/>
                    <a:pt x="4093" y="30394"/>
                    <a:pt x="4238" y="30297"/>
                  </a:cubicBezTo>
                  <a:cubicBezTo>
                    <a:pt x="3920" y="30257"/>
                    <a:pt x="4437" y="29740"/>
                    <a:pt x="4557" y="29461"/>
                  </a:cubicBezTo>
                  <a:lnTo>
                    <a:pt x="4557" y="29461"/>
                  </a:lnTo>
                  <a:cubicBezTo>
                    <a:pt x="4636" y="29501"/>
                    <a:pt x="4676" y="29601"/>
                    <a:pt x="4417" y="29899"/>
                  </a:cubicBezTo>
                  <a:cubicBezTo>
                    <a:pt x="4835" y="29680"/>
                    <a:pt x="4497" y="29282"/>
                    <a:pt x="4875" y="29064"/>
                  </a:cubicBezTo>
                  <a:lnTo>
                    <a:pt x="4875" y="29064"/>
                  </a:lnTo>
                  <a:cubicBezTo>
                    <a:pt x="4835" y="29123"/>
                    <a:pt x="4795" y="29163"/>
                    <a:pt x="4795" y="29223"/>
                  </a:cubicBezTo>
                  <a:cubicBezTo>
                    <a:pt x="4863" y="29037"/>
                    <a:pt x="5132" y="28735"/>
                    <a:pt x="5211" y="28735"/>
                  </a:cubicBezTo>
                  <a:cubicBezTo>
                    <a:pt x="5225" y="28735"/>
                    <a:pt x="5233" y="28744"/>
                    <a:pt x="5233" y="28765"/>
                  </a:cubicBezTo>
                  <a:lnTo>
                    <a:pt x="5173" y="28845"/>
                  </a:lnTo>
                  <a:cubicBezTo>
                    <a:pt x="5571" y="28387"/>
                    <a:pt x="6308" y="27372"/>
                    <a:pt x="6188" y="27173"/>
                  </a:cubicBezTo>
                  <a:lnTo>
                    <a:pt x="6188" y="27173"/>
                  </a:lnTo>
                  <a:cubicBezTo>
                    <a:pt x="6208" y="27193"/>
                    <a:pt x="6347" y="27392"/>
                    <a:pt x="6367" y="27452"/>
                  </a:cubicBezTo>
                  <a:lnTo>
                    <a:pt x="6407" y="26537"/>
                  </a:lnTo>
                  <a:cubicBezTo>
                    <a:pt x="6487" y="26457"/>
                    <a:pt x="6546" y="26358"/>
                    <a:pt x="6626" y="26278"/>
                  </a:cubicBezTo>
                  <a:cubicBezTo>
                    <a:pt x="6825" y="26378"/>
                    <a:pt x="7044" y="26457"/>
                    <a:pt x="6885" y="26795"/>
                  </a:cubicBezTo>
                  <a:cubicBezTo>
                    <a:pt x="7004" y="26696"/>
                    <a:pt x="7143" y="26577"/>
                    <a:pt x="7282" y="26278"/>
                  </a:cubicBezTo>
                  <a:lnTo>
                    <a:pt x="7282" y="26278"/>
                  </a:lnTo>
                  <a:cubicBezTo>
                    <a:pt x="7251" y="26297"/>
                    <a:pt x="7200" y="26306"/>
                    <a:pt x="7149" y="26306"/>
                  </a:cubicBezTo>
                  <a:cubicBezTo>
                    <a:pt x="7039" y="26306"/>
                    <a:pt x="6924" y="26266"/>
                    <a:pt x="6964" y="26198"/>
                  </a:cubicBezTo>
                  <a:cubicBezTo>
                    <a:pt x="7355" y="26042"/>
                    <a:pt x="7228" y="26059"/>
                    <a:pt x="7619" y="25814"/>
                  </a:cubicBezTo>
                  <a:lnTo>
                    <a:pt x="7619" y="25814"/>
                  </a:lnTo>
                  <a:cubicBezTo>
                    <a:pt x="7610" y="25818"/>
                    <a:pt x="7602" y="25819"/>
                    <a:pt x="7594" y="25819"/>
                  </a:cubicBezTo>
                  <a:cubicBezTo>
                    <a:pt x="7490" y="25819"/>
                    <a:pt x="7403" y="25558"/>
                    <a:pt x="7541" y="25403"/>
                  </a:cubicBezTo>
                  <a:lnTo>
                    <a:pt x="7541" y="25403"/>
                  </a:lnTo>
                  <a:cubicBezTo>
                    <a:pt x="7561" y="25461"/>
                    <a:pt x="7771" y="25577"/>
                    <a:pt x="7761" y="25656"/>
                  </a:cubicBezTo>
                  <a:lnTo>
                    <a:pt x="7761" y="25656"/>
                  </a:lnTo>
                  <a:lnTo>
                    <a:pt x="7875" y="25048"/>
                  </a:lnTo>
                  <a:lnTo>
                    <a:pt x="7875" y="25048"/>
                  </a:lnTo>
                  <a:cubicBezTo>
                    <a:pt x="7868" y="25130"/>
                    <a:pt x="7960" y="25171"/>
                    <a:pt x="8067" y="25171"/>
                  </a:cubicBezTo>
                  <a:cubicBezTo>
                    <a:pt x="8117" y="25171"/>
                    <a:pt x="8170" y="25162"/>
                    <a:pt x="8218" y="25144"/>
                  </a:cubicBezTo>
                  <a:lnTo>
                    <a:pt x="8218" y="25144"/>
                  </a:lnTo>
                  <a:cubicBezTo>
                    <a:pt x="8216" y="25144"/>
                    <a:pt x="8214" y="25145"/>
                    <a:pt x="8213" y="25145"/>
                  </a:cubicBezTo>
                  <a:cubicBezTo>
                    <a:pt x="8156" y="25145"/>
                    <a:pt x="8537" y="24743"/>
                    <a:pt x="8596" y="24607"/>
                  </a:cubicBezTo>
                  <a:lnTo>
                    <a:pt x="8596" y="24607"/>
                  </a:lnTo>
                  <a:lnTo>
                    <a:pt x="8397" y="24766"/>
                  </a:lnTo>
                  <a:cubicBezTo>
                    <a:pt x="8834" y="24269"/>
                    <a:pt x="8476" y="23990"/>
                    <a:pt x="8874" y="23493"/>
                  </a:cubicBezTo>
                  <a:cubicBezTo>
                    <a:pt x="8874" y="23564"/>
                    <a:pt x="8965" y="23726"/>
                    <a:pt x="9105" y="23726"/>
                  </a:cubicBezTo>
                  <a:cubicBezTo>
                    <a:pt x="9160" y="23726"/>
                    <a:pt x="9224" y="23700"/>
                    <a:pt x="9292" y="23632"/>
                  </a:cubicBezTo>
                  <a:cubicBezTo>
                    <a:pt x="9272" y="23532"/>
                    <a:pt x="9232" y="23254"/>
                    <a:pt x="9232" y="22936"/>
                  </a:cubicBezTo>
                  <a:cubicBezTo>
                    <a:pt x="9391" y="22756"/>
                    <a:pt x="9551" y="22557"/>
                    <a:pt x="9690" y="22359"/>
                  </a:cubicBezTo>
                  <a:lnTo>
                    <a:pt x="9690" y="22359"/>
                  </a:lnTo>
                  <a:cubicBezTo>
                    <a:pt x="9650" y="22737"/>
                    <a:pt x="9590" y="23134"/>
                    <a:pt x="9531" y="23393"/>
                  </a:cubicBezTo>
                  <a:cubicBezTo>
                    <a:pt x="9730" y="23254"/>
                    <a:pt x="9650" y="23413"/>
                    <a:pt x="9869" y="23115"/>
                  </a:cubicBezTo>
                  <a:cubicBezTo>
                    <a:pt x="9881" y="23109"/>
                    <a:pt x="9892" y="23107"/>
                    <a:pt x="9900" y="23107"/>
                  </a:cubicBezTo>
                  <a:cubicBezTo>
                    <a:pt x="9980" y="23107"/>
                    <a:pt x="9844" y="23360"/>
                    <a:pt x="9789" y="23433"/>
                  </a:cubicBezTo>
                  <a:lnTo>
                    <a:pt x="10346" y="22796"/>
                  </a:lnTo>
                  <a:cubicBezTo>
                    <a:pt x="10187" y="22717"/>
                    <a:pt x="10625" y="22160"/>
                    <a:pt x="10486" y="22100"/>
                  </a:cubicBezTo>
                  <a:lnTo>
                    <a:pt x="10486" y="22100"/>
                  </a:lnTo>
                  <a:lnTo>
                    <a:pt x="10048" y="22955"/>
                  </a:lnTo>
                  <a:cubicBezTo>
                    <a:pt x="9889" y="22876"/>
                    <a:pt x="9988" y="22219"/>
                    <a:pt x="10386" y="21762"/>
                  </a:cubicBezTo>
                  <a:cubicBezTo>
                    <a:pt x="10402" y="21754"/>
                    <a:pt x="10417" y="21750"/>
                    <a:pt x="10430" y="21750"/>
                  </a:cubicBezTo>
                  <a:cubicBezTo>
                    <a:pt x="10550" y="21750"/>
                    <a:pt x="10571" y="22042"/>
                    <a:pt x="10625" y="22060"/>
                  </a:cubicBezTo>
                  <a:cubicBezTo>
                    <a:pt x="10625" y="21961"/>
                    <a:pt x="10884" y="21543"/>
                    <a:pt x="10963" y="21523"/>
                  </a:cubicBezTo>
                  <a:lnTo>
                    <a:pt x="10963" y="21523"/>
                  </a:lnTo>
                  <a:lnTo>
                    <a:pt x="10864" y="21782"/>
                  </a:lnTo>
                  <a:cubicBezTo>
                    <a:pt x="11142" y="21563"/>
                    <a:pt x="11043" y="21205"/>
                    <a:pt x="11421" y="21006"/>
                  </a:cubicBezTo>
                  <a:cubicBezTo>
                    <a:pt x="11520" y="20886"/>
                    <a:pt x="11859" y="20807"/>
                    <a:pt x="11799" y="20727"/>
                  </a:cubicBezTo>
                  <a:lnTo>
                    <a:pt x="11799" y="20727"/>
                  </a:lnTo>
                  <a:cubicBezTo>
                    <a:pt x="11775" y="20732"/>
                    <a:pt x="11750" y="20735"/>
                    <a:pt x="11724" y="20735"/>
                  </a:cubicBezTo>
                  <a:cubicBezTo>
                    <a:pt x="11552" y="20735"/>
                    <a:pt x="11335" y="20629"/>
                    <a:pt x="11162" y="20508"/>
                  </a:cubicBezTo>
                  <a:cubicBezTo>
                    <a:pt x="11262" y="20369"/>
                    <a:pt x="11361" y="20250"/>
                    <a:pt x="11461" y="20130"/>
                  </a:cubicBezTo>
                  <a:lnTo>
                    <a:pt x="11520" y="20190"/>
                  </a:lnTo>
                  <a:lnTo>
                    <a:pt x="11560" y="20110"/>
                  </a:lnTo>
                  <a:lnTo>
                    <a:pt x="11520" y="20070"/>
                  </a:lnTo>
                  <a:cubicBezTo>
                    <a:pt x="11620" y="19951"/>
                    <a:pt x="11719" y="19812"/>
                    <a:pt x="11819" y="19692"/>
                  </a:cubicBezTo>
                  <a:cubicBezTo>
                    <a:pt x="11950" y="19730"/>
                    <a:pt x="11852" y="20136"/>
                    <a:pt x="12005" y="20136"/>
                  </a:cubicBezTo>
                  <a:cubicBezTo>
                    <a:pt x="12015" y="20136"/>
                    <a:pt x="12025" y="20134"/>
                    <a:pt x="12038" y="20130"/>
                  </a:cubicBezTo>
                  <a:cubicBezTo>
                    <a:pt x="12018" y="20090"/>
                    <a:pt x="12038" y="19951"/>
                    <a:pt x="12058" y="19891"/>
                  </a:cubicBezTo>
                  <a:cubicBezTo>
                    <a:pt x="12079" y="19879"/>
                    <a:pt x="12096" y="19874"/>
                    <a:pt x="12110" y="19874"/>
                  </a:cubicBezTo>
                  <a:cubicBezTo>
                    <a:pt x="12150" y="19874"/>
                    <a:pt x="12164" y="19911"/>
                    <a:pt x="12193" y="19911"/>
                  </a:cubicBezTo>
                  <a:cubicBezTo>
                    <a:pt x="12219" y="19911"/>
                    <a:pt x="12257" y="19882"/>
                    <a:pt x="12336" y="19772"/>
                  </a:cubicBezTo>
                  <a:cubicBezTo>
                    <a:pt x="12249" y="19657"/>
                    <a:pt x="12509" y="19447"/>
                    <a:pt x="12482" y="19447"/>
                  </a:cubicBezTo>
                  <a:cubicBezTo>
                    <a:pt x="12473" y="19447"/>
                    <a:pt x="12422" y="19477"/>
                    <a:pt x="12296" y="19553"/>
                  </a:cubicBezTo>
                  <a:cubicBezTo>
                    <a:pt x="12455" y="19295"/>
                    <a:pt x="12535" y="19334"/>
                    <a:pt x="12754" y="19036"/>
                  </a:cubicBezTo>
                  <a:lnTo>
                    <a:pt x="12754" y="19036"/>
                  </a:lnTo>
                  <a:cubicBezTo>
                    <a:pt x="12750" y="19037"/>
                    <a:pt x="12746" y="19037"/>
                    <a:pt x="12743" y="19037"/>
                  </a:cubicBezTo>
                  <a:cubicBezTo>
                    <a:pt x="12654" y="19037"/>
                    <a:pt x="12656" y="18808"/>
                    <a:pt x="12694" y="18578"/>
                  </a:cubicBezTo>
                  <a:cubicBezTo>
                    <a:pt x="12774" y="18479"/>
                    <a:pt x="12873" y="18379"/>
                    <a:pt x="12953" y="18280"/>
                  </a:cubicBezTo>
                  <a:cubicBezTo>
                    <a:pt x="12953" y="18280"/>
                    <a:pt x="12973" y="18260"/>
                    <a:pt x="12973" y="18260"/>
                  </a:cubicBezTo>
                  <a:cubicBezTo>
                    <a:pt x="13391" y="17782"/>
                    <a:pt x="13669" y="17564"/>
                    <a:pt x="14047" y="17086"/>
                  </a:cubicBezTo>
                  <a:cubicBezTo>
                    <a:pt x="14105" y="17072"/>
                    <a:pt x="14235" y="16974"/>
                    <a:pt x="14296" y="16974"/>
                  </a:cubicBezTo>
                  <a:cubicBezTo>
                    <a:pt x="14319" y="16974"/>
                    <a:pt x="14331" y="16988"/>
                    <a:pt x="14326" y="17026"/>
                  </a:cubicBezTo>
                  <a:cubicBezTo>
                    <a:pt x="14346" y="16947"/>
                    <a:pt x="14346" y="16847"/>
                    <a:pt x="14465" y="16688"/>
                  </a:cubicBezTo>
                  <a:cubicBezTo>
                    <a:pt x="14516" y="16661"/>
                    <a:pt x="14546" y="16650"/>
                    <a:pt x="14561" y="16650"/>
                  </a:cubicBezTo>
                  <a:cubicBezTo>
                    <a:pt x="14641" y="16650"/>
                    <a:pt x="14348" y="16940"/>
                    <a:pt x="14480" y="16940"/>
                  </a:cubicBezTo>
                  <a:cubicBezTo>
                    <a:pt x="14495" y="16940"/>
                    <a:pt x="14516" y="16936"/>
                    <a:pt x="14545" y="16927"/>
                  </a:cubicBezTo>
                  <a:cubicBezTo>
                    <a:pt x="14485" y="16847"/>
                    <a:pt x="14724" y="16469"/>
                    <a:pt x="14843" y="16230"/>
                  </a:cubicBezTo>
                  <a:cubicBezTo>
                    <a:pt x="14836" y="16229"/>
                    <a:pt x="14829" y="16228"/>
                    <a:pt x="14822" y="16228"/>
                  </a:cubicBezTo>
                  <a:cubicBezTo>
                    <a:pt x="14647" y="16228"/>
                    <a:pt x="14441" y="16697"/>
                    <a:pt x="14326" y="16927"/>
                  </a:cubicBezTo>
                  <a:cubicBezTo>
                    <a:pt x="14266" y="16887"/>
                    <a:pt x="14246" y="16788"/>
                    <a:pt x="14246" y="16668"/>
                  </a:cubicBezTo>
                  <a:cubicBezTo>
                    <a:pt x="14644" y="16171"/>
                    <a:pt x="15042" y="15673"/>
                    <a:pt x="15440" y="15176"/>
                  </a:cubicBezTo>
                  <a:cubicBezTo>
                    <a:pt x="15758" y="14897"/>
                    <a:pt x="16415" y="13982"/>
                    <a:pt x="16912" y="13564"/>
                  </a:cubicBezTo>
                  <a:cubicBezTo>
                    <a:pt x="16952" y="13465"/>
                    <a:pt x="17012" y="13346"/>
                    <a:pt x="16992" y="13286"/>
                  </a:cubicBezTo>
                  <a:cubicBezTo>
                    <a:pt x="17390" y="12808"/>
                    <a:pt x="17768" y="12351"/>
                    <a:pt x="18166" y="11873"/>
                  </a:cubicBezTo>
                  <a:cubicBezTo>
                    <a:pt x="18305" y="11714"/>
                    <a:pt x="18444" y="11555"/>
                    <a:pt x="18564" y="11396"/>
                  </a:cubicBezTo>
                  <a:cubicBezTo>
                    <a:pt x="18584" y="11416"/>
                    <a:pt x="18584" y="11436"/>
                    <a:pt x="18623" y="11436"/>
                  </a:cubicBezTo>
                  <a:lnTo>
                    <a:pt x="18782" y="11137"/>
                  </a:lnTo>
                  <a:cubicBezTo>
                    <a:pt x="18782" y="11137"/>
                    <a:pt x="18782" y="11137"/>
                    <a:pt x="18802" y="11117"/>
                  </a:cubicBezTo>
                  <a:lnTo>
                    <a:pt x="18802" y="11117"/>
                  </a:lnTo>
                  <a:cubicBezTo>
                    <a:pt x="18818" y="11148"/>
                    <a:pt x="18797" y="11215"/>
                    <a:pt x="18825" y="11215"/>
                  </a:cubicBezTo>
                  <a:cubicBezTo>
                    <a:pt x="18833" y="11215"/>
                    <a:pt x="18844" y="11210"/>
                    <a:pt x="18862" y="11197"/>
                  </a:cubicBezTo>
                  <a:cubicBezTo>
                    <a:pt x="18842" y="11177"/>
                    <a:pt x="18842" y="11117"/>
                    <a:pt x="18862" y="11038"/>
                  </a:cubicBezTo>
                  <a:cubicBezTo>
                    <a:pt x="18981" y="10918"/>
                    <a:pt x="19081" y="10779"/>
                    <a:pt x="19180" y="10660"/>
                  </a:cubicBezTo>
                  <a:cubicBezTo>
                    <a:pt x="19200" y="10640"/>
                    <a:pt x="19220" y="10640"/>
                    <a:pt x="19220" y="10640"/>
                  </a:cubicBezTo>
                  <a:cubicBezTo>
                    <a:pt x="19240" y="10620"/>
                    <a:pt x="19240" y="10600"/>
                    <a:pt x="19240" y="10600"/>
                  </a:cubicBezTo>
                  <a:cubicBezTo>
                    <a:pt x="19320" y="10500"/>
                    <a:pt x="19419" y="10381"/>
                    <a:pt x="19499" y="10282"/>
                  </a:cubicBezTo>
                  <a:cubicBezTo>
                    <a:pt x="19519" y="10282"/>
                    <a:pt x="19539" y="10262"/>
                    <a:pt x="19558" y="10242"/>
                  </a:cubicBezTo>
                  <a:cubicBezTo>
                    <a:pt x="19578" y="10202"/>
                    <a:pt x="19618" y="10182"/>
                    <a:pt x="19638" y="10142"/>
                  </a:cubicBezTo>
                  <a:cubicBezTo>
                    <a:pt x="22324" y="6959"/>
                    <a:pt x="24731" y="4293"/>
                    <a:pt x="26323" y="2840"/>
                  </a:cubicBezTo>
                  <a:cubicBezTo>
                    <a:pt x="26338" y="2846"/>
                    <a:pt x="26350" y="2849"/>
                    <a:pt x="26360" y="2849"/>
                  </a:cubicBezTo>
                  <a:cubicBezTo>
                    <a:pt x="26417" y="2849"/>
                    <a:pt x="26420" y="2778"/>
                    <a:pt x="26407" y="2778"/>
                  </a:cubicBezTo>
                  <a:cubicBezTo>
                    <a:pt x="26406" y="2778"/>
                    <a:pt x="26404" y="2779"/>
                    <a:pt x="26403" y="2781"/>
                  </a:cubicBezTo>
                  <a:cubicBezTo>
                    <a:pt x="26562" y="2621"/>
                    <a:pt x="26741" y="2482"/>
                    <a:pt x="26880" y="2363"/>
                  </a:cubicBezTo>
                  <a:lnTo>
                    <a:pt x="26761" y="2243"/>
                  </a:lnTo>
                  <a:cubicBezTo>
                    <a:pt x="26761" y="2243"/>
                    <a:pt x="26482" y="2064"/>
                    <a:pt x="26144" y="1786"/>
                  </a:cubicBezTo>
                  <a:cubicBezTo>
                    <a:pt x="26124" y="1607"/>
                    <a:pt x="26084" y="1428"/>
                    <a:pt x="26184" y="1368"/>
                  </a:cubicBezTo>
                  <a:cubicBezTo>
                    <a:pt x="26045" y="1328"/>
                    <a:pt x="25925" y="1209"/>
                    <a:pt x="25786" y="950"/>
                  </a:cubicBezTo>
                  <a:cubicBezTo>
                    <a:pt x="25667" y="711"/>
                    <a:pt x="25527" y="333"/>
                    <a:pt x="25368" y="15"/>
                  </a:cubicBezTo>
                  <a:cubicBezTo>
                    <a:pt x="25348" y="5"/>
                    <a:pt x="25333" y="0"/>
                    <a:pt x="253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3" name="Google Shape;4103;p46"/>
            <p:cNvSpPr/>
            <p:nvPr/>
          </p:nvSpPr>
          <p:spPr>
            <a:xfrm>
              <a:off x="600600" y="540000"/>
              <a:ext cx="1034250" cy="1287995"/>
            </a:xfrm>
            <a:custGeom>
              <a:avLst/>
              <a:gdLst/>
              <a:ahLst/>
              <a:cxnLst/>
              <a:rect l="l" t="t" r="r" b="b"/>
              <a:pathLst>
                <a:path w="26245" h="32684" extrusionOk="0">
                  <a:moveTo>
                    <a:pt x="25587" y="2110"/>
                  </a:moveTo>
                  <a:lnTo>
                    <a:pt x="25289" y="2627"/>
                  </a:lnTo>
                  <a:cubicBezTo>
                    <a:pt x="25275" y="2634"/>
                    <a:pt x="25263" y="2638"/>
                    <a:pt x="25254" y="2638"/>
                  </a:cubicBezTo>
                  <a:cubicBezTo>
                    <a:pt x="25209" y="2638"/>
                    <a:pt x="25209" y="2566"/>
                    <a:pt x="25209" y="2468"/>
                  </a:cubicBezTo>
                  <a:cubicBezTo>
                    <a:pt x="25209" y="2508"/>
                    <a:pt x="25190" y="2548"/>
                    <a:pt x="25170" y="2568"/>
                  </a:cubicBezTo>
                  <a:cubicBezTo>
                    <a:pt x="25132" y="2605"/>
                    <a:pt x="25102" y="2619"/>
                    <a:pt x="25080" y="2619"/>
                  </a:cubicBezTo>
                  <a:cubicBezTo>
                    <a:pt x="25068" y="2619"/>
                    <a:pt x="25058" y="2615"/>
                    <a:pt x="25050" y="2607"/>
                  </a:cubicBezTo>
                  <a:cubicBezTo>
                    <a:pt x="25110" y="2528"/>
                    <a:pt x="25150" y="2468"/>
                    <a:pt x="25209" y="2388"/>
                  </a:cubicBezTo>
                  <a:cubicBezTo>
                    <a:pt x="25209" y="2428"/>
                    <a:pt x="25209" y="2448"/>
                    <a:pt x="25209" y="2468"/>
                  </a:cubicBezTo>
                  <a:cubicBezTo>
                    <a:pt x="25229" y="2428"/>
                    <a:pt x="25229" y="2388"/>
                    <a:pt x="25249" y="2349"/>
                  </a:cubicBezTo>
                  <a:cubicBezTo>
                    <a:pt x="25269" y="2309"/>
                    <a:pt x="25309" y="2269"/>
                    <a:pt x="25329" y="2249"/>
                  </a:cubicBezTo>
                  <a:cubicBezTo>
                    <a:pt x="25428" y="2190"/>
                    <a:pt x="25528" y="2150"/>
                    <a:pt x="25587" y="2110"/>
                  </a:cubicBezTo>
                  <a:close/>
                  <a:moveTo>
                    <a:pt x="20872" y="7820"/>
                  </a:moveTo>
                  <a:lnTo>
                    <a:pt x="20832" y="8218"/>
                  </a:lnTo>
                  <a:cubicBezTo>
                    <a:pt x="20812" y="8158"/>
                    <a:pt x="20733" y="8119"/>
                    <a:pt x="20653" y="8079"/>
                  </a:cubicBezTo>
                  <a:cubicBezTo>
                    <a:pt x="20713" y="7979"/>
                    <a:pt x="20792" y="7900"/>
                    <a:pt x="20872" y="7820"/>
                  </a:cubicBezTo>
                  <a:close/>
                  <a:moveTo>
                    <a:pt x="14784" y="11143"/>
                  </a:moveTo>
                  <a:lnTo>
                    <a:pt x="14784" y="11143"/>
                  </a:lnTo>
                  <a:cubicBezTo>
                    <a:pt x="14776" y="11155"/>
                    <a:pt x="14770" y="11167"/>
                    <a:pt x="14766" y="11177"/>
                  </a:cubicBezTo>
                  <a:lnTo>
                    <a:pt x="14766" y="11177"/>
                  </a:lnTo>
                  <a:cubicBezTo>
                    <a:pt x="14772" y="11166"/>
                    <a:pt x="14778" y="11154"/>
                    <a:pt x="14784" y="11143"/>
                  </a:cubicBezTo>
                  <a:close/>
                  <a:moveTo>
                    <a:pt x="18047" y="11322"/>
                  </a:moveTo>
                  <a:cubicBezTo>
                    <a:pt x="18047" y="11600"/>
                    <a:pt x="18027" y="11879"/>
                    <a:pt x="17888" y="12138"/>
                  </a:cubicBezTo>
                  <a:lnTo>
                    <a:pt x="17768" y="12158"/>
                  </a:lnTo>
                  <a:lnTo>
                    <a:pt x="17569" y="12555"/>
                  </a:lnTo>
                  <a:cubicBezTo>
                    <a:pt x="17569" y="12416"/>
                    <a:pt x="17569" y="12158"/>
                    <a:pt x="17609" y="11899"/>
                  </a:cubicBezTo>
                  <a:cubicBezTo>
                    <a:pt x="17748" y="11700"/>
                    <a:pt x="17908" y="11521"/>
                    <a:pt x="18047" y="11322"/>
                  </a:cubicBezTo>
                  <a:close/>
                  <a:moveTo>
                    <a:pt x="16157" y="13729"/>
                  </a:moveTo>
                  <a:cubicBezTo>
                    <a:pt x="16276" y="13809"/>
                    <a:pt x="16376" y="13928"/>
                    <a:pt x="16376" y="14008"/>
                  </a:cubicBezTo>
                  <a:cubicBezTo>
                    <a:pt x="16336" y="14028"/>
                    <a:pt x="15779" y="14465"/>
                    <a:pt x="15600" y="14525"/>
                  </a:cubicBezTo>
                  <a:lnTo>
                    <a:pt x="15520" y="14525"/>
                  </a:lnTo>
                  <a:cubicBezTo>
                    <a:pt x="15619" y="14386"/>
                    <a:pt x="15719" y="14267"/>
                    <a:pt x="15818" y="14147"/>
                  </a:cubicBezTo>
                  <a:lnTo>
                    <a:pt x="15978" y="14267"/>
                  </a:lnTo>
                  <a:lnTo>
                    <a:pt x="15858" y="14087"/>
                  </a:lnTo>
                  <a:cubicBezTo>
                    <a:pt x="15958" y="13968"/>
                    <a:pt x="16057" y="13849"/>
                    <a:pt x="16157" y="13729"/>
                  </a:cubicBezTo>
                  <a:close/>
                  <a:moveTo>
                    <a:pt x="14664" y="15600"/>
                  </a:moveTo>
                  <a:lnTo>
                    <a:pt x="14664" y="15600"/>
                  </a:lnTo>
                  <a:cubicBezTo>
                    <a:pt x="14645" y="15719"/>
                    <a:pt x="14605" y="15838"/>
                    <a:pt x="14545" y="15938"/>
                  </a:cubicBezTo>
                  <a:cubicBezTo>
                    <a:pt x="14533" y="15915"/>
                    <a:pt x="14508" y="15905"/>
                    <a:pt x="14477" y="15905"/>
                  </a:cubicBezTo>
                  <a:cubicBezTo>
                    <a:pt x="14455" y="15905"/>
                    <a:pt x="14430" y="15910"/>
                    <a:pt x="14406" y="15918"/>
                  </a:cubicBezTo>
                  <a:cubicBezTo>
                    <a:pt x="14485" y="15818"/>
                    <a:pt x="14585" y="15699"/>
                    <a:pt x="14664" y="15600"/>
                  </a:cubicBezTo>
                  <a:close/>
                  <a:moveTo>
                    <a:pt x="9153" y="18723"/>
                  </a:moveTo>
                  <a:cubicBezTo>
                    <a:pt x="9115" y="18809"/>
                    <a:pt x="9095" y="18840"/>
                    <a:pt x="9085" y="18840"/>
                  </a:cubicBezTo>
                  <a:cubicBezTo>
                    <a:pt x="9074" y="18840"/>
                    <a:pt x="9074" y="18804"/>
                    <a:pt x="9074" y="18763"/>
                  </a:cubicBezTo>
                  <a:lnTo>
                    <a:pt x="9153" y="18723"/>
                  </a:lnTo>
                  <a:close/>
                  <a:moveTo>
                    <a:pt x="12098" y="18902"/>
                  </a:moveTo>
                  <a:lnTo>
                    <a:pt x="12098" y="18902"/>
                  </a:lnTo>
                  <a:cubicBezTo>
                    <a:pt x="12088" y="18909"/>
                    <a:pt x="12078" y="18917"/>
                    <a:pt x="12068" y="18925"/>
                  </a:cubicBezTo>
                  <a:lnTo>
                    <a:pt x="12068" y="18925"/>
                  </a:lnTo>
                  <a:cubicBezTo>
                    <a:pt x="12080" y="18917"/>
                    <a:pt x="12090" y="18910"/>
                    <a:pt x="12098" y="18902"/>
                  </a:cubicBezTo>
                  <a:close/>
                  <a:moveTo>
                    <a:pt x="13152" y="17510"/>
                  </a:moveTo>
                  <a:cubicBezTo>
                    <a:pt x="13152" y="17728"/>
                    <a:pt x="13053" y="18067"/>
                    <a:pt x="12854" y="18425"/>
                  </a:cubicBezTo>
                  <a:cubicBezTo>
                    <a:pt x="12750" y="18593"/>
                    <a:pt x="12688" y="18638"/>
                    <a:pt x="12649" y="18638"/>
                  </a:cubicBezTo>
                  <a:cubicBezTo>
                    <a:pt x="12603" y="18638"/>
                    <a:pt x="12591" y="18571"/>
                    <a:pt x="12582" y="18571"/>
                  </a:cubicBezTo>
                  <a:cubicBezTo>
                    <a:pt x="12580" y="18571"/>
                    <a:pt x="12578" y="18575"/>
                    <a:pt x="12575" y="18584"/>
                  </a:cubicBezTo>
                  <a:cubicBezTo>
                    <a:pt x="11978" y="19280"/>
                    <a:pt x="12396" y="19440"/>
                    <a:pt x="11799" y="19937"/>
                  </a:cubicBezTo>
                  <a:cubicBezTo>
                    <a:pt x="11740" y="19969"/>
                    <a:pt x="11694" y="19982"/>
                    <a:pt x="11659" y="19982"/>
                  </a:cubicBezTo>
                  <a:cubicBezTo>
                    <a:pt x="11518" y="19982"/>
                    <a:pt x="11537" y="19778"/>
                    <a:pt x="11441" y="19778"/>
                  </a:cubicBezTo>
                  <a:cubicBezTo>
                    <a:pt x="11640" y="19420"/>
                    <a:pt x="11899" y="19340"/>
                    <a:pt x="12058" y="19121"/>
                  </a:cubicBezTo>
                  <a:lnTo>
                    <a:pt x="12058" y="19121"/>
                  </a:lnTo>
                  <a:lnTo>
                    <a:pt x="11799" y="19360"/>
                  </a:lnTo>
                  <a:cubicBezTo>
                    <a:pt x="11836" y="19232"/>
                    <a:pt x="11956" y="19021"/>
                    <a:pt x="12068" y="18925"/>
                  </a:cubicBezTo>
                  <a:lnTo>
                    <a:pt x="12068" y="18925"/>
                  </a:lnTo>
                  <a:cubicBezTo>
                    <a:pt x="12046" y="18940"/>
                    <a:pt x="12016" y="18957"/>
                    <a:pt x="11978" y="18982"/>
                  </a:cubicBezTo>
                  <a:cubicBezTo>
                    <a:pt x="12376" y="18485"/>
                    <a:pt x="12774" y="18007"/>
                    <a:pt x="13152" y="17510"/>
                  </a:cubicBezTo>
                  <a:close/>
                  <a:moveTo>
                    <a:pt x="8835" y="23001"/>
                  </a:moveTo>
                  <a:lnTo>
                    <a:pt x="8815" y="23041"/>
                  </a:lnTo>
                  <a:cubicBezTo>
                    <a:pt x="8815" y="23021"/>
                    <a:pt x="8815" y="23021"/>
                    <a:pt x="8835" y="23001"/>
                  </a:cubicBezTo>
                  <a:close/>
                  <a:moveTo>
                    <a:pt x="5902" y="23051"/>
                  </a:moveTo>
                  <a:cubicBezTo>
                    <a:pt x="5893" y="23053"/>
                    <a:pt x="5883" y="23056"/>
                    <a:pt x="5870" y="23061"/>
                  </a:cubicBezTo>
                  <a:cubicBezTo>
                    <a:pt x="5881" y="23058"/>
                    <a:pt x="5891" y="23055"/>
                    <a:pt x="5902" y="23051"/>
                  </a:cubicBezTo>
                  <a:close/>
                  <a:moveTo>
                    <a:pt x="8735" y="23120"/>
                  </a:moveTo>
                  <a:lnTo>
                    <a:pt x="8735" y="23120"/>
                  </a:lnTo>
                  <a:cubicBezTo>
                    <a:pt x="8696" y="23260"/>
                    <a:pt x="8596" y="23419"/>
                    <a:pt x="8437" y="23518"/>
                  </a:cubicBezTo>
                  <a:cubicBezTo>
                    <a:pt x="8536" y="23399"/>
                    <a:pt x="8636" y="23260"/>
                    <a:pt x="8735" y="23120"/>
                  </a:cubicBezTo>
                  <a:close/>
                  <a:moveTo>
                    <a:pt x="24632" y="1"/>
                  </a:moveTo>
                  <a:lnTo>
                    <a:pt x="24613" y="21"/>
                  </a:lnTo>
                  <a:cubicBezTo>
                    <a:pt x="24593" y="41"/>
                    <a:pt x="24573" y="61"/>
                    <a:pt x="24553" y="81"/>
                  </a:cubicBezTo>
                  <a:cubicBezTo>
                    <a:pt x="24513" y="120"/>
                    <a:pt x="24473" y="180"/>
                    <a:pt x="24414" y="220"/>
                  </a:cubicBezTo>
                  <a:lnTo>
                    <a:pt x="24533" y="160"/>
                  </a:lnTo>
                  <a:lnTo>
                    <a:pt x="24533" y="160"/>
                  </a:lnTo>
                  <a:cubicBezTo>
                    <a:pt x="24453" y="359"/>
                    <a:pt x="24394" y="459"/>
                    <a:pt x="24294" y="538"/>
                  </a:cubicBezTo>
                  <a:cubicBezTo>
                    <a:pt x="24195" y="598"/>
                    <a:pt x="24055" y="677"/>
                    <a:pt x="23916" y="837"/>
                  </a:cubicBezTo>
                  <a:lnTo>
                    <a:pt x="23916" y="817"/>
                  </a:lnTo>
                  <a:cubicBezTo>
                    <a:pt x="23498" y="1115"/>
                    <a:pt x="23478" y="1155"/>
                    <a:pt x="23419" y="1235"/>
                  </a:cubicBezTo>
                  <a:cubicBezTo>
                    <a:pt x="23379" y="1294"/>
                    <a:pt x="23319" y="1354"/>
                    <a:pt x="22981" y="1573"/>
                  </a:cubicBezTo>
                  <a:lnTo>
                    <a:pt x="23100" y="1632"/>
                  </a:lnTo>
                  <a:cubicBezTo>
                    <a:pt x="23260" y="1871"/>
                    <a:pt x="22523" y="2010"/>
                    <a:pt x="22305" y="2408"/>
                  </a:cubicBezTo>
                  <a:lnTo>
                    <a:pt x="22464" y="2349"/>
                  </a:lnTo>
                  <a:lnTo>
                    <a:pt x="22464" y="2349"/>
                  </a:lnTo>
                  <a:cubicBezTo>
                    <a:pt x="22364" y="2587"/>
                    <a:pt x="21728" y="2607"/>
                    <a:pt x="21549" y="2767"/>
                  </a:cubicBezTo>
                  <a:cubicBezTo>
                    <a:pt x="21544" y="2768"/>
                    <a:pt x="21540" y="2769"/>
                    <a:pt x="21537" y="2769"/>
                  </a:cubicBezTo>
                  <a:cubicBezTo>
                    <a:pt x="21501" y="2769"/>
                    <a:pt x="21571" y="2663"/>
                    <a:pt x="21608" y="2607"/>
                  </a:cubicBezTo>
                  <a:lnTo>
                    <a:pt x="21608" y="2607"/>
                  </a:lnTo>
                  <a:cubicBezTo>
                    <a:pt x="21051" y="2965"/>
                    <a:pt x="21668" y="2767"/>
                    <a:pt x="21369" y="3145"/>
                  </a:cubicBezTo>
                  <a:cubicBezTo>
                    <a:pt x="21365" y="3145"/>
                    <a:pt x="21361" y="3146"/>
                    <a:pt x="21357" y="3146"/>
                  </a:cubicBezTo>
                  <a:cubicBezTo>
                    <a:pt x="21287" y="3146"/>
                    <a:pt x="21277" y="3043"/>
                    <a:pt x="21209" y="3043"/>
                  </a:cubicBezTo>
                  <a:cubicBezTo>
                    <a:pt x="21175" y="3043"/>
                    <a:pt x="21127" y="3068"/>
                    <a:pt x="21051" y="3145"/>
                  </a:cubicBezTo>
                  <a:cubicBezTo>
                    <a:pt x="20892" y="3224"/>
                    <a:pt x="20673" y="4040"/>
                    <a:pt x="20255" y="4259"/>
                  </a:cubicBezTo>
                  <a:cubicBezTo>
                    <a:pt x="20299" y="4251"/>
                    <a:pt x="20340" y="4242"/>
                    <a:pt x="20369" y="4242"/>
                  </a:cubicBezTo>
                  <a:cubicBezTo>
                    <a:pt x="20421" y="4242"/>
                    <a:pt x="20438" y="4272"/>
                    <a:pt x="20375" y="4398"/>
                  </a:cubicBezTo>
                  <a:cubicBezTo>
                    <a:pt x="20176" y="4677"/>
                    <a:pt x="19579" y="4935"/>
                    <a:pt x="19539" y="5313"/>
                  </a:cubicBezTo>
                  <a:cubicBezTo>
                    <a:pt x="19519" y="5323"/>
                    <a:pt x="19504" y="5328"/>
                    <a:pt x="19492" y="5328"/>
                  </a:cubicBezTo>
                  <a:cubicBezTo>
                    <a:pt x="19479" y="5328"/>
                    <a:pt x="19469" y="5323"/>
                    <a:pt x="19459" y="5313"/>
                  </a:cubicBezTo>
                  <a:cubicBezTo>
                    <a:pt x="19340" y="5552"/>
                    <a:pt x="19002" y="6029"/>
                    <a:pt x="19002" y="6228"/>
                  </a:cubicBezTo>
                  <a:cubicBezTo>
                    <a:pt x="18986" y="6225"/>
                    <a:pt x="18969" y="6224"/>
                    <a:pt x="18953" y="6224"/>
                  </a:cubicBezTo>
                  <a:cubicBezTo>
                    <a:pt x="18521" y="6224"/>
                    <a:pt x="18195" y="7373"/>
                    <a:pt x="17906" y="7373"/>
                  </a:cubicBezTo>
                  <a:cubicBezTo>
                    <a:pt x="17880" y="7373"/>
                    <a:pt x="17854" y="7364"/>
                    <a:pt x="17828" y="7343"/>
                  </a:cubicBezTo>
                  <a:cubicBezTo>
                    <a:pt x="17669" y="7542"/>
                    <a:pt x="17510" y="7760"/>
                    <a:pt x="17350" y="7979"/>
                  </a:cubicBezTo>
                  <a:lnTo>
                    <a:pt x="17331" y="7940"/>
                  </a:lnTo>
                  <a:cubicBezTo>
                    <a:pt x="16992" y="8318"/>
                    <a:pt x="16952" y="8517"/>
                    <a:pt x="16933" y="8715"/>
                  </a:cubicBezTo>
                  <a:cubicBezTo>
                    <a:pt x="16905" y="8738"/>
                    <a:pt x="16887" y="8746"/>
                    <a:pt x="16874" y="8746"/>
                  </a:cubicBezTo>
                  <a:cubicBezTo>
                    <a:pt x="16843" y="8746"/>
                    <a:pt x="16853" y="8690"/>
                    <a:pt x="16853" y="8676"/>
                  </a:cubicBezTo>
                  <a:lnTo>
                    <a:pt x="16853" y="8676"/>
                  </a:lnTo>
                  <a:cubicBezTo>
                    <a:pt x="16316" y="9213"/>
                    <a:pt x="16296" y="9273"/>
                    <a:pt x="16057" y="9889"/>
                  </a:cubicBezTo>
                  <a:lnTo>
                    <a:pt x="15918" y="9850"/>
                  </a:lnTo>
                  <a:cubicBezTo>
                    <a:pt x="15878" y="10029"/>
                    <a:pt x="15102" y="10586"/>
                    <a:pt x="14764" y="11242"/>
                  </a:cubicBezTo>
                  <a:cubicBezTo>
                    <a:pt x="14764" y="11242"/>
                    <a:pt x="14751" y="11217"/>
                    <a:pt x="14766" y="11177"/>
                  </a:cubicBezTo>
                  <a:lnTo>
                    <a:pt x="14766" y="11177"/>
                  </a:lnTo>
                  <a:cubicBezTo>
                    <a:pt x="14372" y="11916"/>
                    <a:pt x="13295" y="12484"/>
                    <a:pt x="13491" y="13013"/>
                  </a:cubicBezTo>
                  <a:lnTo>
                    <a:pt x="13252" y="13510"/>
                  </a:lnTo>
                  <a:cubicBezTo>
                    <a:pt x="13376" y="13364"/>
                    <a:pt x="13440" y="13314"/>
                    <a:pt x="13473" y="13314"/>
                  </a:cubicBezTo>
                  <a:cubicBezTo>
                    <a:pt x="13544" y="13314"/>
                    <a:pt x="13457" y="13565"/>
                    <a:pt x="13527" y="13565"/>
                  </a:cubicBezTo>
                  <a:cubicBezTo>
                    <a:pt x="13541" y="13565"/>
                    <a:pt x="13561" y="13555"/>
                    <a:pt x="13590" y="13530"/>
                  </a:cubicBezTo>
                  <a:lnTo>
                    <a:pt x="13590" y="13530"/>
                  </a:lnTo>
                  <a:cubicBezTo>
                    <a:pt x="13496" y="13692"/>
                    <a:pt x="13282" y="13864"/>
                    <a:pt x="13210" y="13864"/>
                  </a:cubicBezTo>
                  <a:cubicBezTo>
                    <a:pt x="13176" y="13864"/>
                    <a:pt x="13174" y="13825"/>
                    <a:pt x="13232" y="13729"/>
                  </a:cubicBezTo>
                  <a:lnTo>
                    <a:pt x="13292" y="13709"/>
                  </a:lnTo>
                  <a:cubicBezTo>
                    <a:pt x="13274" y="13677"/>
                    <a:pt x="13251" y="13662"/>
                    <a:pt x="13224" y="13662"/>
                  </a:cubicBezTo>
                  <a:cubicBezTo>
                    <a:pt x="13055" y="13662"/>
                    <a:pt x="12731" y="14238"/>
                    <a:pt x="12602" y="14238"/>
                  </a:cubicBezTo>
                  <a:cubicBezTo>
                    <a:pt x="12592" y="14238"/>
                    <a:pt x="12583" y="14234"/>
                    <a:pt x="12575" y="14227"/>
                  </a:cubicBezTo>
                  <a:cubicBezTo>
                    <a:pt x="11740" y="15321"/>
                    <a:pt x="10844" y="16316"/>
                    <a:pt x="10068" y="17350"/>
                  </a:cubicBezTo>
                  <a:lnTo>
                    <a:pt x="10307" y="17350"/>
                  </a:lnTo>
                  <a:lnTo>
                    <a:pt x="10029" y="17709"/>
                  </a:lnTo>
                  <a:cubicBezTo>
                    <a:pt x="10000" y="17726"/>
                    <a:pt x="9969" y="17737"/>
                    <a:pt x="9945" y="17737"/>
                  </a:cubicBezTo>
                  <a:cubicBezTo>
                    <a:pt x="9887" y="17737"/>
                    <a:pt x="9868" y="17673"/>
                    <a:pt x="10009" y="17490"/>
                  </a:cubicBezTo>
                  <a:lnTo>
                    <a:pt x="10009" y="17490"/>
                  </a:lnTo>
                  <a:cubicBezTo>
                    <a:pt x="9830" y="17549"/>
                    <a:pt x="9770" y="17967"/>
                    <a:pt x="9790" y="18007"/>
                  </a:cubicBezTo>
                  <a:cubicBezTo>
                    <a:pt x="9690" y="18112"/>
                    <a:pt x="9633" y="18151"/>
                    <a:pt x="9605" y="18151"/>
                  </a:cubicBezTo>
                  <a:cubicBezTo>
                    <a:pt x="9519" y="18151"/>
                    <a:pt x="9675" y="17807"/>
                    <a:pt x="9652" y="17807"/>
                  </a:cubicBezTo>
                  <a:cubicBezTo>
                    <a:pt x="9648" y="17807"/>
                    <a:pt x="9642" y="17813"/>
                    <a:pt x="9631" y="17828"/>
                  </a:cubicBezTo>
                  <a:lnTo>
                    <a:pt x="9491" y="18047"/>
                  </a:lnTo>
                  <a:lnTo>
                    <a:pt x="9551" y="18007"/>
                  </a:lnTo>
                  <a:lnTo>
                    <a:pt x="9551" y="18007"/>
                  </a:lnTo>
                  <a:cubicBezTo>
                    <a:pt x="9491" y="18226"/>
                    <a:pt x="9551" y="18286"/>
                    <a:pt x="9312" y="18604"/>
                  </a:cubicBezTo>
                  <a:cubicBezTo>
                    <a:pt x="9237" y="18670"/>
                    <a:pt x="9194" y="18685"/>
                    <a:pt x="9164" y="18685"/>
                  </a:cubicBezTo>
                  <a:cubicBezTo>
                    <a:pt x="9142" y="18685"/>
                    <a:pt x="9127" y="18677"/>
                    <a:pt x="9113" y="18677"/>
                  </a:cubicBezTo>
                  <a:cubicBezTo>
                    <a:pt x="9101" y="18677"/>
                    <a:pt x="9089" y="18682"/>
                    <a:pt x="9074" y="18703"/>
                  </a:cubicBezTo>
                  <a:cubicBezTo>
                    <a:pt x="9070" y="18700"/>
                    <a:pt x="9067" y="18698"/>
                    <a:pt x="9063" y="18698"/>
                  </a:cubicBezTo>
                  <a:cubicBezTo>
                    <a:pt x="9046" y="18698"/>
                    <a:pt x="9024" y="18740"/>
                    <a:pt x="8974" y="18823"/>
                  </a:cubicBezTo>
                  <a:lnTo>
                    <a:pt x="8636" y="19260"/>
                  </a:lnTo>
                  <a:lnTo>
                    <a:pt x="8895" y="19161"/>
                  </a:lnTo>
                  <a:lnTo>
                    <a:pt x="8895" y="19161"/>
                  </a:lnTo>
                  <a:cubicBezTo>
                    <a:pt x="8817" y="19363"/>
                    <a:pt x="8666" y="19517"/>
                    <a:pt x="8737" y="19517"/>
                  </a:cubicBezTo>
                  <a:cubicBezTo>
                    <a:pt x="8754" y="19517"/>
                    <a:pt x="8783" y="19509"/>
                    <a:pt x="8827" y="19491"/>
                  </a:cubicBezTo>
                  <a:lnTo>
                    <a:pt x="8827" y="19491"/>
                  </a:lnTo>
                  <a:cubicBezTo>
                    <a:pt x="8381" y="19699"/>
                    <a:pt x="7537" y="21134"/>
                    <a:pt x="7343" y="21270"/>
                  </a:cubicBezTo>
                  <a:cubicBezTo>
                    <a:pt x="7223" y="21628"/>
                    <a:pt x="7024" y="21907"/>
                    <a:pt x="6746" y="22245"/>
                  </a:cubicBezTo>
                  <a:cubicBezTo>
                    <a:pt x="6772" y="22224"/>
                    <a:pt x="6804" y="22212"/>
                    <a:pt x="6832" y="22212"/>
                  </a:cubicBezTo>
                  <a:cubicBezTo>
                    <a:pt x="6911" y="22212"/>
                    <a:pt x="6961" y="22299"/>
                    <a:pt x="6786" y="22504"/>
                  </a:cubicBezTo>
                  <a:cubicBezTo>
                    <a:pt x="6749" y="22450"/>
                    <a:pt x="6710" y="22427"/>
                    <a:pt x="6668" y="22427"/>
                  </a:cubicBezTo>
                  <a:cubicBezTo>
                    <a:pt x="6470" y="22427"/>
                    <a:pt x="6218" y="22943"/>
                    <a:pt x="5902" y="23051"/>
                  </a:cubicBezTo>
                  <a:lnTo>
                    <a:pt x="5902" y="23051"/>
                  </a:lnTo>
                  <a:cubicBezTo>
                    <a:pt x="5905" y="23051"/>
                    <a:pt x="5908" y="23051"/>
                    <a:pt x="5910" y="23051"/>
                  </a:cubicBezTo>
                  <a:cubicBezTo>
                    <a:pt x="6058" y="23051"/>
                    <a:pt x="5456" y="23764"/>
                    <a:pt x="5642" y="23764"/>
                  </a:cubicBezTo>
                  <a:cubicBezTo>
                    <a:pt x="5662" y="23764"/>
                    <a:pt x="5691" y="23755"/>
                    <a:pt x="5731" y="23737"/>
                  </a:cubicBezTo>
                  <a:lnTo>
                    <a:pt x="5731" y="23737"/>
                  </a:lnTo>
                  <a:cubicBezTo>
                    <a:pt x="5670" y="23811"/>
                    <a:pt x="5635" y="23833"/>
                    <a:pt x="5610" y="23833"/>
                  </a:cubicBezTo>
                  <a:cubicBezTo>
                    <a:pt x="5571" y="23833"/>
                    <a:pt x="5557" y="23778"/>
                    <a:pt x="5505" y="23778"/>
                  </a:cubicBezTo>
                  <a:cubicBezTo>
                    <a:pt x="5483" y="23778"/>
                    <a:pt x="5454" y="23788"/>
                    <a:pt x="5413" y="23817"/>
                  </a:cubicBezTo>
                  <a:cubicBezTo>
                    <a:pt x="5094" y="24493"/>
                    <a:pt x="4398" y="25090"/>
                    <a:pt x="3901" y="25846"/>
                  </a:cubicBezTo>
                  <a:cubicBezTo>
                    <a:pt x="3940" y="25886"/>
                    <a:pt x="4080" y="25806"/>
                    <a:pt x="4020" y="26005"/>
                  </a:cubicBezTo>
                  <a:lnTo>
                    <a:pt x="3562" y="26264"/>
                  </a:lnTo>
                  <a:cubicBezTo>
                    <a:pt x="3463" y="26423"/>
                    <a:pt x="3682" y="26562"/>
                    <a:pt x="3363" y="26722"/>
                  </a:cubicBezTo>
                  <a:cubicBezTo>
                    <a:pt x="3387" y="26722"/>
                    <a:pt x="3414" y="26715"/>
                    <a:pt x="3434" y="26715"/>
                  </a:cubicBezTo>
                  <a:cubicBezTo>
                    <a:pt x="3464" y="26715"/>
                    <a:pt x="3479" y="26730"/>
                    <a:pt x="3443" y="26801"/>
                  </a:cubicBezTo>
                  <a:cubicBezTo>
                    <a:pt x="2846" y="27438"/>
                    <a:pt x="2369" y="28194"/>
                    <a:pt x="1871" y="28930"/>
                  </a:cubicBezTo>
                  <a:cubicBezTo>
                    <a:pt x="1632" y="29308"/>
                    <a:pt x="1374" y="29686"/>
                    <a:pt x="1095" y="30024"/>
                  </a:cubicBezTo>
                  <a:lnTo>
                    <a:pt x="896" y="30283"/>
                  </a:lnTo>
                  <a:lnTo>
                    <a:pt x="657" y="30581"/>
                  </a:lnTo>
                  <a:cubicBezTo>
                    <a:pt x="459" y="30820"/>
                    <a:pt x="240" y="31059"/>
                    <a:pt x="1" y="31318"/>
                  </a:cubicBezTo>
                  <a:lnTo>
                    <a:pt x="1" y="31457"/>
                  </a:lnTo>
                  <a:cubicBezTo>
                    <a:pt x="21" y="31357"/>
                    <a:pt x="21" y="31318"/>
                    <a:pt x="41" y="31318"/>
                  </a:cubicBezTo>
                  <a:lnTo>
                    <a:pt x="61" y="31318"/>
                  </a:lnTo>
                  <a:cubicBezTo>
                    <a:pt x="80" y="31337"/>
                    <a:pt x="100" y="31457"/>
                    <a:pt x="120" y="31576"/>
                  </a:cubicBezTo>
                  <a:cubicBezTo>
                    <a:pt x="120" y="31527"/>
                    <a:pt x="133" y="31513"/>
                    <a:pt x="151" y="31513"/>
                  </a:cubicBezTo>
                  <a:cubicBezTo>
                    <a:pt x="178" y="31513"/>
                    <a:pt x="219" y="31544"/>
                    <a:pt x="254" y="31544"/>
                  </a:cubicBezTo>
                  <a:cubicBezTo>
                    <a:pt x="263" y="31544"/>
                    <a:pt x="271" y="31542"/>
                    <a:pt x="279" y="31536"/>
                  </a:cubicBezTo>
                  <a:lnTo>
                    <a:pt x="279" y="31536"/>
                  </a:lnTo>
                  <a:cubicBezTo>
                    <a:pt x="240" y="31636"/>
                    <a:pt x="200" y="31716"/>
                    <a:pt x="180" y="31815"/>
                  </a:cubicBezTo>
                  <a:lnTo>
                    <a:pt x="160" y="31875"/>
                  </a:lnTo>
                  <a:lnTo>
                    <a:pt x="160" y="31914"/>
                  </a:lnTo>
                  <a:lnTo>
                    <a:pt x="180" y="31914"/>
                  </a:lnTo>
                  <a:cubicBezTo>
                    <a:pt x="200" y="31914"/>
                    <a:pt x="220" y="31954"/>
                    <a:pt x="260" y="31974"/>
                  </a:cubicBezTo>
                  <a:cubicBezTo>
                    <a:pt x="279" y="32014"/>
                    <a:pt x="319" y="32054"/>
                    <a:pt x="359" y="32094"/>
                  </a:cubicBezTo>
                  <a:cubicBezTo>
                    <a:pt x="459" y="32113"/>
                    <a:pt x="638" y="32253"/>
                    <a:pt x="777" y="32472"/>
                  </a:cubicBezTo>
                  <a:cubicBezTo>
                    <a:pt x="896" y="32531"/>
                    <a:pt x="1016" y="32611"/>
                    <a:pt x="1115" y="32651"/>
                  </a:cubicBezTo>
                  <a:cubicBezTo>
                    <a:pt x="1150" y="32674"/>
                    <a:pt x="1185" y="32684"/>
                    <a:pt x="1216" y="32684"/>
                  </a:cubicBezTo>
                  <a:cubicBezTo>
                    <a:pt x="1238" y="32684"/>
                    <a:pt x="1258" y="32679"/>
                    <a:pt x="1274" y="32671"/>
                  </a:cubicBezTo>
                  <a:lnTo>
                    <a:pt x="1035" y="32551"/>
                  </a:lnTo>
                  <a:lnTo>
                    <a:pt x="1035" y="32551"/>
                  </a:lnTo>
                  <a:cubicBezTo>
                    <a:pt x="1058" y="32555"/>
                    <a:pt x="1078" y="32557"/>
                    <a:pt x="1096" y="32557"/>
                  </a:cubicBezTo>
                  <a:cubicBezTo>
                    <a:pt x="1259" y="32557"/>
                    <a:pt x="1189" y="32397"/>
                    <a:pt x="1135" y="32253"/>
                  </a:cubicBezTo>
                  <a:cubicBezTo>
                    <a:pt x="1135" y="32233"/>
                    <a:pt x="1135" y="32213"/>
                    <a:pt x="1135" y="32193"/>
                  </a:cubicBezTo>
                  <a:cubicBezTo>
                    <a:pt x="1453" y="32392"/>
                    <a:pt x="1752" y="32611"/>
                    <a:pt x="1752" y="32611"/>
                  </a:cubicBezTo>
                  <a:cubicBezTo>
                    <a:pt x="1911" y="32054"/>
                    <a:pt x="4557" y="28512"/>
                    <a:pt x="8039" y="24016"/>
                  </a:cubicBezTo>
                  <a:cubicBezTo>
                    <a:pt x="8039" y="24036"/>
                    <a:pt x="8039" y="24036"/>
                    <a:pt x="8039" y="24055"/>
                  </a:cubicBezTo>
                  <a:lnTo>
                    <a:pt x="8079" y="24075"/>
                  </a:lnTo>
                  <a:cubicBezTo>
                    <a:pt x="8160" y="23978"/>
                    <a:pt x="8201" y="23880"/>
                    <a:pt x="8171" y="23880"/>
                  </a:cubicBezTo>
                  <a:cubicBezTo>
                    <a:pt x="8164" y="23880"/>
                    <a:pt x="8153" y="23885"/>
                    <a:pt x="8138" y="23896"/>
                  </a:cubicBezTo>
                  <a:cubicBezTo>
                    <a:pt x="8218" y="23797"/>
                    <a:pt x="8318" y="23677"/>
                    <a:pt x="8397" y="23558"/>
                  </a:cubicBezTo>
                  <a:lnTo>
                    <a:pt x="8397" y="23558"/>
                  </a:lnTo>
                  <a:cubicBezTo>
                    <a:pt x="8339" y="23747"/>
                    <a:pt x="8525" y="23830"/>
                    <a:pt x="8745" y="23830"/>
                  </a:cubicBezTo>
                  <a:cubicBezTo>
                    <a:pt x="8827" y="23830"/>
                    <a:pt x="8913" y="23818"/>
                    <a:pt x="8994" y="23797"/>
                  </a:cubicBezTo>
                  <a:cubicBezTo>
                    <a:pt x="8954" y="23757"/>
                    <a:pt x="8914" y="23737"/>
                    <a:pt x="9054" y="23459"/>
                  </a:cubicBezTo>
                  <a:lnTo>
                    <a:pt x="9054" y="23459"/>
                  </a:lnTo>
                  <a:cubicBezTo>
                    <a:pt x="8978" y="23504"/>
                    <a:pt x="8716" y="23736"/>
                    <a:pt x="8632" y="23736"/>
                  </a:cubicBezTo>
                  <a:cubicBezTo>
                    <a:pt x="8606" y="23736"/>
                    <a:pt x="8597" y="23714"/>
                    <a:pt x="8616" y="23658"/>
                  </a:cubicBezTo>
                  <a:cubicBezTo>
                    <a:pt x="8835" y="23299"/>
                    <a:pt x="8855" y="23419"/>
                    <a:pt x="9014" y="23299"/>
                  </a:cubicBezTo>
                  <a:lnTo>
                    <a:pt x="9014" y="23299"/>
                  </a:lnTo>
                  <a:cubicBezTo>
                    <a:pt x="9006" y="23301"/>
                    <a:pt x="8999" y="23302"/>
                    <a:pt x="8993" y="23302"/>
                  </a:cubicBezTo>
                  <a:cubicBezTo>
                    <a:pt x="8857" y="23302"/>
                    <a:pt x="9090" y="22895"/>
                    <a:pt x="9014" y="22762"/>
                  </a:cubicBezTo>
                  <a:cubicBezTo>
                    <a:pt x="9511" y="22145"/>
                    <a:pt x="10009" y="21509"/>
                    <a:pt x="10506" y="20852"/>
                  </a:cubicBezTo>
                  <a:cubicBezTo>
                    <a:pt x="10520" y="20866"/>
                    <a:pt x="10524" y="20880"/>
                    <a:pt x="10540" y="20880"/>
                  </a:cubicBezTo>
                  <a:cubicBezTo>
                    <a:pt x="10546" y="20880"/>
                    <a:pt x="10554" y="20878"/>
                    <a:pt x="10566" y="20872"/>
                  </a:cubicBezTo>
                  <a:lnTo>
                    <a:pt x="10685" y="20693"/>
                  </a:lnTo>
                  <a:cubicBezTo>
                    <a:pt x="10705" y="20684"/>
                    <a:pt x="10720" y="20680"/>
                    <a:pt x="10731" y="20680"/>
                  </a:cubicBezTo>
                  <a:cubicBezTo>
                    <a:pt x="10826" y="20680"/>
                    <a:pt x="10647" y="20970"/>
                    <a:pt x="10701" y="20970"/>
                  </a:cubicBezTo>
                  <a:cubicBezTo>
                    <a:pt x="10712" y="20970"/>
                    <a:pt x="10732" y="20959"/>
                    <a:pt x="10765" y="20932"/>
                  </a:cubicBezTo>
                  <a:lnTo>
                    <a:pt x="10765" y="20932"/>
                  </a:lnTo>
                  <a:cubicBezTo>
                    <a:pt x="10645" y="21210"/>
                    <a:pt x="10526" y="21549"/>
                    <a:pt x="10228" y="21847"/>
                  </a:cubicBezTo>
                  <a:lnTo>
                    <a:pt x="10055" y="21809"/>
                  </a:lnTo>
                  <a:lnTo>
                    <a:pt x="10055" y="21809"/>
                  </a:lnTo>
                  <a:cubicBezTo>
                    <a:pt x="10056" y="21809"/>
                    <a:pt x="10056" y="21809"/>
                    <a:pt x="10056" y="21809"/>
                  </a:cubicBezTo>
                  <a:cubicBezTo>
                    <a:pt x="10108" y="21809"/>
                    <a:pt x="10289" y="21642"/>
                    <a:pt x="10327" y="21529"/>
                  </a:cubicBezTo>
                  <a:lnTo>
                    <a:pt x="10327" y="21529"/>
                  </a:lnTo>
                  <a:cubicBezTo>
                    <a:pt x="10267" y="21708"/>
                    <a:pt x="9750" y="21907"/>
                    <a:pt x="9810" y="22185"/>
                  </a:cubicBezTo>
                  <a:lnTo>
                    <a:pt x="10068" y="22026"/>
                  </a:lnTo>
                  <a:lnTo>
                    <a:pt x="10068" y="22026"/>
                  </a:lnTo>
                  <a:cubicBezTo>
                    <a:pt x="9949" y="22305"/>
                    <a:pt x="9850" y="22722"/>
                    <a:pt x="9591" y="22981"/>
                  </a:cubicBezTo>
                  <a:cubicBezTo>
                    <a:pt x="9810" y="22941"/>
                    <a:pt x="9631" y="22901"/>
                    <a:pt x="9929" y="22802"/>
                  </a:cubicBezTo>
                  <a:lnTo>
                    <a:pt x="9929" y="22802"/>
                  </a:lnTo>
                  <a:cubicBezTo>
                    <a:pt x="9921" y="22803"/>
                    <a:pt x="9914" y="22803"/>
                    <a:pt x="9908" y="22803"/>
                  </a:cubicBezTo>
                  <a:cubicBezTo>
                    <a:pt x="9676" y="22803"/>
                    <a:pt x="10381" y="22169"/>
                    <a:pt x="10185" y="22169"/>
                  </a:cubicBezTo>
                  <a:cubicBezTo>
                    <a:pt x="10177" y="22169"/>
                    <a:pt x="10169" y="22170"/>
                    <a:pt x="10160" y="22171"/>
                  </a:cubicBezTo>
                  <a:lnTo>
                    <a:pt x="10160" y="22171"/>
                  </a:lnTo>
                  <a:cubicBezTo>
                    <a:pt x="10452" y="22083"/>
                    <a:pt x="10505" y="21877"/>
                    <a:pt x="10844" y="21708"/>
                  </a:cubicBezTo>
                  <a:cubicBezTo>
                    <a:pt x="10785" y="21688"/>
                    <a:pt x="10685" y="21748"/>
                    <a:pt x="10904" y="21509"/>
                  </a:cubicBezTo>
                  <a:cubicBezTo>
                    <a:pt x="10904" y="21489"/>
                    <a:pt x="10904" y="21449"/>
                    <a:pt x="10904" y="21429"/>
                  </a:cubicBezTo>
                  <a:cubicBezTo>
                    <a:pt x="10844" y="21469"/>
                    <a:pt x="10785" y="21509"/>
                    <a:pt x="10745" y="21509"/>
                  </a:cubicBezTo>
                  <a:cubicBezTo>
                    <a:pt x="10745" y="21310"/>
                    <a:pt x="11043" y="20912"/>
                    <a:pt x="11103" y="20753"/>
                  </a:cubicBezTo>
                  <a:cubicBezTo>
                    <a:pt x="11135" y="20720"/>
                    <a:pt x="11153" y="20708"/>
                    <a:pt x="11161" y="20708"/>
                  </a:cubicBezTo>
                  <a:cubicBezTo>
                    <a:pt x="11186" y="20708"/>
                    <a:pt x="11143" y="20802"/>
                    <a:pt x="11177" y="20802"/>
                  </a:cubicBezTo>
                  <a:cubicBezTo>
                    <a:pt x="11183" y="20802"/>
                    <a:pt x="11191" y="20799"/>
                    <a:pt x="11202" y="20792"/>
                  </a:cubicBezTo>
                  <a:lnTo>
                    <a:pt x="11302" y="20534"/>
                  </a:lnTo>
                  <a:cubicBezTo>
                    <a:pt x="11311" y="20539"/>
                    <a:pt x="11322" y="20542"/>
                    <a:pt x="11335" y="20542"/>
                  </a:cubicBezTo>
                  <a:cubicBezTo>
                    <a:pt x="11408" y="20542"/>
                    <a:pt x="11530" y="20465"/>
                    <a:pt x="11584" y="20465"/>
                  </a:cubicBezTo>
                  <a:cubicBezTo>
                    <a:pt x="11624" y="20465"/>
                    <a:pt x="11625" y="20507"/>
                    <a:pt x="11541" y="20653"/>
                  </a:cubicBezTo>
                  <a:lnTo>
                    <a:pt x="11779" y="20355"/>
                  </a:lnTo>
                  <a:cubicBezTo>
                    <a:pt x="11978" y="20216"/>
                    <a:pt x="12197" y="19977"/>
                    <a:pt x="12277" y="19778"/>
                  </a:cubicBezTo>
                  <a:cubicBezTo>
                    <a:pt x="12387" y="19684"/>
                    <a:pt x="12447" y="19466"/>
                    <a:pt x="12458" y="19466"/>
                  </a:cubicBezTo>
                  <a:cubicBezTo>
                    <a:pt x="12461" y="19466"/>
                    <a:pt x="12460" y="19481"/>
                    <a:pt x="12456" y="19519"/>
                  </a:cubicBezTo>
                  <a:lnTo>
                    <a:pt x="12774" y="18982"/>
                  </a:lnTo>
                  <a:lnTo>
                    <a:pt x="12794" y="19002"/>
                  </a:lnTo>
                  <a:cubicBezTo>
                    <a:pt x="13192" y="18524"/>
                    <a:pt x="13431" y="17888"/>
                    <a:pt x="14028" y="17470"/>
                  </a:cubicBezTo>
                  <a:cubicBezTo>
                    <a:pt x="14127" y="17291"/>
                    <a:pt x="14247" y="17092"/>
                    <a:pt x="14485" y="16853"/>
                  </a:cubicBezTo>
                  <a:lnTo>
                    <a:pt x="14605" y="16853"/>
                  </a:lnTo>
                  <a:cubicBezTo>
                    <a:pt x="14744" y="16634"/>
                    <a:pt x="15182" y="16296"/>
                    <a:pt x="15162" y="16137"/>
                  </a:cubicBezTo>
                  <a:cubicBezTo>
                    <a:pt x="15560" y="16097"/>
                    <a:pt x="16017" y="15182"/>
                    <a:pt x="16336" y="14844"/>
                  </a:cubicBezTo>
                  <a:lnTo>
                    <a:pt x="16256" y="14744"/>
                  </a:lnTo>
                  <a:cubicBezTo>
                    <a:pt x="16455" y="14485"/>
                    <a:pt x="16614" y="14227"/>
                    <a:pt x="16813" y="13889"/>
                  </a:cubicBezTo>
                  <a:lnTo>
                    <a:pt x="16714" y="13829"/>
                  </a:lnTo>
                  <a:cubicBezTo>
                    <a:pt x="16853" y="13491"/>
                    <a:pt x="17331" y="13192"/>
                    <a:pt x="17649" y="12754"/>
                  </a:cubicBezTo>
                  <a:lnTo>
                    <a:pt x="17649" y="12754"/>
                  </a:lnTo>
                  <a:cubicBezTo>
                    <a:pt x="17669" y="12814"/>
                    <a:pt x="17569" y="12914"/>
                    <a:pt x="17490" y="12973"/>
                  </a:cubicBezTo>
                  <a:cubicBezTo>
                    <a:pt x="18106" y="12635"/>
                    <a:pt x="18186" y="11780"/>
                    <a:pt x="18703" y="11441"/>
                  </a:cubicBezTo>
                  <a:cubicBezTo>
                    <a:pt x="18763" y="11302"/>
                    <a:pt x="18843" y="11222"/>
                    <a:pt x="18942" y="11163"/>
                  </a:cubicBezTo>
                  <a:lnTo>
                    <a:pt x="18942" y="11163"/>
                  </a:lnTo>
                  <a:cubicBezTo>
                    <a:pt x="18922" y="11183"/>
                    <a:pt x="18922" y="11183"/>
                    <a:pt x="18922" y="11203"/>
                  </a:cubicBezTo>
                  <a:cubicBezTo>
                    <a:pt x="18922" y="11183"/>
                    <a:pt x="18942" y="11163"/>
                    <a:pt x="18962" y="11143"/>
                  </a:cubicBezTo>
                  <a:cubicBezTo>
                    <a:pt x="19022" y="11103"/>
                    <a:pt x="19081" y="11083"/>
                    <a:pt x="19141" y="11023"/>
                  </a:cubicBezTo>
                  <a:lnTo>
                    <a:pt x="19141" y="11023"/>
                  </a:lnTo>
                  <a:cubicBezTo>
                    <a:pt x="19081" y="11063"/>
                    <a:pt x="19022" y="11083"/>
                    <a:pt x="18982" y="11123"/>
                  </a:cubicBezTo>
                  <a:cubicBezTo>
                    <a:pt x="19042" y="11043"/>
                    <a:pt x="19141" y="10884"/>
                    <a:pt x="19221" y="10745"/>
                  </a:cubicBezTo>
                  <a:lnTo>
                    <a:pt x="19360" y="10765"/>
                  </a:lnTo>
                  <a:cubicBezTo>
                    <a:pt x="19380" y="10745"/>
                    <a:pt x="19380" y="10745"/>
                    <a:pt x="19380" y="10725"/>
                  </a:cubicBezTo>
                  <a:cubicBezTo>
                    <a:pt x="19496" y="10642"/>
                    <a:pt x="19446" y="10601"/>
                    <a:pt x="19357" y="10601"/>
                  </a:cubicBezTo>
                  <a:cubicBezTo>
                    <a:pt x="19339" y="10601"/>
                    <a:pt x="19320" y="10602"/>
                    <a:pt x="19300" y="10606"/>
                  </a:cubicBezTo>
                  <a:cubicBezTo>
                    <a:pt x="19320" y="10526"/>
                    <a:pt x="19360" y="10446"/>
                    <a:pt x="19380" y="10387"/>
                  </a:cubicBezTo>
                  <a:cubicBezTo>
                    <a:pt x="19385" y="10387"/>
                    <a:pt x="19391" y="10387"/>
                    <a:pt x="19396" y="10387"/>
                  </a:cubicBezTo>
                  <a:cubicBezTo>
                    <a:pt x="19618" y="10387"/>
                    <a:pt x="19605" y="9989"/>
                    <a:pt x="19877" y="9989"/>
                  </a:cubicBezTo>
                  <a:cubicBezTo>
                    <a:pt x="19877" y="9850"/>
                    <a:pt x="20275" y="9352"/>
                    <a:pt x="20235" y="9113"/>
                  </a:cubicBezTo>
                  <a:cubicBezTo>
                    <a:pt x="20235" y="9094"/>
                    <a:pt x="20235" y="9074"/>
                    <a:pt x="20215" y="9054"/>
                  </a:cubicBezTo>
                  <a:lnTo>
                    <a:pt x="20215" y="9054"/>
                  </a:lnTo>
                  <a:cubicBezTo>
                    <a:pt x="20255" y="9074"/>
                    <a:pt x="20295" y="9054"/>
                    <a:pt x="20235" y="9113"/>
                  </a:cubicBezTo>
                  <a:cubicBezTo>
                    <a:pt x="20375" y="8994"/>
                    <a:pt x="20514" y="8855"/>
                    <a:pt x="20574" y="8696"/>
                  </a:cubicBezTo>
                  <a:lnTo>
                    <a:pt x="20753" y="8715"/>
                  </a:lnTo>
                  <a:lnTo>
                    <a:pt x="20832" y="8278"/>
                  </a:lnTo>
                  <a:cubicBezTo>
                    <a:pt x="20946" y="8212"/>
                    <a:pt x="21028" y="8168"/>
                    <a:pt x="21076" y="8168"/>
                  </a:cubicBezTo>
                  <a:cubicBezTo>
                    <a:pt x="21130" y="8168"/>
                    <a:pt x="21142" y="8221"/>
                    <a:pt x="21111" y="8357"/>
                  </a:cubicBezTo>
                  <a:cubicBezTo>
                    <a:pt x="21330" y="7780"/>
                    <a:pt x="21369" y="7940"/>
                    <a:pt x="21529" y="7422"/>
                  </a:cubicBezTo>
                  <a:lnTo>
                    <a:pt x="21588" y="7502"/>
                  </a:lnTo>
                  <a:cubicBezTo>
                    <a:pt x="21708" y="7363"/>
                    <a:pt x="21787" y="7044"/>
                    <a:pt x="21907" y="7024"/>
                  </a:cubicBezTo>
                  <a:cubicBezTo>
                    <a:pt x="22324" y="6825"/>
                    <a:pt x="23200" y="5472"/>
                    <a:pt x="23976" y="4776"/>
                  </a:cubicBezTo>
                  <a:cubicBezTo>
                    <a:pt x="23618" y="4736"/>
                    <a:pt x="24394" y="4478"/>
                    <a:pt x="24235" y="4299"/>
                  </a:cubicBezTo>
                  <a:cubicBezTo>
                    <a:pt x="24284" y="4299"/>
                    <a:pt x="24339" y="4279"/>
                    <a:pt x="24374" y="4279"/>
                  </a:cubicBezTo>
                  <a:cubicBezTo>
                    <a:pt x="24409" y="4279"/>
                    <a:pt x="24424" y="4299"/>
                    <a:pt x="24394" y="4378"/>
                  </a:cubicBezTo>
                  <a:cubicBezTo>
                    <a:pt x="24672" y="3920"/>
                    <a:pt x="24991" y="3841"/>
                    <a:pt x="25070" y="3423"/>
                  </a:cubicBezTo>
                  <a:cubicBezTo>
                    <a:pt x="25145" y="3423"/>
                    <a:pt x="25079" y="3564"/>
                    <a:pt x="25137" y="3564"/>
                  </a:cubicBezTo>
                  <a:cubicBezTo>
                    <a:pt x="25141" y="3564"/>
                    <a:pt x="25145" y="3564"/>
                    <a:pt x="25150" y="3562"/>
                  </a:cubicBezTo>
                  <a:cubicBezTo>
                    <a:pt x="25150" y="3523"/>
                    <a:pt x="25190" y="3383"/>
                    <a:pt x="25269" y="3383"/>
                  </a:cubicBezTo>
                  <a:cubicBezTo>
                    <a:pt x="25274" y="3382"/>
                    <a:pt x="25279" y="3381"/>
                    <a:pt x="25282" y="3381"/>
                  </a:cubicBezTo>
                  <a:cubicBezTo>
                    <a:pt x="25319" y="3381"/>
                    <a:pt x="25266" y="3472"/>
                    <a:pt x="25229" y="3562"/>
                  </a:cubicBezTo>
                  <a:cubicBezTo>
                    <a:pt x="25568" y="3125"/>
                    <a:pt x="25428" y="2946"/>
                    <a:pt x="25289" y="2786"/>
                  </a:cubicBezTo>
                  <a:cubicBezTo>
                    <a:pt x="25349" y="2747"/>
                    <a:pt x="25408" y="2707"/>
                    <a:pt x="25468" y="2647"/>
                  </a:cubicBezTo>
                  <a:cubicBezTo>
                    <a:pt x="25508" y="2607"/>
                    <a:pt x="25568" y="2548"/>
                    <a:pt x="25587" y="2508"/>
                  </a:cubicBezTo>
                  <a:cubicBezTo>
                    <a:pt x="25667" y="2408"/>
                    <a:pt x="25687" y="2309"/>
                    <a:pt x="25707" y="2190"/>
                  </a:cubicBezTo>
                  <a:cubicBezTo>
                    <a:pt x="25778" y="2149"/>
                    <a:pt x="25870" y="2087"/>
                    <a:pt x="25908" y="2087"/>
                  </a:cubicBezTo>
                  <a:cubicBezTo>
                    <a:pt x="25945" y="2087"/>
                    <a:pt x="25933" y="2144"/>
                    <a:pt x="25806" y="2329"/>
                  </a:cubicBezTo>
                  <a:cubicBezTo>
                    <a:pt x="25866" y="2249"/>
                    <a:pt x="26065" y="2030"/>
                    <a:pt x="26244" y="1811"/>
                  </a:cubicBezTo>
                  <a:cubicBezTo>
                    <a:pt x="26184" y="1712"/>
                    <a:pt x="26105" y="1632"/>
                    <a:pt x="26025" y="1533"/>
                  </a:cubicBezTo>
                  <a:cubicBezTo>
                    <a:pt x="25985" y="1493"/>
                    <a:pt x="25966" y="1453"/>
                    <a:pt x="25926" y="1394"/>
                  </a:cubicBezTo>
                  <a:cubicBezTo>
                    <a:pt x="25886" y="1354"/>
                    <a:pt x="25826" y="1294"/>
                    <a:pt x="25786" y="1254"/>
                  </a:cubicBezTo>
                  <a:cubicBezTo>
                    <a:pt x="25747" y="1215"/>
                    <a:pt x="25707" y="1155"/>
                    <a:pt x="25667" y="1115"/>
                  </a:cubicBezTo>
                  <a:cubicBezTo>
                    <a:pt x="25607" y="1075"/>
                    <a:pt x="25607" y="1075"/>
                    <a:pt x="25587" y="1055"/>
                  </a:cubicBezTo>
                  <a:cubicBezTo>
                    <a:pt x="25548" y="1036"/>
                    <a:pt x="25528" y="1036"/>
                    <a:pt x="25488" y="1036"/>
                  </a:cubicBezTo>
                  <a:cubicBezTo>
                    <a:pt x="25488" y="1036"/>
                    <a:pt x="25488" y="996"/>
                    <a:pt x="25468" y="976"/>
                  </a:cubicBezTo>
                  <a:cubicBezTo>
                    <a:pt x="25448" y="956"/>
                    <a:pt x="25428" y="936"/>
                    <a:pt x="25389" y="896"/>
                  </a:cubicBezTo>
                  <a:cubicBezTo>
                    <a:pt x="25329" y="817"/>
                    <a:pt x="25249" y="737"/>
                    <a:pt x="25209" y="717"/>
                  </a:cubicBezTo>
                  <a:cubicBezTo>
                    <a:pt x="25030" y="478"/>
                    <a:pt x="24931" y="339"/>
                    <a:pt x="24812" y="220"/>
                  </a:cubicBezTo>
                  <a:cubicBezTo>
                    <a:pt x="24772" y="160"/>
                    <a:pt x="24712" y="100"/>
                    <a:pt x="24652" y="21"/>
                  </a:cubicBezTo>
                  <a:cubicBezTo>
                    <a:pt x="24652" y="21"/>
                    <a:pt x="24652" y="1"/>
                    <a:pt x="246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4" name="Google Shape;4104;p46"/>
            <p:cNvSpPr/>
            <p:nvPr/>
          </p:nvSpPr>
          <p:spPr>
            <a:xfrm>
              <a:off x="946406" y="780744"/>
              <a:ext cx="919732" cy="1073381"/>
            </a:xfrm>
            <a:custGeom>
              <a:avLst/>
              <a:gdLst/>
              <a:ahLst/>
              <a:cxnLst/>
              <a:rect l="l" t="t" r="r" b="b"/>
              <a:pathLst>
                <a:path w="23339" h="27238" extrusionOk="0">
                  <a:moveTo>
                    <a:pt x="7819" y="15440"/>
                  </a:moveTo>
                  <a:cubicBezTo>
                    <a:pt x="7814" y="15449"/>
                    <a:pt x="7810" y="15458"/>
                    <a:pt x="7806" y="15466"/>
                  </a:cubicBezTo>
                  <a:lnTo>
                    <a:pt x="7806" y="15466"/>
                  </a:lnTo>
                  <a:lnTo>
                    <a:pt x="7819" y="15440"/>
                  </a:lnTo>
                  <a:close/>
                  <a:moveTo>
                    <a:pt x="7502" y="21482"/>
                  </a:moveTo>
                  <a:lnTo>
                    <a:pt x="7501" y="21488"/>
                  </a:lnTo>
                  <a:cubicBezTo>
                    <a:pt x="7502" y="21486"/>
                    <a:pt x="7502" y="21484"/>
                    <a:pt x="7502" y="21482"/>
                  </a:cubicBezTo>
                  <a:close/>
                  <a:moveTo>
                    <a:pt x="7402" y="21607"/>
                  </a:moveTo>
                  <a:cubicBezTo>
                    <a:pt x="7400" y="21608"/>
                    <a:pt x="7398" y="21609"/>
                    <a:pt x="7396" y="21610"/>
                  </a:cubicBezTo>
                  <a:lnTo>
                    <a:pt x="7396" y="21610"/>
                  </a:lnTo>
                  <a:cubicBezTo>
                    <a:pt x="7398" y="21609"/>
                    <a:pt x="7400" y="21608"/>
                    <a:pt x="7402" y="21607"/>
                  </a:cubicBezTo>
                  <a:close/>
                  <a:moveTo>
                    <a:pt x="2105" y="22387"/>
                  </a:moveTo>
                  <a:cubicBezTo>
                    <a:pt x="2100" y="22400"/>
                    <a:pt x="2095" y="22413"/>
                    <a:pt x="2089" y="22423"/>
                  </a:cubicBezTo>
                  <a:cubicBezTo>
                    <a:pt x="2096" y="22410"/>
                    <a:pt x="2101" y="22398"/>
                    <a:pt x="2105" y="22387"/>
                  </a:cubicBezTo>
                  <a:close/>
                  <a:moveTo>
                    <a:pt x="2845" y="26522"/>
                  </a:moveTo>
                  <a:lnTo>
                    <a:pt x="2845" y="26522"/>
                  </a:lnTo>
                  <a:cubicBezTo>
                    <a:pt x="2806" y="26621"/>
                    <a:pt x="2706" y="26701"/>
                    <a:pt x="2607" y="26760"/>
                  </a:cubicBezTo>
                  <a:cubicBezTo>
                    <a:pt x="2666" y="26661"/>
                    <a:pt x="2746" y="26581"/>
                    <a:pt x="2845" y="26522"/>
                  </a:cubicBezTo>
                  <a:close/>
                  <a:moveTo>
                    <a:pt x="21627" y="0"/>
                  </a:moveTo>
                  <a:cubicBezTo>
                    <a:pt x="21568" y="40"/>
                    <a:pt x="21508" y="80"/>
                    <a:pt x="21468" y="139"/>
                  </a:cubicBezTo>
                  <a:cubicBezTo>
                    <a:pt x="21349" y="139"/>
                    <a:pt x="21548" y="40"/>
                    <a:pt x="21468" y="20"/>
                  </a:cubicBezTo>
                  <a:lnTo>
                    <a:pt x="21468" y="20"/>
                  </a:lnTo>
                  <a:cubicBezTo>
                    <a:pt x="21409" y="100"/>
                    <a:pt x="21329" y="179"/>
                    <a:pt x="21170" y="239"/>
                  </a:cubicBezTo>
                  <a:cubicBezTo>
                    <a:pt x="21110" y="299"/>
                    <a:pt x="21030" y="378"/>
                    <a:pt x="20931" y="458"/>
                  </a:cubicBezTo>
                  <a:lnTo>
                    <a:pt x="20951" y="418"/>
                  </a:lnTo>
                  <a:lnTo>
                    <a:pt x="20951" y="418"/>
                  </a:lnTo>
                  <a:cubicBezTo>
                    <a:pt x="20851" y="517"/>
                    <a:pt x="20772" y="617"/>
                    <a:pt x="20692" y="716"/>
                  </a:cubicBezTo>
                  <a:cubicBezTo>
                    <a:pt x="20633" y="796"/>
                    <a:pt x="20593" y="856"/>
                    <a:pt x="20533" y="915"/>
                  </a:cubicBezTo>
                  <a:cubicBezTo>
                    <a:pt x="20414" y="1035"/>
                    <a:pt x="20314" y="1134"/>
                    <a:pt x="20215" y="1234"/>
                  </a:cubicBezTo>
                  <a:cubicBezTo>
                    <a:pt x="19996" y="1453"/>
                    <a:pt x="19757" y="1651"/>
                    <a:pt x="19439" y="1990"/>
                  </a:cubicBezTo>
                  <a:lnTo>
                    <a:pt x="19578" y="2010"/>
                  </a:lnTo>
                  <a:cubicBezTo>
                    <a:pt x="19439" y="2149"/>
                    <a:pt x="19379" y="2149"/>
                    <a:pt x="19300" y="2209"/>
                  </a:cubicBezTo>
                  <a:cubicBezTo>
                    <a:pt x="19300" y="2257"/>
                    <a:pt x="19310" y="2276"/>
                    <a:pt x="19328" y="2276"/>
                  </a:cubicBezTo>
                  <a:cubicBezTo>
                    <a:pt x="19395" y="2276"/>
                    <a:pt x="19562" y="2013"/>
                    <a:pt x="19648" y="2013"/>
                  </a:cubicBezTo>
                  <a:cubicBezTo>
                    <a:pt x="19672" y="2013"/>
                    <a:pt x="19690" y="2034"/>
                    <a:pt x="19697" y="2089"/>
                  </a:cubicBezTo>
                  <a:cubicBezTo>
                    <a:pt x="19346" y="2109"/>
                    <a:pt x="18823" y="3085"/>
                    <a:pt x="18502" y="3085"/>
                  </a:cubicBezTo>
                  <a:cubicBezTo>
                    <a:pt x="18496" y="3085"/>
                    <a:pt x="18490" y="3085"/>
                    <a:pt x="18484" y="3084"/>
                  </a:cubicBezTo>
                  <a:lnTo>
                    <a:pt x="18484" y="3084"/>
                  </a:lnTo>
                  <a:cubicBezTo>
                    <a:pt x="18285" y="3303"/>
                    <a:pt x="18643" y="3104"/>
                    <a:pt x="18444" y="3323"/>
                  </a:cubicBezTo>
                  <a:lnTo>
                    <a:pt x="18344" y="3343"/>
                  </a:lnTo>
                  <a:lnTo>
                    <a:pt x="18364" y="3462"/>
                  </a:lnTo>
                  <a:cubicBezTo>
                    <a:pt x="18266" y="3561"/>
                    <a:pt x="18167" y="3600"/>
                    <a:pt x="18104" y="3600"/>
                  </a:cubicBezTo>
                  <a:cubicBezTo>
                    <a:pt x="18078" y="3600"/>
                    <a:pt x="18058" y="3593"/>
                    <a:pt x="18046" y="3581"/>
                  </a:cubicBezTo>
                  <a:cubicBezTo>
                    <a:pt x="18066" y="3542"/>
                    <a:pt x="18106" y="3462"/>
                    <a:pt x="18146" y="3422"/>
                  </a:cubicBezTo>
                  <a:lnTo>
                    <a:pt x="18146" y="3422"/>
                  </a:lnTo>
                  <a:cubicBezTo>
                    <a:pt x="17927" y="3542"/>
                    <a:pt x="17728" y="3940"/>
                    <a:pt x="17648" y="4019"/>
                  </a:cubicBezTo>
                  <a:lnTo>
                    <a:pt x="17847" y="3860"/>
                  </a:lnTo>
                  <a:lnTo>
                    <a:pt x="17847" y="3860"/>
                  </a:lnTo>
                  <a:cubicBezTo>
                    <a:pt x="17389" y="4517"/>
                    <a:pt x="16653" y="5213"/>
                    <a:pt x="16275" y="5929"/>
                  </a:cubicBezTo>
                  <a:lnTo>
                    <a:pt x="16355" y="5909"/>
                  </a:lnTo>
                  <a:lnTo>
                    <a:pt x="16355" y="5909"/>
                  </a:lnTo>
                  <a:cubicBezTo>
                    <a:pt x="16056" y="6446"/>
                    <a:pt x="15997" y="6247"/>
                    <a:pt x="15619" y="6785"/>
                  </a:cubicBezTo>
                  <a:lnTo>
                    <a:pt x="15619" y="6765"/>
                  </a:lnTo>
                  <a:cubicBezTo>
                    <a:pt x="15579" y="6904"/>
                    <a:pt x="15499" y="7043"/>
                    <a:pt x="15360" y="7183"/>
                  </a:cubicBezTo>
                  <a:cubicBezTo>
                    <a:pt x="15374" y="7142"/>
                    <a:pt x="15366" y="7128"/>
                    <a:pt x="15346" y="7128"/>
                  </a:cubicBezTo>
                  <a:cubicBezTo>
                    <a:pt x="15303" y="7128"/>
                    <a:pt x="15200" y="7200"/>
                    <a:pt x="15154" y="7200"/>
                  </a:cubicBezTo>
                  <a:cubicBezTo>
                    <a:pt x="15130" y="7200"/>
                    <a:pt x="15120" y="7181"/>
                    <a:pt x="15141" y="7123"/>
                  </a:cubicBezTo>
                  <a:lnTo>
                    <a:pt x="15141" y="7123"/>
                  </a:lnTo>
                  <a:cubicBezTo>
                    <a:pt x="14823" y="7700"/>
                    <a:pt x="15002" y="7421"/>
                    <a:pt x="14902" y="7899"/>
                  </a:cubicBezTo>
                  <a:lnTo>
                    <a:pt x="14763" y="7919"/>
                  </a:lnTo>
                  <a:cubicBezTo>
                    <a:pt x="14743" y="8078"/>
                    <a:pt x="14763" y="8118"/>
                    <a:pt x="14564" y="8396"/>
                  </a:cubicBezTo>
                  <a:cubicBezTo>
                    <a:pt x="14606" y="8305"/>
                    <a:pt x="14589" y="8286"/>
                    <a:pt x="14553" y="8286"/>
                  </a:cubicBezTo>
                  <a:cubicBezTo>
                    <a:pt x="14527" y="8286"/>
                    <a:pt x="14490" y="8296"/>
                    <a:pt x="14461" y="8296"/>
                  </a:cubicBezTo>
                  <a:cubicBezTo>
                    <a:pt x="14416" y="8296"/>
                    <a:pt x="14386" y="8273"/>
                    <a:pt x="14425" y="8158"/>
                  </a:cubicBezTo>
                  <a:lnTo>
                    <a:pt x="14425" y="8158"/>
                  </a:lnTo>
                  <a:cubicBezTo>
                    <a:pt x="13828" y="8536"/>
                    <a:pt x="13928" y="9073"/>
                    <a:pt x="13490" y="9113"/>
                  </a:cubicBezTo>
                  <a:cubicBezTo>
                    <a:pt x="13490" y="9203"/>
                    <a:pt x="13513" y="9238"/>
                    <a:pt x="13550" y="9238"/>
                  </a:cubicBezTo>
                  <a:cubicBezTo>
                    <a:pt x="13662" y="9238"/>
                    <a:pt x="13897" y="8906"/>
                    <a:pt x="13929" y="8906"/>
                  </a:cubicBezTo>
                  <a:cubicBezTo>
                    <a:pt x="13934" y="8906"/>
                    <a:pt x="13934" y="8914"/>
                    <a:pt x="13928" y="8933"/>
                  </a:cubicBezTo>
                  <a:cubicBezTo>
                    <a:pt x="13939" y="8929"/>
                    <a:pt x="13949" y="8927"/>
                    <a:pt x="13957" y="8927"/>
                  </a:cubicBezTo>
                  <a:cubicBezTo>
                    <a:pt x="14061" y="8927"/>
                    <a:pt x="13896" y="9263"/>
                    <a:pt x="13748" y="9411"/>
                  </a:cubicBezTo>
                  <a:cubicBezTo>
                    <a:pt x="13609" y="9570"/>
                    <a:pt x="13231" y="9471"/>
                    <a:pt x="12893" y="9908"/>
                  </a:cubicBezTo>
                  <a:cubicBezTo>
                    <a:pt x="12913" y="9869"/>
                    <a:pt x="12913" y="9849"/>
                    <a:pt x="12953" y="9809"/>
                  </a:cubicBezTo>
                  <a:lnTo>
                    <a:pt x="12953" y="9809"/>
                  </a:lnTo>
                  <a:cubicBezTo>
                    <a:pt x="12754" y="9928"/>
                    <a:pt x="12754" y="10167"/>
                    <a:pt x="12495" y="10306"/>
                  </a:cubicBezTo>
                  <a:cubicBezTo>
                    <a:pt x="12535" y="10505"/>
                    <a:pt x="12276" y="10545"/>
                    <a:pt x="12415" y="10704"/>
                  </a:cubicBezTo>
                  <a:lnTo>
                    <a:pt x="12714" y="10286"/>
                  </a:lnTo>
                  <a:lnTo>
                    <a:pt x="12714" y="10286"/>
                  </a:lnTo>
                  <a:cubicBezTo>
                    <a:pt x="12555" y="10545"/>
                    <a:pt x="12575" y="10903"/>
                    <a:pt x="12177" y="11202"/>
                  </a:cubicBezTo>
                  <a:cubicBezTo>
                    <a:pt x="12177" y="11142"/>
                    <a:pt x="12216" y="11003"/>
                    <a:pt x="12256" y="10903"/>
                  </a:cubicBezTo>
                  <a:lnTo>
                    <a:pt x="12256" y="10903"/>
                  </a:lnTo>
                  <a:cubicBezTo>
                    <a:pt x="12117" y="10983"/>
                    <a:pt x="12117" y="11142"/>
                    <a:pt x="11978" y="11202"/>
                  </a:cubicBezTo>
                  <a:cubicBezTo>
                    <a:pt x="11838" y="11042"/>
                    <a:pt x="12336" y="10704"/>
                    <a:pt x="12415" y="10366"/>
                  </a:cubicBezTo>
                  <a:lnTo>
                    <a:pt x="12415" y="10366"/>
                  </a:lnTo>
                  <a:cubicBezTo>
                    <a:pt x="12290" y="10413"/>
                    <a:pt x="12201" y="10721"/>
                    <a:pt x="12130" y="10721"/>
                  </a:cubicBezTo>
                  <a:cubicBezTo>
                    <a:pt x="12112" y="10721"/>
                    <a:pt x="12094" y="10699"/>
                    <a:pt x="12077" y="10645"/>
                  </a:cubicBezTo>
                  <a:lnTo>
                    <a:pt x="12077" y="10645"/>
                  </a:lnTo>
                  <a:cubicBezTo>
                    <a:pt x="12157" y="11003"/>
                    <a:pt x="11699" y="11042"/>
                    <a:pt x="11620" y="11480"/>
                  </a:cubicBezTo>
                  <a:lnTo>
                    <a:pt x="11540" y="11381"/>
                  </a:lnTo>
                  <a:cubicBezTo>
                    <a:pt x="11520" y="11421"/>
                    <a:pt x="11480" y="11560"/>
                    <a:pt x="11421" y="11639"/>
                  </a:cubicBezTo>
                  <a:lnTo>
                    <a:pt x="11421" y="11381"/>
                  </a:lnTo>
                  <a:cubicBezTo>
                    <a:pt x="11321" y="11719"/>
                    <a:pt x="10943" y="11759"/>
                    <a:pt x="10824" y="12037"/>
                  </a:cubicBezTo>
                  <a:cubicBezTo>
                    <a:pt x="10961" y="11864"/>
                    <a:pt x="11025" y="11814"/>
                    <a:pt x="11062" y="11814"/>
                  </a:cubicBezTo>
                  <a:cubicBezTo>
                    <a:pt x="11112" y="11814"/>
                    <a:pt x="11113" y="11906"/>
                    <a:pt x="11182" y="11906"/>
                  </a:cubicBezTo>
                  <a:cubicBezTo>
                    <a:pt x="11202" y="11906"/>
                    <a:pt x="11227" y="11898"/>
                    <a:pt x="11261" y="11878"/>
                  </a:cubicBezTo>
                  <a:lnTo>
                    <a:pt x="11261" y="11878"/>
                  </a:lnTo>
                  <a:cubicBezTo>
                    <a:pt x="10903" y="12555"/>
                    <a:pt x="10744" y="12037"/>
                    <a:pt x="10267" y="12654"/>
                  </a:cubicBezTo>
                  <a:cubicBezTo>
                    <a:pt x="10320" y="12587"/>
                    <a:pt x="10428" y="12511"/>
                    <a:pt x="10474" y="12511"/>
                  </a:cubicBezTo>
                  <a:cubicBezTo>
                    <a:pt x="10497" y="12511"/>
                    <a:pt x="10505" y="12529"/>
                    <a:pt x="10485" y="12574"/>
                  </a:cubicBezTo>
                  <a:cubicBezTo>
                    <a:pt x="10366" y="12694"/>
                    <a:pt x="10187" y="12813"/>
                    <a:pt x="10088" y="12853"/>
                  </a:cubicBezTo>
                  <a:cubicBezTo>
                    <a:pt x="9948" y="13024"/>
                    <a:pt x="9938" y="13064"/>
                    <a:pt x="9974" y="13064"/>
                  </a:cubicBezTo>
                  <a:cubicBezTo>
                    <a:pt x="10006" y="13064"/>
                    <a:pt x="10075" y="13032"/>
                    <a:pt x="10118" y="13032"/>
                  </a:cubicBezTo>
                  <a:cubicBezTo>
                    <a:pt x="10150" y="13032"/>
                    <a:pt x="10168" y="13050"/>
                    <a:pt x="10147" y="13112"/>
                  </a:cubicBezTo>
                  <a:cubicBezTo>
                    <a:pt x="9908" y="13151"/>
                    <a:pt x="10008" y="13350"/>
                    <a:pt x="9889" y="13569"/>
                  </a:cubicBezTo>
                  <a:lnTo>
                    <a:pt x="9789" y="13490"/>
                  </a:lnTo>
                  <a:lnTo>
                    <a:pt x="9789" y="13490"/>
                  </a:lnTo>
                  <a:cubicBezTo>
                    <a:pt x="9312" y="13927"/>
                    <a:pt x="9889" y="13788"/>
                    <a:pt x="9431" y="14166"/>
                  </a:cubicBezTo>
                  <a:lnTo>
                    <a:pt x="9451" y="13868"/>
                  </a:lnTo>
                  <a:lnTo>
                    <a:pt x="9292" y="14126"/>
                  </a:lnTo>
                  <a:lnTo>
                    <a:pt x="9232" y="13987"/>
                  </a:lnTo>
                  <a:cubicBezTo>
                    <a:pt x="9093" y="14305"/>
                    <a:pt x="9013" y="14365"/>
                    <a:pt x="8774" y="14584"/>
                  </a:cubicBezTo>
                  <a:cubicBezTo>
                    <a:pt x="8894" y="14584"/>
                    <a:pt x="8934" y="14763"/>
                    <a:pt x="8735" y="14982"/>
                  </a:cubicBezTo>
                  <a:cubicBezTo>
                    <a:pt x="8702" y="15000"/>
                    <a:pt x="8681" y="15006"/>
                    <a:pt x="8666" y="15006"/>
                  </a:cubicBezTo>
                  <a:cubicBezTo>
                    <a:pt x="8634" y="15006"/>
                    <a:pt x="8634" y="14976"/>
                    <a:pt x="8620" y="14976"/>
                  </a:cubicBezTo>
                  <a:cubicBezTo>
                    <a:pt x="8606" y="14976"/>
                    <a:pt x="8575" y="15009"/>
                    <a:pt x="8476" y="15141"/>
                  </a:cubicBezTo>
                  <a:cubicBezTo>
                    <a:pt x="8476" y="15022"/>
                    <a:pt x="8456" y="14882"/>
                    <a:pt x="8655" y="14823"/>
                  </a:cubicBezTo>
                  <a:cubicBezTo>
                    <a:pt x="8635" y="14783"/>
                    <a:pt x="8655" y="14703"/>
                    <a:pt x="8635" y="14664"/>
                  </a:cubicBezTo>
                  <a:cubicBezTo>
                    <a:pt x="8436" y="14763"/>
                    <a:pt x="8297" y="15042"/>
                    <a:pt x="8197" y="15161"/>
                  </a:cubicBezTo>
                  <a:cubicBezTo>
                    <a:pt x="8237" y="15121"/>
                    <a:pt x="8277" y="15062"/>
                    <a:pt x="8317" y="15062"/>
                  </a:cubicBezTo>
                  <a:lnTo>
                    <a:pt x="8078" y="15619"/>
                  </a:lnTo>
                  <a:cubicBezTo>
                    <a:pt x="8068" y="15621"/>
                    <a:pt x="8058" y="15622"/>
                    <a:pt x="8050" y="15622"/>
                  </a:cubicBezTo>
                  <a:cubicBezTo>
                    <a:pt x="7983" y="15622"/>
                    <a:pt x="8001" y="15551"/>
                    <a:pt x="8018" y="15479"/>
                  </a:cubicBezTo>
                  <a:lnTo>
                    <a:pt x="8018" y="15479"/>
                  </a:lnTo>
                  <a:cubicBezTo>
                    <a:pt x="7959" y="15579"/>
                    <a:pt x="7939" y="15678"/>
                    <a:pt x="7839" y="15818"/>
                  </a:cubicBezTo>
                  <a:cubicBezTo>
                    <a:pt x="7801" y="15722"/>
                    <a:pt x="7708" y="15663"/>
                    <a:pt x="7806" y="15466"/>
                  </a:cubicBezTo>
                  <a:lnTo>
                    <a:pt x="7806" y="15466"/>
                  </a:lnTo>
                  <a:lnTo>
                    <a:pt x="7561" y="15937"/>
                  </a:lnTo>
                  <a:cubicBezTo>
                    <a:pt x="7514" y="15937"/>
                    <a:pt x="7372" y="16021"/>
                    <a:pt x="7320" y="16021"/>
                  </a:cubicBezTo>
                  <a:cubicBezTo>
                    <a:pt x="7305" y="16021"/>
                    <a:pt x="7298" y="16014"/>
                    <a:pt x="7302" y="15997"/>
                  </a:cubicBezTo>
                  <a:lnTo>
                    <a:pt x="7302" y="15997"/>
                  </a:lnTo>
                  <a:cubicBezTo>
                    <a:pt x="7043" y="16196"/>
                    <a:pt x="6964" y="16693"/>
                    <a:pt x="6626" y="16952"/>
                  </a:cubicBezTo>
                  <a:cubicBezTo>
                    <a:pt x="6626" y="16991"/>
                    <a:pt x="6626" y="17031"/>
                    <a:pt x="6566" y="17111"/>
                  </a:cubicBezTo>
                  <a:cubicBezTo>
                    <a:pt x="6307" y="17389"/>
                    <a:pt x="5989" y="17549"/>
                    <a:pt x="5810" y="17986"/>
                  </a:cubicBezTo>
                  <a:lnTo>
                    <a:pt x="5492" y="18066"/>
                  </a:lnTo>
                  <a:cubicBezTo>
                    <a:pt x="5424" y="18167"/>
                    <a:pt x="5450" y="18186"/>
                    <a:pt x="5502" y="18186"/>
                  </a:cubicBezTo>
                  <a:cubicBezTo>
                    <a:pt x="5532" y="18186"/>
                    <a:pt x="5570" y="18180"/>
                    <a:pt x="5603" y="18180"/>
                  </a:cubicBezTo>
                  <a:cubicBezTo>
                    <a:pt x="5680" y="18180"/>
                    <a:pt x="5727" y="18214"/>
                    <a:pt x="5571" y="18444"/>
                  </a:cubicBezTo>
                  <a:cubicBezTo>
                    <a:pt x="5485" y="18574"/>
                    <a:pt x="5432" y="18612"/>
                    <a:pt x="5394" y="18612"/>
                  </a:cubicBezTo>
                  <a:cubicBezTo>
                    <a:pt x="5338" y="18612"/>
                    <a:pt x="5312" y="18531"/>
                    <a:pt x="5254" y="18531"/>
                  </a:cubicBezTo>
                  <a:cubicBezTo>
                    <a:pt x="5242" y="18531"/>
                    <a:pt x="5229" y="18534"/>
                    <a:pt x="5213" y="18543"/>
                  </a:cubicBezTo>
                  <a:cubicBezTo>
                    <a:pt x="5153" y="18762"/>
                    <a:pt x="5054" y="19160"/>
                    <a:pt x="4696" y="19359"/>
                  </a:cubicBezTo>
                  <a:cubicBezTo>
                    <a:pt x="4755" y="19240"/>
                    <a:pt x="4835" y="19180"/>
                    <a:pt x="4895" y="19081"/>
                  </a:cubicBezTo>
                  <a:lnTo>
                    <a:pt x="4895" y="19081"/>
                  </a:lnTo>
                  <a:lnTo>
                    <a:pt x="4636" y="19220"/>
                  </a:lnTo>
                  <a:cubicBezTo>
                    <a:pt x="4716" y="18932"/>
                    <a:pt x="4873" y="18773"/>
                    <a:pt x="4777" y="18773"/>
                  </a:cubicBezTo>
                  <a:cubicBezTo>
                    <a:pt x="4753" y="18773"/>
                    <a:pt x="4715" y="18782"/>
                    <a:pt x="4656" y="18802"/>
                  </a:cubicBezTo>
                  <a:cubicBezTo>
                    <a:pt x="4895" y="19081"/>
                    <a:pt x="3940" y="19697"/>
                    <a:pt x="4178" y="19956"/>
                  </a:cubicBezTo>
                  <a:lnTo>
                    <a:pt x="3999" y="20055"/>
                  </a:lnTo>
                  <a:cubicBezTo>
                    <a:pt x="4039" y="20016"/>
                    <a:pt x="4039" y="19996"/>
                    <a:pt x="4079" y="19956"/>
                  </a:cubicBezTo>
                  <a:lnTo>
                    <a:pt x="4079" y="19956"/>
                  </a:lnTo>
                  <a:cubicBezTo>
                    <a:pt x="3701" y="20135"/>
                    <a:pt x="4079" y="20334"/>
                    <a:pt x="3721" y="20672"/>
                  </a:cubicBezTo>
                  <a:cubicBezTo>
                    <a:pt x="3648" y="20733"/>
                    <a:pt x="3576" y="20778"/>
                    <a:pt x="3539" y="20778"/>
                  </a:cubicBezTo>
                  <a:cubicBezTo>
                    <a:pt x="3515" y="20778"/>
                    <a:pt x="3506" y="20759"/>
                    <a:pt x="3522" y="20712"/>
                  </a:cubicBezTo>
                  <a:lnTo>
                    <a:pt x="3522" y="20712"/>
                  </a:lnTo>
                  <a:lnTo>
                    <a:pt x="3343" y="21050"/>
                  </a:lnTo>
                  <a:cubicBezTo>
                    <a:pt x="3319" y="21082"/>
                    <a:pt x="3298" y="21095"/>
                    <a:pt x="3284" y="21095"/>
                  </a:cubicBezTo>
                  <a:cubicBezTo>
                    <a:pt x="3264" y="21095"/>
                    <a:pt x="3259" y="21066"/>
                    <a:pt x="3283" y="21030"/>
                  </a:cubicBezTo>
                  <a:lnTo>
                    <a:pt x="3283" y="21030"/>
                  </a:lnTo>
                  <a:lnTo>
                    <a:pt x="2965" y="21448"/>
                  </a:lnTo>
                  <a:lnTo>
                    <a:pt x="2945" y="21428"/>
                  </a:lnTo>
                  <a:cubicBezTo>
                    <a:pt x="2945" y="21528"/>
                    <a:pt x="2885" y="21727"/>
                    <a:pt x="2845" y="21826"/>
                  </a:cubicBezTo>
                  <a:cubicBezTo>
                    <a:pt x="2821" y="21842"/>
                    <a:pt x="2808" y="21849"/>
                    <a:pt x="2801" y="21849"/>
                  </a:cubicBezTo>
                  <a:cubicBezTo>
                    <a:pt x="2774" y="21849"/>
                    <a:pt x="2853" y="21747"/>
                    <a:pt x="2806" y="21747"/>
                  </a:cubicBezTo>
                  <a:lnTo>
                    <a:pt x="2666" y="22045"/>
                  </a:lnTo>
                  <a:cubicBezTo>
                    <a:pt x="2660" y="22046"/>
                    <a:pt x="2654" y="22046"/>
                    <a:pt x="2649" y="22046"/>
                  </a:cubicBezTo>
                  <a:cubicBezTo>
                    <a:pt x="2517" y="22046"/>
                    <a:pt x="2633" y="21820"/>
                    <a:pt x="2786" y="21667"/>
                  </a:cubicBezTo>
                  <a:cubicBezTo>
                    <a:pt x="2769" y="21666"/>
                    <a:pt x="2754" y="21666"/>
                    <a:pt x="2740" y="21666"/>
                  </a:cubicBezTo>
                  <a:cubicBezTo>
                    <a:pt x="2331" y="21666"/>
                    <a:pt x="2647" y="21937"/>
                    <a:pt x="2089" y="22264"/>
                  </a:cubicBezTo>
                  <a:lnTo>
                    <a:pt x="2248" y="22005"/>
                  </a:lnTo>
                  <a:cubicBezTo>
                    <a:pt x="1970" y="22005"/>
                    <a:pt x="1870" y="22244"/>
                    <a:pt x="1552" y="22403"/>
                  </a:cubicBezTo>
                  <a:cubicBezTo>
                    <a:pt x="1629" y="22390"/>
                    <a:pt x="1893" y="22271"/>
                    <a:pt x="2031" y="22271"/>
                  </a:cubicBezTo>
                  <a:cubicBezTo>
                    <a:pt x="2100" y="22271"/>
                    <a:pt x="2137" y="22301"/>
                    <a:pt x="2105" y="22387"/>
                  </a:cubicBezTo>
                  <a:lnTo>
                    <a:pt x="2105" y="22387"/>
                  </a:lnTo>
                  <a:cubicBezTo>
                    <a:pt x="2141" y="22299"/>
                    <a:pt x="2182" y="22164"/>
                    <a:pt x="2268" y="22164"/>
                  </a:cubicBezTo>
                  <a:cubicBezTo>
                    <a:pt x="2328" y="22344"/>
                    <a:pt x="2229" y="22344"/>
                    <a:pt x="2089" y="22423"/>
                  </a:cubicBezTo>
                  <a:cubicBezTo>
                    <a:pt x="2010" y="22483"/>
                    <a:pt x="1910" y="22562"/>
                    <a:pt x="1831" y="22761"/>
                  </a:cubicBezTo>
                  <a:cubicBezTo>
                    <a:pt x="1811" y="22746"/>
                    <a:pt x="1792" y="22738"/>
                    <a:pt x="1773" y="22738"/>
                  </a:cubicBezTo>
                  <a:cubicBezTo>
                    <a:pt x="1697" y="22738"/>
                    <a:pt x="1620" y="22856"/>
                    <a:pt x="1492" y="23000"/>
                  </a:cubicBezTo>
                  <a:lnTo>
                    <a:pt x="1393" y="22881"/>
                  </a:lnTo>
                  <a:cubicBezTo>
                    <a:pt x="1254" y="23100"/>
                    <a:pt x="1333" y="23139"/>
                    <a:pt x="1293" y="23299"/>
                  </a:cubicBezTo>
                  <a:cubicBezTo>
                    <a:pt x="1179" y="23401"/>
                    <a:pt x="1085" y="23432"/>
                    <a:pt x="1002" y="23432"/>
                  </a:cubicBezTo>
                  <a:cubicBezTo>
                    <a:pt x="941" y="23432"/>
                    <a:pt x="887" y="23415"/>
                    <a:pt x="836" y="23398"/>
                  </a:cubicBezTo>
                  <a:cubicBezTo>
                    <a:pt x="727" y="23514"/>
                    <a:pt x="745" y="23535"/>
                    <a:pt x="796" y="23535"/>
                  </a:cubicBezTo>
                  <a:cubicBezTo>
                    <a:pt x="826" y="23535"/>
                    <a:pt x="866" y="23528"/>
                    <a:pt x="900" y="23528"/>
                  </a:cubicBezTo>
                  <a:cubicBezTo>
                    <a:pt x="969" y="23528"/>
                    <a:pt x="1012" y="23557"/>
                    <a:pt x="876" y="23736"/>
                  </a:cubicBezTo>
                  <a:cubicBezTo>
                    <a:pt x="796" y="23776"/>
                    <a:pt x="736" y="23836"/>
                    <a:pt x="677" y="23895"/>
                  </a:cubicBezTo>
                  <a:cubicBezTo>
                    <a:pt x="657" y="23935"/>
                    <a:pt x="637" y="23955"/>
                    <a:pt x="597" y="23995"/>
                  </a:cubicBezTo>
                  <a:cubicBezTo>
                    <a:pt x="557" y="24035"/>
                    <a:pt x="517" y="24075"/>
                    <a:pt x="478" y="24134"/>
                  </a:cubicBezTo>
                  <a:cubicBezTo>
                    <a:pt x="398" y="24234"/>
                    <a:pt x="318" y="24333"/>
                    <a:pt x="239" y="24453"/>
                  </a:cubicBezTo>
                  <a:cubicBezTo>
                    <a:pt x="219" y="24512"/>
                    <a:pt x="120" y="24552"/>
                    <a:pt x="239" y="24651"/>
                  </a:cubicBezTo>
                  <a:cubicBezTo>
                    <a:pt x="279" y="24691"/>
                    <a:pt x="318" y="24731"/>
                    <a:pt x="358" y="24771"/>
                  </a:cubicBezTo>
                  <a:cubicBezTo>
                    <a:pt x="378" y="24811"/>
                    <a:pt x="338" y="24831"/>
                    <a:pt x="338" y="24850"/>
                  </a:cubicBezTo>
                  <a:cubicBezTo>
                    <a:pt x="288" y="24926"/>
                    <a:pt x="266" y="24949"/>
                    <a:pt x="257" y="24949"/>
                  </a:cubicBezTo>
                  <a:cubicBezTo>
                    <a:pt x="240" y="24949"/>
                    <a:pt x="265" y="24875"/>
                    <a:pt x="254" y="24875"/>
                  </a:cubicBezTo>
                  <a:cubicBezTo>
                    <a:pt x="252" y="24875"/>
                    <a:pt x="247" y="24880"/>
                    <a:pt x="239" y="24890"/>
                  </a:cubicBezTo>
                  <a:cubicBezTo>
                    <a:pt x="219" y="24970"/>
                    <a:pt x="199" y="25030"/>
                    <a:pt x="179" y="25089"/>
                  </a:cubicBezTo>
                  <a:cubicBezTo>
                    <a:pt x="168" y="25113"/>
                    <a:pt x="156" y="25122"/>
                    <a:pt x="148" y="25122"/>
                  </a:cubicBezTo>
                  <a:cubicBezTo>
                    <a:pt x="143" y="25122"/>
                    <a:pt x="139" y="25117"/>
                    <a:pt x="139" y="25109"/>
                  </a:cubicBezTo>
                  <a:lnTo>
                    <a:pt x="139" y="25109"/>
                  </a:lnTo>
                  <a:cubicBezTo>
                    <a:pt x="80" y="25248"/>
                    <a:pt x="179" y="25149"/>
                    <a:pt x="80" y="25288"/>
                  </a:cubicBezTo>
                  <a:cubicBezTo>
                    <a:pt x="80" y="25308"/>
                    <a:pt x="60" y="25308"/>
                    <a:pt x="40" y="25328"/>
                  </a:cubicBezTo>
                  <a:cubicBezTo>
                    <a:pt x="40" y="25348"/>
                    <a:pt x="40" y="25348"/>
                    <a:pt x="40" y="25348"/>
                  </a:cubicBezTo>
                  <a:cubicBezTo>
                    <a:pt x="20" y="25368"/>
                    <a:pt x="20" y="25368"/>
                    <a:pt x="20" y="25368"/>
                  </a:cubicBezTo>
                  <a:lnTo>
                    <a:pt x="0" y="25368"/>
                  </a:lnTo>
                  <a:lnTo>
                    <a:pt x="20" y="25388"/>
                  </a:lnTo>
                  <a:cubicBezTo>
                    <a:pt x="40" y="25427"/>
                    <a:pt x="60" y="25467"/>
                    <a:pt x="80" y="25527"/>
                  </a:cubicBezTo>
                  <a:cubicBezTo>
                    <a:pt x="120" y="25646"/>
                    <a:pt x="100" y="25825"/>
                    <a:pt x="159" y="25965"/>
                  </a:cubicBezTo>
                  <a:cubicBezTo>
                    <a:pt x="259" y="26004"/>
                    <a:pt x="358" y="26044"/>
                    <a:pt x="458" y="26064"/>
                  </a:cubicBezTo>
                  <a:cubicBezTo>
                    <a:pt x="537" y="26164"/>
                    <a:pt x="318" y="26104"/>
                    <a:pt x="279" y="26164"/>
                  </a:cubicBezTo>
                  <a:cubicBezTo>
                    <a:pt x="1094" y="26442"/>
                    <a:pt x="995" y="26422"/>
                    <a:pt x="1453" y="26462"/>
                  </a:cubicBezTo>
                  <a:cubicBezTo>
                    <a:pt x="1512" y="26542"/>
                    <a:pt x="1671" y="26661"/>
                    <a:pt x="1811" y="26780"/>
                  </a:cubicBezTo>
                  <a:cubicBezTo>
                    <a:pt x="1652" y="26621"/>
                    <a:pt x="1711" y="26581"/>
                    <a:pt x="1831" y="26562"/>
                  </a:cubicBezTo>
                  <a:cubicBezTo>
                    <a:pt x="1950" y="26542"/>
                    <a:pt x="2109" y="26542"/>
                    <a:pt x="2229" y="26542"/>
                  </a:cubicBezTo>
                  <a:cubicBezTo>
                    <a:pt x="2229" y="26542"/>
                    <a:pt x="2209" y="26522"/>
                    <a:pt x="2209" y="26502"/>
                  </a:cubicBezTo>
                  <a:lnTo>
                    <a:pt x="2209" y="26502"/>
                  </a:lnTo>
                  <a:lnTo>
                    <a:pt x="2288" y="26542"/>
                  </a:lnTo>
                  <a:lnTo>
                    <a:pt x="2229" y="26542"/>
                  </a:lnTo>
                  <a:cubicBezTo>
                    <a:pt x="2248" y="26562"/>
                    <a:pt x="2268" y="26601"/>
                    <a:pt x="2288" y="26621"/>
                  </a:cubicBezTo>
                  <a:cubicBezTo>
                    <a:pt x="2308" y="26601"/>
                    <a:pt x="2328" y="26581"/>
                    <a:pt x="2348" y="26581"/>
                  </a:cubicBezTo>
                  <a:lnTo>
                    <a:pt x="2408" y="26621"/>
                  </a:lnTo>
                  <a:cubicBezTo>
                    <a:pt x="2408" y="26621"/>
                    <a:pt x="2447" y="26562"/>
                    <a:pt x="2507" y="26502"/>
                  </a:cubicBezTo>
                  <a:lnTo>
                    <a:pt x="2507" y="26502"/>
                  </a:lnTo>
                  <a:cubicBezTo>
                    <a:pt x="2527" y="26562"/>
                    <a:pt x="2507" y="26661"/>
                    <a:pt x="2467" y="26800"/>
                  </a:cubicBezTo>
                  <a:lnTo>
                    <a:pt x="2447" y="26800"/>
                  </a:lnTo>
                  <a:cubicBezTo>
                    <a:pt x="2447" y="26800"/>
                    <a:pt x="2427" y="26780"/>
                    <a:pt x="2427" y="26780"/>
                  </a:cubicBezTo>
                  <a:lnTo>
                    <a:pt x="2368" y="26721"/>
                  </a:lnTo>
                  <a:lnTo>
                    <a:pt x="2288" y="26621"/>
                  </a:lnTo>
                  <a:cubicBezTo>
                    <a:pt x="2189" y="26681"/>
                    <a:pt x="2069" y="26741"/>
                    <a:pt x="2089" y="26860"/>
                  </a:cubicBezTo>
                  <a:cubicBezTo>
                    <a:pt x="2109" y="26860"/>
                    <a:pt x="2189" y="26880"/>
                    <a:pt x="2268" y="26900"/>
                  </a:cubicBezTo>
                  <a:cubicBezTo>
                    <a:pt x="2229" y="26920"/>
                    <a:pt x="2209" y="26940"/>
                    <a:pt x="2229" y="26959"/>
                  </a:cubicBezTo>
                  <a:cubicBezTo>
                    <a:pt x="2238" y="26979"/>
                    <a:pt x="2258" y="26984"/>
                    <a:pt x="2286" y="26984"/>
                  </a:cubicBezTo>
                  <a:cubicBezTo>
                    <a:pt x="2313" y="26984"/>
                    <a:pt x="2348" y="26979"/>
                    <a:pt x="2388" y="26979"/>
                  </a:cubicBezTo>
                  <a:lnTo>
                    <a:pt x="2467" y="27139"/>
                  </a:lnTo>
                  <a:lnTo>
                    <a:pt x="2507" y="27218"/>
                  </a:lnTo>
                  <a:cubicBezTo>
                    <a:pt x="2527" y="27238"/>
                    <a:pt x="2547" y="27238"/>
                    <a:pt x="2547" y="27238"/>
                  </a:cubicBezTo>
                  <a:lnTo>
                    <a:pt x="2547" y="27119"/>
                  </a:lnTo>
                  <a:cubicBezTo>
                    <a:pt x="2766" y="26959"/>
                    <a:pt x="2985" y="26760"/>
                    <a:pt x="3203" y="26542"/>
                  </a:cubicBezTo>
                  <a:cubicBezTo>
                    <a:pt x="3243" y="26462"/>
                    <a:pt x="3283" y="26382"/>
                    <a:pt x="3323" y="26323"/>
                  </a:cubicBezTo>
                  <a:lnTo>
                    <a:pt x="3363" y="26144"/>
                  </a:lnTo>
                  <a:cubicBezTo>
                    <a:pt x="3382" y="26024"/>
                    <a:pt x="3422" y="25905"/>
                    <a:pt x="3462" y="25786"/>
                  </a:cubicBezTo>
                  <a:cubicBezTo>
                    <a:pt x="3542" y="25527"/>
                    <a:pt x="3641" y="25268"/>
                    <a:pt x="3840" y="24990"/>
                  </a:cubicBezTo>
                  <a:cubicBezTo>
                    <a:pt x="3840" y="25209"/>
                    <a:pt x="3979" y="25169"/>
                    <a:pt x="4099" y="25268"/>
                  </a:cubicBezTo>
                  <a:cubicBezTo>
                    <a:pt x="3860" y="25308"/>
                    <a:pt x="3800" y="25726"/>
                    <a:pt x="3542" y="25985"/>
                  </a:cubicBezTo>
                  <a:cubicBezTo>
                    <a:pt x="3599" y="25927"/>
                    <a:pt x="3639" y="25907"/>
                    <a:pt x="3666" y="25907"/>
                  </a:cubicBezTo>
                  <a:cubicBezTo>
                    <a:pt x="3704" y="25907"/>
                    <a:pt x="3713" y="25949"/>
                    <a:pt x="3701" y="25985"/>
                  </a:cubicBezTo>
                  <a:lnTo>
                    <a:pt x="3999" y="25388"/>
                  </a:lnTo>
                  <a:cubicBezTo>
                    <a:pt x="4024" y="25412"/>
                    <a:pt x="4047" y="25422"/>
                    <a:pt x="4070" y="25422"/>
                  </a:cubicBezTo>
                  <a:cubicBezTo>
                    <a:pt x="4142" y="25422"/>
                    <a:pt x="4213" y="25328"/>
                    <a:pt x="4318" y="25268"/>
                  </a:cubicBezTo>
                  <a:cubicBezTo>
                    <a:pt x="4039" y="25189"/>
                    <a:pt x="4497" y="24791"/>
                    <a:pt x="4616" y="24532"/>
                  </a:cubicBezTo>
                  <a:lnTo>
                    <a:pt x="4616" y="24532"/>
                  </a:lnTo>
                  <a:cubicBezTo>
                    <a:pt x="4696" y="24592"/>
                    <a:pt x="4716" y="24691"/>
                    <a:pt x="4497" y="24910"/>
                  </a:cubicBezTo>
                  <a:cubicBezTo>
                    <a:pt x="4875" y="24791"/>
                    <a:pt x="4556" y="24373"/>
                    <a:pt x="4895" y="24214"/>
                  </a:cubicBezTo>
                  <a:lnTo>
                    <a:pt x="4895" y="24214"/>
                  </a:lnTo>
                  <a:cubicBezTo>
                    <a:pt x="4855" y="24273"/>
                    <a:pt x="4815" y="24313"/>
                    <a:pt x="4835" y="24353"/>
                  </a:cubicBezTo>
                  <a:cubicBezTo>
                    <a:pt x="4885" y="24202"/>
                    <a:pt x="5132" y="23968"/>
                    <a:pt x="5198" y="23968"/>
                  </a:cubicBezTo>
                  <a:cubicBezTo>
                    <a:pt x="5210" y="23968"/>
                    <a:pt x="5216" y="23976"/>
                    <a:pt x="5213" y="23995"/>
                  </a:cubicBezTo>
                  <a:lnTo>
                    <a:pt x="5173" y="24055"/>
                  </a:lnTo>
                  <a:cubicBezTo>
                    <a:pt x="5531" y="23696"/>
                    <a:pt x="6188" y="22881"/>
                    <a:pt x="6068" y="22662"/>
                  </a:cubicBezTo>
                  <a:lnTo>
                    <a:pt x="6068" y="22662"/>
                  </a:lnTo>
                  <a:cubicBezTo>
                    <a:pt x="6108" y="22682"/>
                    <a:pt x="6228" y="22901"/>
                    <a:pt x="6248" y="22940"/>
                  </a:cubicBezTo>
                  <a:lnTo>
                    <a:pt x="6267" y="22125"/>
                  </a:lnTo>
                  <a:cubicBezTo>
                    <a:pt x="6327" y="22045"/>
                    <a:pt x="6387" y="21985"/>
                    <a:pt x="6447" y="21906"/>
                  </a:cubicBezTo>
                  <a:cubicBezTo>
                    <a:pt x="6645" y="22005"/>
                    <a:pt x="6864" y="22125"/>
                    <a:pt x="6725" y="22403"/>
                  </a:cubicBezTo>
                  <a:cubicBezTo>
                    <a:pt x="6825" y="22324"/>
                    <a:pt x="6944" y="22224"/>
                    <a:pt x="7063" y="21985"/>
                  </a:cubicBezTo>
                  <a:lnTo>
                    <a:pt x="7063" y="21985"/>
                  </a:lnTo>
                  <a:cubicBezTo>
                    <a:pt x="7044" y="22000"/>
                    <a:pt x="7015" y="22006"/>
                    <a:pt x="6982" y="22006"/>
                  </a:cubicBezTo>
                  <a:cubicBezTo>
                    <a:pt x="6878" y="22006"/>
                    <a:pt x="6739" y="21942"/>
                    <a:pt x="6785" y="21866"/>
                  </a:cubicBezTo>
                  <a:cubicBezTo>
                    <a:pt x="7141" y="21767"/>
                    <a:pt x="7005" y="21786"/>
                    <a:pt x="7396" y="21610"/>
                  </a:cubicBezTo>
                  <a:lnTo>
                    <a:pt x="7396" y="21610"/>
                  </a:lnTo>
                  <a:cubicBezTo>
                    <a:pt x="7387" y="21614"/>
                    <a:pt x="7378" y="21615"/>
                    <a:pt x="7369" y="21615"/>
                  </a:cubicBezTo>
                  <a:cubicBezTo>
                    <a:pt x="7260" y="21615"/>
                    <a:pt x="7155" y="21356"/>
                    <a:pt x="7282" y="21229"/>
                  </a:cubicBezTo>
                  <a:lnTo>
                    <a:pt x="7282" y="21229"/>
                  </a:lnTo>
                  <a:cubicBezTo>
                    <a:pt x="7302" y="21268"/>
                    <a:pt x="7510" y="21401"/>
                    <a:pt x="7502" y="21482"/>
                  </a:cubicBezTo>
                  <a:lnTo>
                    <a:pt x="7502" y="21482"/>
                  </a:lnTo>
                  <a:lnTo>
                    <a:pt x="7595" y="20940"/>
                  </a:lnTo>
                  <a:lnTo>
                    <a:pt x="7595" y="20940"/>
                  </a:lnTo>
                  <a:cubicBezTo>
                    <a:pt x="7591" y="21036"/>
                    <a:pt x="7714" y="21075"/>
                    <a:pt x="7829" y="21075"/>
                  </a:cubicBezTo>
                  <a:cubicBezTo>
                    <a:pt x="7853" y="21075"/>
                    <a:pt x="7877" y="21073"/>
                    <a:pt x="7899" y="21070"/>
                  </a:cubicBezTo>
                  <a:cubicBezTo>
                    <a:pt x="7819" y="21070"/>
                    <a:pt x="8177" y="20752"/>
                    <a:pt x="8257" y="20632"/>
                  </a:cubicBezTo>
                  <a:lnTo>
                    <a:pt x="8257" y="20632"/>
                  </a:lnTo>
                  <a:lnTo>
                    <a:pt x="8058" y="20732"/>
                  </a:lnTo>
                  <a:cubicBezTo>
                    <a:pt x="8456" y="20334"/>
                    <a:pt x="8098" y="20055"/>
                    <a:pt x="8476" y="19638"/>
                  </a:cubicBezTo>
                  <a:cubicBezTo>
                    <a:pt x="8476" y="19712"/>
                    <a:pt x="8576" y="19887"/>
                    <a:pt x="8710" y="19887"/>
                  </a:cubicBezTo>
                  <a:cubicBezTo>
                    <a:pt x="8755" y="19887"/>
                    <a:pt x="8804" y="19867"/>
                    <a:pt x="8854" y="19817"/>
                  </a:cubicBezTo>
                  <a:cubicBezTo>
                    <a:pt x="8854" y="19717"/>
                    <a:pt x="8794" y="19459"/>
                    <a:pt x="8794" y="19180"/>
                  </a:cubicBezTo>
                  <a:cubicBezTo>
                    <a:pt x="8914" y="19021"/>
                    <a:pt x="9053" y="18862"/>
                    <a:pt x="9192" y="18703"/>
                  </a:cubicBezTo>
                  <a:lnTo>
                    <a:pt x="9192" y="18703"/>
                  </a:lnTo>
                  <a:cubicBezTo>
                    <a:pt x="9172" y="19041"/>
                    <a:pt x="9133" y="19399"/>
                    <a:pt x="9073" y="19618"/>
                  </a:cubicBezTo>
                  <a:cubicBezTo>
                    <a:pt x="9272" y="19518"/>
                    <a:pt x="9192" y="19658"/>
                    <a:pt x="9391" y="19399"/>
                  </a:cubicBezTo>
                  <a:cubicBezTo>
                    <a:pt x="9396" y="19398"/>
                    <a:pt x="9400" y="19398"/>
                    <a:pt x="9404" y="19398"/>
                  </a:cubicBezTo>
                  <a:cubicBezTo>
                    <a:pt x="9500" y="19398"/>
                    <a:pt x="9369" y="19621"/>
                    <a:pt x="9312" y="19697"/>
                  </a:cubicBezTo>
                  <a:lnTo>
                    <a:pt x="9829" y="19160"/>
                  </a:lnTo>
                  <a:cubicBezTo>
                    <a:pt x="9670" y="19081"/>
                    <a:pt x="10048" y="18623"/>
                    <a:pt x="9928" y="18563"/>
                  </a:cubicBezTo>
                  <a:lnTo>
                    <a:pt x="9928" y="18563"/>
                  </a:lnTo>
                  <a:lnTo>
                    <a:pt x="9550" y="19280"/>
                  </a:lnTo>
                  <a:cubicBezTo>
                    <a:pt x="9391" y="19180"/>
                    <a:pt x="9471" y="18603"/>
                    <a:pt x="9829" y="18225"/>
                  </a:cubicBezTo>
                  <a:cubicBezTo>
                    <a:pt x="9837" y="18223"/>
                    <a:pt x="9845" y="18222"/>
                    <a:pt x="9852" y="18222"/>
                  </a:cubicBezTo>
                  <a:cubicBezTo>
                    <a:pt x="9971" y="18222"/>
                    <a:pt x="9992" y="18506"/>
                    <a:pt x="10048" y="18543"/>
                  </a:cubicBezTo>
                  <a:cubicBezTo>
                    <a:pt x="10048" y="18444"/>
                    <a:pt x="10286" y="18086"/>
                    <a:pt x="10346" y="18086"/>
                  </a:cubicBezTo>
                  <a:lnTo>
                    <a:pt x="10267" y="18305"/>
                  </a:lnTo>
                  <a:cubicBezTo>
                    <a:pt x="10505" y="18126"/>
                    <a:pt x="10406" y="17807"/>
                    <a:pt x="10744" y="17648"/>
                  </a:cubicBezTo>
                  <a:cubicBezTo>
                    <a:pt x="10844" y="17568"/>
                    <a:pt x="11162" y="17529"/>
                    <a:pt x="11082" y="17449"/>
                  </a:cubicBezTo>
                  <a:cubicBezTo>
                    <a:pt x="10923" y="17449"/>
                    <a:pt x="10665" y="17330"/>
                    <a:pt x="10485" y="17171"/>
                  </a:cubicBezTo>
                  <a:cubicBezTo>
                    <a:pt x="10585" y="17071"/>
                    <a:pt x="10665" y="16972"/>
                    <a:pt x="10764" y="16852"/>
                  </a:cubicBezTo>
                  <a:lnTo>
                    <a:pt x="10804" y="16912"/>
                  </a:lnTo>
                  <a:lnTo>
                    <a:pt x="10844" y="16852"/>
                  </a:lnTo>
                  <a:lnTo>
                    <a:pt x="10804" y="16812"/>
                  </a:lnTo>
                  <a:cubicBezTo>
                    <a:pt x="10883" y="16713"/>
                    <a:pt x="10983" y="16613"/>
                    <a:pt x="11062" y="16494"/>
                  </a:cubicBezTo>
                  <a:cubicBezTo>
                    <a:pt x="11198" y="16572"/>
                    <a:pt x="11126" y="16933"/>
                    <a:pt x="11288" y="16933"/>
                  </a:cubicBezTo>
                  <a:cubicBezTo>
                    <a:pt x="11292" y="16933"/>
                    <a:pt x="11297" y="16932"/>
                    <a:pt x="11301" y="16932"/>
                  </a:cubicBezTo>
                  <a:cubicBezTo>
                    <a:pt x="11261" y="16892"/>
                    <a:pt x="11281" y="16773"/>
                    <a:pt x="11301" y="16713"/>
                  </a:cubicBezTo>
                  <a:cubicBezTo>
                    <a:pt x="11318" y="16704"/>
                    <a:pt x="11332" y="16701"/>
                    <a:pt x="11343" y="16701"/>
                  </a:cubicBezTo>
                  <a:cubicBezTo>
                    <a:pt x="11383" y="16701"/>
                    <a:pt x="11397" y="16739"/>
                    <a:pt x="11426" y="16739"/>
                  </a:cubicBezTo>
                  <a:cubicBezTo>
                    <a:pt x="11448" y="16739"/>
                    <a:pt x="11480" y="16716"/>
                    <a:pt x="11540" y="16633"/>
                  </a:cubicBezTo>
                  <a:cubicBezTo>
                    <a:pt x="11468" y="16518"/>
                    <a:pt x="11699" y="16350"/>
                    <a:pt x="11680" y="16350"/>
                  </a:cubicBezTo>
                  <a:cubicBezTo>
                    <a:pt x="11673" y="16350"/>
                    <a:pt x="11629" y="16374"/>
                    <a:pt x="11520" y="16434"/>
                  </a:cubicBezTo>
                  <a:cubicBezTo>
                    <a:pt x="11639" y="16196"/>
                    <a:pt x="11719" y="16255"/>
                    <a:pt x="11918" y="15997"/>
                  </a:cubicBezTo>
                  <a:cubicBezTo>
                    <a:pt x="11819" y="15997"/>
                    <a:pt x="11799" y="15798"/>
                    <a:pt x="11838" y="15599"/>
                  </a:cubicBezTo>
                  <a:cubicBezTo>
                    <a:pt x="11898" y="15499"/>
                    <a:pt x="11978" y="15420"/>
                    <a:pt x="12057" y="15320"/>
                  </a:cubicBezTo>
                  <a:lnTo>
                    <a:pt x="12077" y="15320"/>
                  </a:lnTo>
                  <a:cubicBezTo>
                    <a:pt x="12435" y="14922"/>
                    <a:pt x="12694" y="14743"/>
                    <a:pt x="13012" y="14365"/>
                  </a:cubicBezTo>
                  <a:cubicBezTo>
                    <a:pt x="13068" y="14351"/>
                    <a:pt x="13184" y="14278"/>
                    <a:pt x="13240" y="14278"/>
                  </a:cubicBezTo>
                  <a:cubicBezTo>
                    <a:pt x="13264" y="14278"/>
                    <a:pt x="13277" y="14290"/>
                    <a:pt x="13271" y="14325"/>
                  </a:cubicBezTo>
                  <a:cubicBezTo>
                    <a:pt x="13291" y="14246"/>
                    <a:pt x="13291" y="14166"/>
                    <a:pt x="13390" y="14047"/>
                  </a:cubicBezTo>
                  <a:cubicBezTo>
                    <a:pt x="13436" y="14027"/>
                    <a:pt x="13465" y="14018"/>
                    <a:pt x="13481" y="14018"/>
                  </a:cubicBezTo>
                  <a:cubicBezTo>
                    <a:pt x="13568" y="14018"/>
                    <a:pt x="13283" y="14272"/>
                    <a:pt x="13424" y="14272"/>
                  </a:cubicBezTo>
                  <a:cubicBezTo>
                    <a:pt x="13436" y="14272"/>
                    <a:pt x="13451" y="14270"/>
                    <a:pt x="13470" y="14266"/>
                  </a:cubicBezTo>
                  <a:cubicBezTo>
                    <a:pt x="13410" y="14186"/>
                    <a:pt x="13629" y="13868"/>
                    <a:pt x="13729" y="13649"/>
                  </a:cubicBezTo>
                  <a:cubicBezTo>
                    <a:pt x="13721" y="13647"/>
                    <a:pt x="13712" y="13646"/>
                    <a:pt x="13704" y="13646"/>
                  </a:cubicBezTo>
                  <a:cubicBezTo>
                    <a:pt x="13534" y="13646"/>
                    <a:pt x="13366" y="14037"/>
                    <a:pt x="13271" y="14246"/>
                  </a:cubicBezTo>
                  <a:cubicBezTo>
                    <a:pt x="13211" y="14186"/>
                    <a:pt x="13191" y="14107"/>
                    <a:pt x="13171" y="13987"/>
                  </a:cubicBezTo>
                  <a:cubicBezTo>
                    <a:pt x="13530" y="13569"/>
                    <a:pt x="13888" y="13151"/>
                    <a:pt x="14226" y="12754"/>
                  </a:cubicBezTo>
                  <a:cubicBezTo>
                    <a:pt x="14524" y="12515"/>
                    <a:pt x="15062" y="11759"/>
                    <a:pt x="15479" y="11401"/>
                  </a:cubicBezTo>
                  <a:cubicBezTo>
                    <a:pt x="15499" y="11321"/>
                    <a:pt x="15559" y="11222"/>
                    <a:pt x="15539" y="11162"/>
                  </a:cubicBezTo>
                  <a:cubicBezTo>
                    <a:pt x="15997" y="10625"/>
                    <a:pt x="16454" y="10087"/>
                    <a:pt x="16872" y="9570"/>
                  </a:cubicBezTo>
                  <a:cubicBezTo>
                    <a:pt x="16892" y="9590"/>
                    <a:pt x="16912" y="9590"/>
                    <a:pt x="16932" y="9610"/>
                  </a:cubicBezTo>
                  <a:lnTo>
                    <a:pt x="17051" y="9351"/>
                  </a:lnTo>
                  <a:cubicBezTo>
                    <a:pt x="17051" y="9351"/>
                    <a:pt x="17071" y="9331"/>
                    <a:pt x="17071" y="9331"/>
                  </a:cubicBezTo>
                  <a:cubicBezTo>
                    <a:pt x="17088" y="9348"/>
                    <a:pt x="17077" y="9420"/>
                    <a:pt x="17107" y="9420"/>
                  </a:cubicBezTo>
                  <a:cubicBezTo>
                    <a:pt x="17113" y="9420"/>
                    <a:pt x="17121" y="9418"/>
                    <a:pt x="17131" y="9411"/>
                  </a:cubicBezTo>
                  <a:cubicBezTo>
                    <a:pt x="17111" y="9371"/>
                    <a:pt x="17111" y="9331"/>
                    <a:pt x="17131" y="9272"/>
                  </a:cubicBezTo>
                  <a:cubicBezTo>
                    <a:pt x="17230" y="9152"/>
                    <a:pt x="17310" y="9033"/>
                    <a:pt x="17409" y="8914"/>
                  </a:cubicBezTo>
                  <a:lnTo>
                    <a:pt x="17429" y="8914"/>
                  </a:lnTo>
                  <a:cubicBezTo>
                    <a:pt x="17429" y="8894"/>
                    <a:pt x="17429" y="8894"/>
                    <a:pt x="17429" y="8894"/>
                  </a:cubicBezTo>
                  <a:cubicBezTo>
                    <a:pt x="17509" y="8794"/>
                    <a:pt x="17588" y="8695"/>
                    <a:pt x="17668" y="8615"/>
                  </a:cubicBezTo>
                  <a:cubicBezTo>
                    <a:pt x="17668" y="8595"/>
                    <a:pt x="17688" y="8595"/>
                    <a:pt x="17708" y="8575"/>
                  </a:cubicBezTo>
                  <a:cubicBezTo>
                    <a:pt x="17708" y="8555"/>
                    <a:pt x="17748" y="8536"/>
                    <a:pt x="17748" y="8496"/>
                  </a:cubicBezTo>
                  <a:cubicBezTo>
                    <a:pt x="20255" y="5472"/>
                    <a:pt x="22264" y="2905"/>
                    <a:pt x="23040" y="1711"/>
                  </a:cubicBezTo>
                  <a:lnTo>
                    <a:pt x="23179" y="1651"/>
                  </a:lnTo>
                  <a:cubicBezTo>
                    <a:pt x="23159" y="1651"/>
                    <a:pt x="23120" y="1632"/>
                    <a:pt x="23100" y="1632"/>
                  </a:cubicBezTo>
                  <a:cubicBezTo>
                    <a:pt x="23199" y="1453"/>
                    <a:pt x="23279" y="1313"/>
                    <a:pt x="23338" y="1214"/>
                  </a:cubicBezTo>
                  <a:cubicBezTo>
                    <a:pt x="23338" y="1214"/>
                    <a:pt x="23060" y="1114"/>
                    <a:pt x="22742" y="975"/>
                  </a:cubicBezTo>
                  <a:cubicBezTo>
                    <a:pt x="22662" y="836"/>
                    <a:pt x="22602" y="677"/>
                    <a:pt x="22682" y="577"/>
                  </a:cubicBezTo>
                  <a:lnTo>
                    <a:pt x="22682" y="577"/>
                  </a:lnTo>
                  <a:cubicBezTo>
                    <a:pt x="22664" y="583"/>
                    <a:pt x="22647" y="585"/>
                    <a:pt x="22629" y="585"/>
                  </a:cubicBezTo>
                  <a:cubicBezTo>
                    <a:pt x="22587" y="585"/>
                    <a:pt x="22545" y="571"/>
                    <a:pt x="22503" y="557"/>
                  </a:cubicBezTo>
                  <a:cubicBezTo>
                    <a:pt x="22483" y="537"/>
                    <a:pt x="22463" y="537"/>
                    <a:pt x="22423" y="517"/>
                  </a:cubicBezTo>
                  <a:lnTo>
                    <a:pt x="22403" y="497"/>
                  </a:lnTo>
                  <a:lnTo>
                    <a:pt x="22383" y="478"/>
                  </a:lnTo>
                  <a:lnTo>
                    <a:pt x="22324" y="438"/>
                  </a:lnTo>
                  <a:cubicBezTo>
                    <a:pt x="22145" y="338"/>
                    <a:pt x="21906" y="179"/>
                    <a:pt x="21747" y="80"/>
                  </a:cubicBezTo>
                  <a:cubicBezTo>
                    <a:pt x="21727" y="60"/>
                    <a:pt x="21687" y="60"/>
                    <a:pt x="21667" y="40"/>
                  </a:cubicBezTo>
                  <a:cubicBezTo>
                    <a:pt x="21647" y="20"/>
                    <a:pt x="21647" y="0"/>
                    <a:pt x="2162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05" name="Google Shape;4105;p46"/>
          <p:cNvGrpSpPr/>
          <p:nvPr/>
        </p:nvGrpSpPr>
        <p:grpSpPr>
          <a:xfrm>
            <a:off x="600600" y="519300"/>
            <a:ext cx="7942800" cy="494700"/>
            <a:chOff x="600600" y="519300"/>
            <a:chExt cx="7942800" cy="494700"/>
          </a:xfrm>
        </p:grpSpPr>
        <p:sp>
          <p:nvSpPr>
            <p:cNvPr id="4106" name="Google Shape;4106;p46"/>
            <p:cNvSpPr/>
            <p:nvPr/>
          </p:nvSpPr>
          <p:spPr>
            <a:xfrm>
              <a:off x="600600" y="519300"/>
              <a:ext cx="7942800" cy="4947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07" name="Google Shape;4107;p46"/>
            <p:cNvGrpSpPr/>
            <p:nvPr/>
          </p:nvGrpSpPr>
          <p:grpSpPr>
            <a:xfrm>
              <a:off x="7542569" y="681111"/>
              <a:ext cx="789243" cy="171052"/>
              <a:chOff x="733775" y="310686"/>
              <a:chExt cx="789243" cy="171052"/>
            </a:xfrm>
          </p:grpSpPr>
          <p:sp>
            <p:nvSpPr>
              <p:cNvPr id="4108" name="Google Shape;4108;p46"/>
              <p:cNvSpPr/>
              <p:nvPr/>
            </p:nvSpPr>
            <p:spPr>
              <a:xfrm>
                <a:off x="1364945" y="310686"/>
                <a:ext cx="158072" cy="1710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x</a:t>
                </a:r>
              </a:p>
            </p:txBody>
          </p:sp>
          <p:sp>
            <p:nvSpPr>
              <p:cNvPr id="4109" name="Google Shape;4109;p46"/>
              <p:cNvSpPr/>
              <p:nvPr/>
            </p:nvSpPr>
            <p:spPr>
              <a:xfrm>
                <a:off x="733775" y="385383"/>
                <a:ext cx="155474" cy="21652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-</a:t>
                </a:r>
              </a:p>
            </p:txBody>
          </p:sp>
          <p:grpSp>
            <p:nvGrpSpPr>
              <p:cNvPr id="4110" name="Google Shape;4110;p46"/>
              <p:cNvGrpSpPr/>
              <p:nvPr/>
            </p:nvGrpSpPr>
            <p:grpSpPr>
              <a:xfrm>
                <a:off x="1015525" y="313175"/>
                <a:ext cx="184510" cy="164017"/>
                <a:chOff x="7228702" y="774508"/>
                <a:chExt cx="285046" cy="253347"/>
              </a:xfrm>
            </p:grpSpPr>
            <p:grpSp>
              <p:nvGrpSpPr>
                <p:cNvPr id="4111" name="Google Shape;4111;p46"/>
                <p:cNvGrpSpPr/>
                <p:nvPr/>
              </p:nvGrpSpPr>
              <p:grpSpPr>
                <a:xfrm>
                  <a:off x="7313001" y="774508"/>
                  <a:ext cx="200747" cy="228523"/>
                  <a:chOff x="7313001" y="774508"/>
                  <a:chExt cx="200747" cy="228523"/>
                </a:xfrm>
              </p:grpSpPr>
              <p:sp>
                <p:nvSpPr>
                  <p:cNvPr id="4112" name="Google Shape;4112;p46"/>
                  <p:cNvSpPr/>
                  <p:nvPr/>
                </p:nvSpPr>
                <p:spPr>
                  <a:xfrm>
                    <a:off x="7315737" y="774508"/>
                    <a:ext cx="198011" cy="22852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4113" name="Google Shape;4113;p46"/>
                  <p:cNvSpPr/>
                  <p:nvPr/>
                </p:nvSpPr>
                <p:spPr>
                  <a:xfrm>
                    <a:off x="7313001" y="778289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grpSp>
              <p:nvGrpSpPr>
                <p:cNvPr id="4114" name="Google Shape;4114;p46"/>
                <p:cNvGrpSpPr/>
                <p:nvPr/>
              </p:nvGrpSpPr>
              <p:grpSpPr>
                <a:xfrm>
                  <a:off x="7228702" y="809455"/>
                  <a:ext cx="200757" cy="218400"/>
                  <a:chOff x="7269477" y="781280"/>
                  <a:chExt cx="200757" cy="218400"/>
                </a:xfrm>
              </p:grpSpPr>
              <p:sp>
                <p:nvSpPr>
                  <p:cNvPr id="4115" name="Google Shape;4115;p46"/>
                  <p:cNvSpPr/>
                  <p:nvPr/>
                </p:nvSpPr>
                <p:spPr>
                  <a:xfrm>
                    <a:off x="7269477" y="781280"/>
                    <a:ext cx="200749" cy="217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360" h="9811" extrusionOk="0">
                        <a:moveTo>
                          <a:pt x="0" y="0"/>
                        </a:moveTo>
                        <a:lnTo>
                          <a:pt x="9360" y="0"/>
                        </a:lnTo>
                        <a:lnTo>
                          <a:pt x="9135" y="9811"/>
                        </a:lnTo>
                        <a:lnTo>
                          <a:pt x="57" y="9699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</p:sp>
              <p:sp>
                <p:nvSpPr>
                  <p:cNvPr id="4116" name="Google Shape;4116;p46"/>
                  <p:cNvSpPr/>
                  <p:nvPr/>
                </p:nvSpPr>
                <p:spPr>
                  <a:xfrm>
                    <a:off x="7269491" y="782465"/>
                    <a:ext cx="200743" cy="21721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6930" h="32566" extrusionOk="0">
                        <a:moveTo>
                          <a:pt x="30399" y="659"/>
                        </a:moveTo>
                        <a:cubicBezTo>
                          <a:pt x="35696" y="659"/>
                          <a:pt x="40992" y="748"/>
                          <a:pt x="46287" y="1032"/>
                        </a:cubicBezTo>
                        <a:cubicBezTo>
                          <a:pt x="46271" y="11283"/>
                          <a:pt x="46004" y="21534"/>
                          <a:pt x="46114" y="31801"/>
                        </a:cubicBezTo>
                        <a:cubicBezTo>
                          <a:pt x="40818" y="31890"/>
                          <a:pt x="35523" y="31916"/>
                          <a:pt x="30230" y="31916"/>
                        </a:cubicBezTo>
                        <a:cubicBezTo>
                          <a:pt x="22733" y="31916"/>
                          <a:pt x="15238" y="31864"/>
                          <a:pt x="7744" y="31864"/>
                        </a:cubicBezTo>
                        <a:cubicBezTo>
                          <a:pt x="5560" y="31864"/>
                          <a:pt x="3376" y="31868"/>
                          <a:pt x="1192" y="31879"/>
                        </a:cubicBezTo>
                        <a:cubicBezTo>
                          <a:pt x="925" y="21566"/>
                          <a:pt x="706" y="11252"/>
                          <a:pt x="659" y="923"/>
                        </a:cubicBezTo>
                        <a:lnTo>
                          <a:pt x="659" y="923"/>
                        </a:lnTo>
                        <a:cubicBezTo>
                          <a:pt x="1402" y="926"/>
                          <a:pt x="2145" y="928"/>
                          <a:pt x="2887" y="928"/>
                        </a:cubicBezTo>
                        <a:cubicBezTo>
                          <a:pt x="12055" y="928"/>
                          <a:pt x="21228" y="659"/>
                          <a:pt x="30399" y="659"/>
                        </a:cubicBezTo>
                        <a:close/>
                        <a:moveTo>
                          <a:pt x="30451" y="1"/>
                        </a:moveTo>
                        <a:cubicBezTo>
                          <a:pt x="21100" y="1"/>
                          <a:pt x="11743" y="284"/>
                          <a:pt x="2391" y="284"/>
                        </a:cubicBezTo>
                        <a:cubicBezTo>
                          <a:pt x="1792" y="284"/>
                          <a:pt x="1194" y="282"/>
                          <a:pt x="596" y="280"/>
                        </a:cubicBezTo>
                        <a:cubicBezTo>
                          <a:pt x="535" y="195"/>
                          <a:pt x="431" y="152"/>
                          <a:pt x="327" y="152"/>
                        </a:cubicBezTo>
                        <a:cubicBezTo>
                          <a:pt x="164" y="152"/>
                          <a:pt x="0" y="257"/>
                          <a:pt x="0" y="468"/>
                        </a:cubicBezTo>
                        <a:cubicBezTo>
                          <a:pt x="47" y="10986"/>
                          <a:pt x="267" y="21487"/>
                          <a:pt x="533" y="31989"/>
                        </a:cubicBezTo>
                        <a:cubicBezTo>
                          <a:pt x="533" y="32005"/>
                          <a:pt x="533" y="32020"/>
                          <a:pt x="549" y="32020"/>
                        </a:cubicBezTo>
                        <a:cubicBezTo>
                          <a:pt x="424" y="32224"/>
                          <a:pt x="518" y="32538"/>
                          <a:pt x="800" y="32538"/>
                        </a:cubicBezTo>
                        <a:cubicBezTo>
                          <a:pt x="3274" y="32522"/>
                          <a:pt x="5749" y="32517"/>
                          <a:pt x="8223" y="32517"/>
                        </a:cubicBezTo>
                        <a:cubicBezTo>
                          <a:pt x="15481" y="32517"/>
                          <a:pt x="22739" y="32566"/>
                          <a:pt x="29996" y="32566"/>
                        </a:cubicBezTo>
                        <a:cubicBezTo>
                          <a:pt x="35390" y="32566"/>
                          <a:pt x="40783" y="32539"/>
                          <a:pt x="46177" y="32444"/>
                        </a:cubicBezTo>
                        <a:cubicBezTo>
                          <a:pt x="46365" y="32444"/>
                          <a:pt x="46459" y="32318"/>
                          <a:pt x="46490" y="32162"/>
                        </a:cubicBezTo>
                        <a:cubicBezTo>
                          <a:pt x="46631" y="32146"/>
                          <a:pt x="46773" y="32052"/>
                          <a:pt x="46757" y="31848"/>
                        </a:cubicBezTo>
                        <a:cubicBezTo>
                          <a:pt x="46663" y="21409"/>
                          <a:pt x="46929" y="10954"/>
                          <a:pt x="46929" y="515"/>
                        </a:cubicBezTo>
                        <a:cubicBezTo>
                          <a:pt x="46929" y="300"/>
                          <a:pt x="46765" y="193"/>
                          <a:pt x="46602" y="193"/>
                        </a:cubicBezTo>
                        <a:cubicBezTo>
                          <a:pt x="46479" y="193"/>
                          <a:pt x="46356" y="253"/>
                          <a:pt x="46302" y="374"/>
                        </a:cubicBezTo>
                        <a:cubicBezTo>
                          <a:pt x="41022" y="91"/>
                          <a:pt x="35737" y="1"/>
                          <a:pt x="30451" y="1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w="9525" cap="flat" cmpd="sng">
                    <a:solidFill>
                      <a:schemeClr val="lt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</p:grpSp>
        </p:grpSp>
        <p:grpSp>
          <p:nvGrpSpPr>
            <p:cNvPr id="4117" name="Google Shape;4117;p46"/>
            <p:cNvGrpSpPr/>
            <p:nvPr/>
          </p:nvGrpSpPr>
          <p:grpSpPr>
            <a:xfrm>
              <a:off x="812189" y="664537"/>
              <a:ext cx="800559" cy="204209"/>
              <a:chOff x="747420" y="664537"/>
              <a:chExt cx="800559" cy="204209"/>
            </a:xfrm>
          </p:grpSpPr>
          <p:grpSp>
            <p:nvGrpSpPr>
              <p:cNvPr id="4118" name="Google Shape;4118;p46"/>
              <p:cNvGrpSpPr/>
              <p:nvPr/>
            </p:nvGrpSpPr>
            <p:grpSpPr>
              <a:xfrm>
                <a:off x="1339984" y="664537"/>
                <a:ext cx="207995" cy="204209"/>
                <a:chOff x="1541700" y="658850"/>
                <a:chExt cx="253838" cy="249218"/>
              </a:xfrm>
            </p:grpSpPr>
            <p:sp>
              <p:nvSpPr>
                <p:cNvPr id="4119" name="Google Shape;4119;p46"/>
                <p:cNvSpPr/>
                <p:nvPr/>
              </p:nvSpPr>
              <p:spPr>
                <a:xfrm>
                  <a:off x="1541700" y="658850"/>
                  <a:ext cx="253838" cy="2492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427" h="16128" extrusionOk="0">
                      <a:moveTo>
                        <a:pt x="6489" y="697"/>
                      </a:moveTo>
                      <a:cubicBezTo>
                        <a:pt x="6850" y="1277"/>
                        <a:pt x="7179" y="1857"/>
                        <a:pt x="7524" y="2437"/>
                      </a:cubicBezTo>
                      <a:cubicBezTo>
                        <a:pt x="7595" y="2553"/>
                        <a:pt x="7692" y="2598"/>
                        <a:pt x="7788" y="2598"/>
                      </a:cubicBezTo>
                      <a:cubicBezTo>
                        <a:pt x="7861" y="2598"/>
                        <a:pt x="7933" y="2572"/>
                        <a:pt x="7994" y="2531"/>
                      </a:cubicBezTo>
                      <a:lnTo>
                        <a:pt x="8088" y="2531"/>
                      </a:lnTo>
                      <a:cubicBezTo>
                        <a:pt x="8274" y="2499"/>
                        <a:pt x="8456" y="2485"/>
                        <a:pt x="8637" y="2485"/>
                      </a:cubicBezTo>
                      <a:cubicBezTo>
                        <a:pt x="9083" y="2485"/>
                        <a:pt x="9518" y="2574"/>
                        <a:pt x="9953" y="2719"/>
                      </a:cubicBezTo>
                      <a:cubicBezTo>
                        <a:pt x="9987" y="2730"/>
                        <a:pt x="10020" y="2741"/>
                        <a:pt x="10053" y="2741"/>
                      </a:cubicBezTo>
                      <a:cubicBezTo>
                        <a:pt x="10067" y="2741"/>
                        <a:pt x="10081" y="2739"/>
                        <a:pt x="10094" y="2735"/>
                      </a:cubicBezTo>
                      <a:cubicBezTo>
                        <a:pt x="10116" y="2738"/>
                        <a:pt x="10137" y="2740"/>
                        <a:pt x="10158" y="2740"/>
                      </a:cubicBezTo>
                      <a:cubicBezTo>
                        <a:pt x="10230" y="2740"/>
                        <a:pt x="10300" y="2717"/>
                        <a:pt x="10361" y="2656"/>
                      </a:cubicBezTo>
                      <a:cubicBezTo>
                        <a:pt x="10847" y="2186"/>
                        <a:pt x="11348" y="1747"/>
                        <a:pt x="11881" y="1340"/>
                      </a:cubicBezTo>
                      <a:cubicBezTo>
                        <a:pt x="12054" y="1434"/>
                        <a:pt x="12242" y="1528"/>
                        <a:pt x="12414" y="1638"/>
                      </a:cubicBezTo>
                      <a:cubicBezTo>
                        <a:pt x="12242" y="2249"/>
                        <a:pt x="12069" y="2845"/>
                        <a:pt x="11897" y="3456"/>
                      </a:cubicBezTo>
                      <a:cubicBezTo>
                        <a:pt x="11756" y="3581"/>
                        <a:pt x="11725" y="3848"/>
                        <a:pt x="11928" y="3973"/>
                      </a:cubicBezTo>
                      <a:cubicBezTo>
                        <a:pt x="12477" y="4334"/>
                        <a:pt x="12869" y="4820"/>
                        <a:pt x="13167" y="5399"/>
                      </a:cubicBezTo>
                      <a:cubicBezTo>
                        <a:pt x="13198" y="5431"/>
                        <a:pt x="13214" y="5462"/>
                        <a:pt x="13245" y="5494"/>
                      </a:cubicBezTo>
                      <a:cubicBezTo>
                        <a:pt x="13292" y="5572"/>
                        <a:pt x="13386" y="5635"/>
                        <a:pt x="13511" y="5635"/>
                      </a:cubicBezTo>
                      <a:cubicBezTo>
                        <a:pt x="14185" y="5635"/>
                        <a:pt x="14859" y="5650"/>
                        <a:pt x="15518" y="5697"/>
                      </a:cubicBezTo>
                      <a:cubicBezTo>
                        <a:pt x="15596" y="5901"/>
                        <a:pt x="15659" y="6089"/>
                        <a:pt x="15706" y="6293"/>
                      </a:cubicBezTo>
                      <a:cubicBezTo>
                        <a:pt x="15126" y="6653"/>
                        <a:pt x="14546" y="6983"/>
                        <a:pt x="13966" y="7343"/>
                      </a:cubicBezTo>
                      <a:cubicBezTo>
                        <a:pt x="13935" y="7359"/>
                        <a:pt x="13903" y="7374"/>
                        <a:pt x="13888" y="7406"/>
                      </a:cubicBezTo>
                      <a:cubicBezTo>
                        <a:pt x="13778" y="7469"/>
                        <a:pt x="13700" y="7594"/>
                        <a:pt x="13731" y="7766"/>
                      </a:cubicBezTo>
                      <a:cubicBezTo>
                        <a:pt x="13888" y="8393"/>
                        <a:pt x="13856" y="9005"/>
                        <a:pt x="13684" y="9632"/>
                      </a:cubicBezTo>
                      <a:cubicBezTo>
                        <a:pt x="13684" y="9663"/>
                        <a:pt x="13684" y="9694"/>
                        <a:pt x="13684" y="9726"/>
                      </a:cubicBezTo>
                      <a:cubicBezTo>
                        <a:pt x="13653" y="9835"/>
                        <a:pt x="13668" y="9945"/>
                        <a:pt x="13762" y="10039"/>
                      </a:cubicBezTo>
                      <a:cubicBezTo>
                        <a:pt x="14264" y="10494"/>
                        <a:pt x="14750" y="10980"/>
                        <a:pt x="15220" y="11465"/>
                      </a:cubicBezTo>
                      <a:cubicBezTo>
                        <a:pt x="15126" y="11669"/>
                        <a:pt x="15048" y="11842"/>
                        <a:pt x="14938" y="12030"/>
                      </a:cubicBezTo>
                      <a:cubicBezTo>
                        <a:pt x="14280" y="11904"/>
                        <a:pt x="13637" y="11748"/>
                        <a:pt x="12979" y="11622"/>
                      </a:cubicBezTo>
                      <a:cubicBezTo>
                        <a:pt x="12947" y="11614"/>
                        <a:pt x="12916" y="11610"/>
                        <a:pt x="12886" y="11610"/>
                      </a:cubicBezTo>
                      <a:cubicBezTo>
                        <a:pt x="12857" y="11610"/>
                        <a:pt x="12830" y="11614"/>
                        <a:pt x="12806" y="11622"/>
                      </a:cubicBezTo>
                      <a:cubicBezTo>
                        <a:pt x="12777" y="11615"/>
                        <a:pt x="12748" y="11611"/>
                        <a:pt x="12718" y="11611"/>
                      </a:cubicBezTo>
                      <a:cubicBezTo>
                        <a:pt x="12618" y="11611"/>
                        <a:pt x="12518" y="11655"/>
                        <a:pt x="12446" y="11763"/>
                      </a:cubicBezTo>
                      <a:cubicBezTo>
                        <a:pt x="12069" y="12281"/>
                        <a:pt x="11552" y="12672"/>
                        <a:pt x="10972" y="12939"/>
                      </a:cubicBezTo>
                      <a:cubicBezTo>
                        <a:pt x="10925" y="12970"/>
                        <a:pt x="10878" y="13002"/>
                        <a:pt x="10863" y="13033"/>
                      </a:cubicBezTo>
                      <a:cubicBezTo>
                        <a:pt x="10784" y="13080"/>
                        <a:pt x="10737" y="13158"/>
                        <a:pt x="10737" y="13268"/>
                      </a:cubicBezTo>
                      <a:cubicBezTo>
                        <a:pt x="10706" y="13942"/>
                        <a:pt x="10674" y="14616"/>
                        <a:pt x="10596" y="15274"/>
                      </a:cubicBezTo>
                      <a:cubicBezTo>
                        <a:pt x="10392" y="15337"/>
                        <a:pt x="10189" y="15384"/>
                        <a:pt x="9985" y="15431"/>
                      </a:cubicBezTo>
                      <a:cubicBezTo>
                        <a:pt x="9687" y="14882"/>
                        <a:pt x="9389" y="14334"/>
                        <a:pt x="9091" y="13785"/>
                      </a:cubicBezTo>
                      <a:cubicBezTo>
                        <a:pt x="9091" y="13616"/>
                        <a:pt x="8951" y="13434"/>
                        <a:pt x="8752" y="13434"/>
                      </a:cubicBezTo>
                      <a:cubicBezTo>
                        <a:pt x="8730" y="13434"/>
                        <a:pt x="8707" y="13436"/>
                        <a:pt x="8684" y="13440"/>
                      </a:cubicBezTo>
                      <a:cubicBezTo>
                        <a:pt x="8460" y="13484"/>
                        <a:pt x="8240" y="13505"/>
                        <a:pt x="8021" y="13505"/>
                      </a:cubicBezTo>
                      <a:cubicBezTo>
                        <a:pt x="7613" y="13505"/>
                        <a:pt x="7211" y="13432"/>
                        <a:pt x="6803" y="13299"/>
                      </a:cubicBezTo>
                      <a:cubicBezTo>
                        <a:pt x="6772" y="13284"/>
                        <a:pt x="6724" y="13284"/>
                        <a:pt x="6693" y="13284"/>
                      </a:cubicBezTo>
                      <a:cubicBezTo>
                        <a:pt x="6673" y="13280"/>
                        <a:pt x="6652" y="13278"/>
                        <a:pt x="6631" y="13278"/>
                      </a:cubicBezTo>
                      <a:cubicBezTo>
                        <a:pt x="6553" y="13278"/>
                        <a:pt x="6472" y="13304"/>
                        <a:pt x="6411" y="13378"/>
                      </a:cubicBezTo>
                      <a:cubicBezTo>
                        <a:pt x="5925" y="13848"/>
                        <a:pt x="5439" y="14303"/>
                        <a:pt x="4922" y="14741"/>
                      </a:cubicBezTo>
                      <a:cubicBezTo>
                        <a:pt x="4734" y="14663"/>
                        <a:pt x="4546" y="14553"/>
                        <a:pt x="4373" y="14444"/>
                      </a:cubicBezTo>
                      <a:cubicBezTo>
                        <a:pt x="4530" y="13801"/>
                        <a:pt x="4718" y="13143"/>
                        <a:pt x="4875" y="12500"/>
                      </a:cubicBezTo>
                      <a:cubicBezTo>
                        <a:pt x="4922" y="12312"/>
                        <a:pt x="4828" y="12186"/>
                        <a:pt x="4702" y="12124"/>
                      </a:cubicBezTo>
                      <a:cubicBezTo>
                        <a:pt x="4687" y="12092"/>
                        <a:pt x="4655" y="12077"/>
                        <a:pt x="4624" y="12061"/>
                      </a:cubicBezTo>
                      <a:cubicBezTo>
                        <a:pt x="4060" y="11716"/>
                        <a:pt x="3637" y="11262"/>
                        <a:pt x="3323" y="10697"/>
                      </a:cubicBezTo>
                      <a:cubicBezTo>
                        <a:pt x="3307" y="10666"/>
                        <a:pt x="3276" y="10635"/>
                        <a:pt x="3260" y="10619"/>
                      </a:cubicBezTo>
                      <a:cubicBezTo>
                        <a:pt x="3213" y="10525"/>
                        <a:pt x="3119" y="10462"/>
                        <a:pt x="2978" y="10462"/>
                      </a:cubicBezTo>
                      <a:cubicBezTo>
                        <a:pt x="2562" y="10482"/>
                        <a:pt x="2145" y="10495"/>
                        <a:pt x="1725" y="10495"/>
                      </a:cubicBezTo>
                      <a:cubicBezTo>
                        <a:pt x="1465" y="10495"/>
                        <a:pt x="1204" y="10490"/>
                        <a:pt x="941" y="10478"/>
                      </a:cubicBezTo>
                      <a:cubicBezTo>
                        <a:pt x="862" y="10290"/>
                        <a:pt x="800" y="10086"/>
                        <a:pt x="737" y="9898"/>
                      </a:cubicBezTo>
                      <a:cubicBezTo>
                        <a:pt x="1301" y="9522"/>
                        <a:pt x="1865" y="9161"/>
                        <a:pt x="2430" y="8785"/>
                      </a:cubicBezTo>
                      <a:cubicBezTo>
                        <a:pt x="2477" y="8754"/>
                        <a:pt x="2524" y="8707"/>
                        <a:pt x="2539" y="8660"/>
                      </a:cubicBezTo>
                      <a:cubicBezTo>
                        <a:pt x="2649" y="8581"/>
                        <a:pt x="2728" y="8456"/>
                        <a:pt x="2696" y="8299"/>
                      </a:cubicBezTo>
                      <a:cubicBezTo>
                        <a:pt x="2602" y="7672"/>
                        <a:pt x="2681" y="7045"/>
                        <a:pt x="2900" y="6450"/>
                      </a:cubicBezTo>
                      <a:cubicBezTo>
                        <a:pt x="2916" y="6387"/>
                        <a:pt x="2931" y="6340"/>
                        <a:pt x="2916" y="6293"/>
                      </a:cubicBezTo>
                      <a:cubicBezTo>
                        <a:pt x="2931" y="6215"/>
                        <a:pt x="2916" y="6121"/>
                        <a:pt x="2837" y="6042"/>
                      </a:cubicBezTo>
                      <a:cubicBezTo>
                        <a:pt x="2383" y="5541"/>
                        <a:pt x="1944" y="5039"/>
                        <a:pt x="1521" y="4522"/>
                      </a:cubicBezTo>
                      <a:cubicBezTo>
                        <a:pt x="1615" y="4334"/>
                        <a:pt x="1724" y="4161"/>
                        <a:pt x="1834" y="3973"/>
                      </a:cubicBezTo>
                      <a:cubicBezTo>
                        <a:pt x="2430" y="4146"/>
                        <a:pt x="3025" y="4334"/>
                        <a:pt x="3637" y="4506"/>
                      </a:cubicBezTo>
                      <a:cubicBezTo>
                        <a:pt x="3698" y="4575"/>
                        <a:pt x="3793" y="4618"/>
                        <a:pt x="3891" y="4618"/>
                      </a:cubicBezTo>
                      <a:cubicBezTo>
                        <a:pt x="3993" y="4618"/>
                        <a:pt x="4097" y="4571"/>
                        <a:pt x="4170" y="4459"/>
                      </a:cubicBezTo>
                      <a:cubicBezTo>
                        <a:pt x="4514" y="3926"/>
                        <a:pt x="5016" y="3534"/>
                        <a:pt x="5580" y="3236"/>
                      </a:cubicBezTo>
                      <a:cubicBezTo>
                        <a:pt x="5627" y="3205"/>
                        <a:pt x="5659" y="3189"/>
                        <a:pt x="5690" y="3158"/>
                      </a:cubicBezTo>
                      <a:cubicBezTo>
                        <a:pt x="5768" y="3111"/>
                        <a:pt x="5815" y="3017"/>
                        <a:pt x="5815" y="2892"/>
                      </a:cubicBezTo>
                      <a:cubicBezTo>
                        <a:pt x="5815" y="2218"/>
                        <a:pt x="5847" y="1559"/>
                        <a:pt x="5894" y="885"/>
                      </a:cubicBezTo>
                      <a:cubicBezTo>
                        <a:pt x="6098" y="807"/>
                        <a:pt x="6286" y="744"/>
                        <a:pt x="6489" y="697"/>
                      </a:cubicBezTo>
                      <a:close/>
                      <a:moveTo>
                        <a:pt x="6651" y="1"/>
                      </a:moveTo>
                      <a:cubicBezTo>
                        <a:pt x="6629" y="1"/>
                        <a:pt x="6607" y="3"/>
                        <a:pt x="6583" y="8"/>
                      </a:cubicBezTo>
                      <a:cubicBezTo>
                        <a:pt x="6223" y="86"/>
                        <a:pt x="5862" y="180"/>
                        <a:pt x="5518" y="321"/>
                      </a:cubicBezTo>
                      <a:cubicBezTo>
                        <a:pt x="5424" y="368"/>
                        <a:pt x="5345" y="431"/>
                        <a:pt x="5298" y="525"/>
                      </a:cubicBezTo>
                      <a:cubicBezTo>
                        <a:pt x="5298" y="525"/>
                        <a:pt x="5298" y="540"/>
                        <a:pt x="5298" y="540"/>
                      </a:cubicBezTo>
                      <a:cubicBezTo>
                        <a:pt x="5282" y="572"/>
                        <a:pt x="5267" y="619"/>
                        <a:pt x="5267" y="666"/>
                      </a:cubicBezTo>
                      <a:cubicBezTo>
                        <a:pt x="5204" y="1356"/>
                        <a:pt x="5173" y="2030"/>
                        <a:pt x="5173" y="2719"/>
                      </a:cubicBezTo>
                      <a:cubicBezTo>
                        <a:pt x="4640" y="3017"/>
                        <a:pt x="4170" y="3393"/>
                        <a:pt x="3809" y="3879"/>
                      </a:cubicBezTo>
                      <a:cubicBezTo>
                        <a:pt x="3166" y="3691"/>
                        <a:pt x="2524" y="3487"/>
                        <a:pt x="1881" y="3315"/>
                      </a:cubicBezTo>
                      <a:cubicBezTo>
                        <a:pt x="1881" y="3315"/>
                        <a:pt x="1865" y="3299"/>
                        <a:pt x="1865" y="3299"/>
                      </a:cubicBezTo>
                      <a:cubicBezTo>
                        <a:pt x="1813" y="3271"/>
                        <a:pt x="1761" y="3258"/>
                        <a:pt x="1711" y="3258"/>
                      </a:cubicBezTo>
                      <a:cubicBezTo>
                        <a:pt x="1595" y="3258"/>
                        <a:pt x="1488" y="3326"/>
                        <a:pt x="1411" y="3425"/>
                      </a:cubicBezTo>
                      <a:cubicBezTo>
                        <a:pt x="1207" y="3722"/>
                        <a:pt x="1019" y="4036"/>
                        <a:pt x="862" y="4381"/>
                      </a:cubicBezTo>
                      <a:cubicBezTo>
                        <a:pt x="815" y="4475"/>
                        <a:pt x="815" y="4569"/>
                        <a:pt x="847" y="4663"/>
                      </a:cubicBezTo>
                      <a:cubicBezTo>
                        <a:pt x="862" y="4710"/>
                        <a:pt x="878" y="4757"/>
                        <a:pt x="909" y="4804"/>
                      </a:cubicBezTo>
                      <a:cubicBezTo>
                        <a:pt x="1333" y="5337"/>
                        <a:pt x="1787" y="5854"/>
                        <a:pt x="2242" y="6356"/>
                      </a:cubicBezTo>
                      <a:cubicBezTo>
                        <a:pt x="2038" y="6983"/>
                        <a:pt x="1959" y="7610"/>
                        <a:pt x="2038" y="8252"/>
                      </a:cubicBezTo>
                      <a:cubicBezTo>
                        <a:pt x="1442" y="8660"/>
                        <a:pt x="831" y="9052"/>
                        <a:pt x="235" y="9443"/>
                      </a:cubicBezTo>
                      <a:cubicBezTo>
                        <a:pt x="94" y="9506"/>
                        <a:pt x="0" y="9647"/>
                        <a:pt x="47" y="9820"/>
                      </a:cubicBezTo>
                      <a:cubicBezTo>
                        <a:pt x="141" y="10212"/>
                        <a:pt x="267" y="10588"/>
                        <a:pt x="439" y="10948"/>
                      </a:cubicBezTo>
                      <a:cubicBezTo>
                        <a:pt x="470" y="11011"/>
                        <a:pt x="517" y="11058"/>
                        <a:pt x="596" y="11089"/>
                      </a:cubicBezTo>
                      <a:cubicBezTo>
                        <a:pt x="643" y="11105"/>
                        <a:pt x="690" y="11121"/>
                        <a:pt x="753" y="11121"/>
                      </a:cubicBezTo>
                      <a:cubicBezTo>
                        <a:pt x="1097" y="11136"/>
                        <a:pt x="1442" y="11144"/>
                        <a:pt x="1787" y="11144"/>
                      </a:cubicBezTo>
                      <a:cubicBezTo>
                        <a:pt x="2132" y="11144"/>
                        <a:pt x="2477" y="11136"/>
                        <a:pt x="2822" y="11121"/>
                      </a:cubicBezTo>
                      <a:cubicBezTo>
                        <a:pt x="3166" y="11701"/>
                        <a:pt x="3621" y="12186"/>
                        <a:pt x="4185" y="12547"/>
                      </a:cubicBezTo>
                      <a:cubicBezTo>
                        <a:pt x="4028" y="13190"/>
                        <a:pt x="3840" y="13832"/>
                        <a:pt x="3684" y="14491"/>
                      </a:cubicBezTo>
                      <a:cubicBezTo>
                        <a:pt x="3684" y="14491"/>
                        <a:pt x="3684" y="14491"/>
                        <a:pt x="3684" y="14506"/>
                      </a:cubicBezTo>
                      <a:cubicBezTo>
                        <a:pt x="3652" y="14632"/>
                        <a:pt x="3684" y="14773"/>
                        <a:pt x="3825" y="14882"/>
                      </a:cubicBezTo>
                      <a:cubicBezTo>
                        <a:pt x="4123" y="15086"/>
                        <a:pt x="4452" y="15259"/>
                        <a:pt x="4797" y="15400"/>
                      </a:cubicBezTo>
                      <a:cubicBezTo>
                        <a:pt x="4840" y="15426"/>
                        <a:pt x="4892" y="15437"/>
                        <a:pt x="4944" y="15437"/>
                      </a:cubicBezTo>
                      <a:cubicBezTo>
                        <a:pt x="4986" y="15437"/>
                        <a:pt x="5028" y="15429"/>
                        <a:pt x="5063" y="15415"/>
                      </a:cubicBezTo>
                      <a:cubicBezTo>
                        <a:pt x="5126" y="15415"/>
                        <a:pt x="5173" y="15384"/>
                        <a:pt x="5220" y="15353"/>
                      </a:cubicBezTo>
                      <a:cubicBezTo>
                        <a:pt x="5753" y="14914"/>
                        <a:pt x="6254" y="14444"/>
                        <a:pt x="6740" y="13958"/>
                      </a:cubicBezTo>
                      <a:cubicBezTo>
                        <a:pt x="7154" y="14081"/>
                        <a:pt x="7575" y="14148"/>
                        <a:pt x="8005" y="14148"/>
                      </a:cubicBezTo>
                      <a:cubicBezTo>
                        <a:pt x="8178" y="14148"/>
                        <a:pt x="8352" y="14137"/>
                        <a:pt x="8527" y="14114"/>
                      </a:cubicBezTo>
                      <a:cubicBezTo>
                        <a:pt x="8841" y="14710"/>
                        <a:pt x="9154" y="15290"/>
                        <a:pt x="9483" y="15870"/>
                      </a:cubicBezTo>
                      <a:cubicBezTo>
                        <a:pt x="9483" y="15886"/>
                        <a:pt x="9483" y="15886"/>
                        <a:pt x="9483" y="15886"/>
                      </a:cubicBezTo>
                      <a:cubicBezTo>
                        <a:pt x="9537" y="16047"/>
                        <a:pt x="9671" y="16127"/>
                        <a:pt x="9817" y="16127"/>
                      </a:cubicBezTo>
                      <a:cubicBezTo>
                        <a:pt x="9841" y="16127"/>
                        <a:pt x="9866" y="16125"/>
                        <a:pt x="9891" y="16121"/>
                      </a:cubicBezTo>
                      <a:cubicBezTo>
                        <a:pt x="10251" y="16058"/>
                        <a:pt x="10612" y="15964"/>
                        <a:pt x="10957" y="15839"/>
                      </a:cubicBezTo>
                      <a:cubicBezTo>
                        <a:pt x="11051" y="15807"/>
                        <a:pt x="11113" y="15745"/>
                        <a:pt x="11145" y="15666"/>
                      </a:cubicBezTo>
                      <a:cubicBezTo>
                        <a:pt x="11192" y="15619"/>
                        <a:pt x="11207" y="15572"/>
                        <a:pt x="11223" y="15509"/>
                      </a:cubicBezTo>
                      <a:cubicBezTo>
                        <a:pt x="11301" y="14820"/>
                        <a:pt x="11348" y="14146"/>
                        <a:pt x="11380" y="13456"/>
                      </a:cubicBezTo>
                      <a:cubicBezTo>
                        <a:pt x="11960" y="13174"/>
                        <a:pt x="12461" y="12766"/>
                        <a:pt x="12869" y="12265"/>
                      </a:cubicBezTo>
                      <a:cubicBezTo>
                        <a:pt x="13574" y="12406"/>
                        <a:pt x="14280" y="12563"/>
                        <a:pt x="14985" y="12704"/>
                      </a:cubicBezTo>
                      <a:cubicBezTo>
                        <a:pt x="15029" y="12718"/>
                        <a:pt x="15075" y="12727"/>
                        <a:pt x="15120" y="12727"/>
                      </a:cubicBezTo>
                      <a:cubicBezTo>
                        <a:pt x="15220" y="12727"/>
                        <a:pt x="15317" y="12686"/>
                        <a:pt x="15392" y="12578"/>
                      </a:cubicBezTo>
                      <a:cubicBezTo>
                        <a:pt x="15596" y="12233"/>
                        <a:pt x="15769" y="11873"/>
                        <a:pt x="15910" y="11512"/>
                      </a:cubicBezTo>
                      <a:cubicBezTo>
                        <a:pt x="15925" y="11434"/>
                        <a:pt x="15925" y="11356"/>
                        <a:pt x="15894" y="11293"/>
                      </a:cubicBezTo>
                      <a:cubicBezTo>
                        <a:pt x="15878" y="11246"/>
                        <a:pt x="15847" y="11199"/>
                        <a:pt x="15816" y="11152"/>
                      </a:cubicBezTo>
                      <a:cubicBezTo>
                        <a:pt x="15345" y="10650"/>
                        <a:pt x="14859" y="10164"/>
                        <a:pt x="14342" y="9694"/>
                      </a:cubicBezTo>
                      <a:cubicBezTo>
                        <a:pt x="14499" y="9067"/>
                        <a:pt x="14530" y="8456"/>
                        <a:pt x="14421" y="7829"/>
                      </a:cubicBezTo>
                      <a:cubicBezTo>
                        <a:pt x="15016" y="7469"/>
                        <a:pt x="15627" y="7124"/>
                        <a:pt x="16223" y="6747"/>
                      </a:cubicBezTo>
                      <a:lnTo>
                        <a:pt x="16239" y="6747"/>
                      </a:lnTo>
                      <a:cubicBezTo>
                        <a:pt x="16349" y="6669"/>
                        <a:pt x="16427" y="6544"/>
                        <a:pt x="16396" y="6387"/>
                      </a:cubicBezTo>
                      <a:cubicBezTo>
                        <a:pt x="16333" y="6026"/>
                        <a:pt x="16223" y="5666"/>
                        <a:pt x="16082" y="5321"/>
                      </a:cubicBezTo>
                      <a:cubicBezTo>
                        <a:pt x="16035" y="5227"/>
                        <a:pt x="15972" y="5149"/>
                        <a:pt x="15878" y="5102"/>
                      </a:cubicBezTo>
                      <a:cubicBezTo>
                        <a:pt x="15847" y="5086"/>
                        <a:pt x="15800" y="5070"/>
                        <a:pt x="15737" y="5070"/>
                      </a:cubicBezTo>
                      <a:cubicBezTo>
                        <a:pt x="15048" y="5008"/>
                        <a:pt x="14374" y="4976"/>
                        <a:pt x="13684" y="4976"/>
                      </a:cubicBezTo>
                      <a:cubicBezTo>
                        <a:pt x="13386" y="4443"/>
                        <a:pt x="13010" y="3989"/>
                        <a:pt x="12524" y="3613"/>
                      </a:cubicBezTo>
                      <a:cubicBezTo>
                        <a:pt x="12712" y="2970"/>
                        <a:pt x="12900" y="2327"/>
                        <a:pt x="13073" y="1685"/>
                      </a:cubicBezTo>
                      <a:lnTo>
                        <a:pt x="13088" y="1685"/>
                      </a:lnTo>
                      <a:cubicBezTo>
                        <a:pt x="13182" y="1512"/>
                        <a:pt x="13120" y="1340"/>
                        <a:pt x="12979" y="1230"/>
                      </a:cubicBezTo>
                      <a:cubicBezTo>
                        <a:pt x="12681" y="1011"/>
                        <a:pt x="12352" y="823"/>
                        <a:pt x="12022" y="666"/>
                      </a:cubicBezTo>
                      <a:cubicBezTo>
                        <a:pt x="11971" y="649"/>
                        <a:pt x="11914" y="636"/>
                        <a:pt x="11859" y="636"/>
                      </a:cubicBezTo>
                      <a:cubicBezTo>
                        <a:pt x="11813" y="636"/>
                        <a:pt x="11767" y="645"/>
                        <a:pt x="11725" y="666"/>
                      </a:cubicBezTo>
                      <a:cubicBezTo>
                        <a:pt x="11678" y="666"/>
                        <a:pt x="11631" y="697"/>
                        <a:pt x="11584" y="729"/>
                      </a:cubicBezTo>
                      <a:cubicBezTo>
                        <a:pt x="11051" y="1152"/>
                        <a:pt x="10533" y="1591"/>
                        <a:pt x="10032" y="2061"/>
                      </a:cubicBezTo>
                      <a:cubicBezTo>
                        <a:pt x="9575" y="1912"/>
                        <a:pt x="9112" y="1836"/>
                        <a:pt x="8641" y="1836"/>
                      </a:cubicBezTo>
                      <a:cubicBezTo>
                        <a:pt x="8417" y="1836"/>
                        <a:pt x="8191" y="1853"/>
                        <a:pt x="7963" y="1888"/>
                      </a:cubicBezTo>
                      <a:cubicBezTo>
                        <a:pt x="7618" y="1324"/>
                        <a:pt x="7289" y="760"/>
                        <a:pt x="6944" y="196"/>
                      </a:cubicBezTo>
                      <a:cubicBezTo>
                        <a:pt x="6944" y="180"/>
                        <a:pt x="6944" y="180"/>
                        <a:pt x="6944" y="180"/>
                      </a:cubicBezTo>
                      <a:cubicBezTo>
                        <a:pt x="6877" y="73"/>
                        <a:pt x="6777" y="1"/>
                        <a:pt x="6651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120" name="Google Shape;4120;p46"/>
                <p:cNvSpPr/>
                <p:nvPr/>
              </p:nvSpPr>
              <p:spPr>
                <a:xfrm>
                  <a:off x="1610522" y="731473"/>
                  <a:ext cx="118892" cy="100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94" h="6536" extrusionOk="0">
                      <a:moveTo>
                        <a:pt x="3911" y="632"/>
                      </a:moveTo>
                      <a:cubicBezTo>
                        <a:pt x="4113" y="632"/>
                        <a:pt x="4324" y="653"/>
                        <a:pt x="4543" y="699"/>
                      </a:cubicBezTo>
                      <a:cubicBezTo>
                        <a:pt x="4575" y="715"/>
                        <a:pt x="4590" y="715"/>
                        <a:pt x="4622" y="715"/>
                      </a:cubicBezTo>
                      <a:cubicBezTo>
                        <a:pt x="5923" y="1044"/>
                        <a:pt x="6910" y="2345"/>
                        <a:pt x="6659" y="3709"/>
                      </a:cubicBezTo>
                      <a:cubicBezTo>
                        <a:pt x="6424" y="5030"/>
                        <a:pt x="5141" y="5882"/>
                        <a:pt x="3857" y="5882"/>
                      </a:cubicBezTo>
                      <a:cubicBezTo>
                        <a:pt x="3603" y="5882"/>
                        <a:pt x="3348" y="5848"/>
                        <a:pt x="3101" y="5778"/>
                      </a:cubicBezTo>
                      <a:cubicBezTo>
                        <a:pt x="0" y="4856"/>
                        <a:pt x="1090" y="632"/>
                        <a:pt x="3911" y="632"/>
                      </a:cubicBezTo>
                      <a:close/>
                      <a:moveTo>
                        <a:pt x="3944" y="0"/>
                      </a:moveTo>
                      <a:cubicBezTo>
                        <a:pt x="2477" y="0"/>
                        <a:pt x="1085" y="880"/>
                        <a:pt x="640" y="2361"/>
                      </a:cubicBezTo>
                      <a:cubicBezTo>
                        <a:pt x="107" y="4132"/>
                        <a:pt x="1189" y="5888"/>
                        <a:pt x="2929" y="6405"/>
                      </a:cubicBezTo>
                      <a:cubicBezTo>
                        <a:pt x="3234" y="6493"/>
                        <a:pt x="3548" y="6535"/>
                        <a:pt x="3860" y="6535"/>
                      </a:cubicBezTo>
                      <a:cubicBezTo>
                        <a:pt x="5380" y="6535"/>
                        <a:pt x="6878" y="5541"/>
                        <a:pt x="7255" y="4007"/>
                      </a:cubicBezTo>
                      <a:cubicBezTo>
                        <a:pt x="7694" y="2267"/>
                        <a:pt x="6471" y="496"/>
                        <a:pt x="4778" y="73"/>
                      </a:cubicBezTo>
                      <a:lnTo>
                        <a:pt x="4669" y="73"/>
                      </a:lnTo>
                      <a:cubicBezTo>
                        <a:pt x="4428" y="24"/>
                        <a:pt x="4185" y="0"/>
                        <a:pt x="3944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121" name="Google Shape;4121;p46"/>
              <p:cNvSpPr/>
              <p:nvPr/>
            </p:nvSpPr>
            <p:spPr>
              <a:xfrm rot="-5400000">
                <a:off x="71510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  <p:sp>
            <p:nvSpPr>
              <p:cNvPr id="4122" name="Google Shape;4122;p46"/>
              <p:cNvSpPr/>
              <p:nvPr/>
            </p:nvSpPr>
            <p:spPr>
              <a:xfrm rot="5400000" flipH="1">
                <a:off x="1011380" y="702546"/>
                <a:ext cx="192827" cy="128187"/>
              </a:xfrm>
              <a:prstGeom prst="rect">
                <a:avLst/>
              </a:prstGeom>
            </p:spPr>
            <p:txBody>
              <a:bodyPr>
                <a:prstTxWarp prst="textPlain">
                  <a:avLst/>
                </a:prstTxWarp>
              </a:bodyPr>
              <a:lstStyle/>
              <a:p>
                <a:pPr lvl="0" algn="ctr"/>
                <a:r>
                  <a:rPr b="0" i="0">
                    <a:ln>
                      <a:noFill/>
                    </a:ln>
                    <a:solidFill>
                      <a:schemeClr val="lt2"/>
                    </a:solidFill>
                    <a:latin typeface="Gaegu;300"/>
                  </a:rPr>
                  <a:t>^</a:t>
                </a:r>
              </a:p>
            </p:txBody>
          </p:sp>
        </p:grpSp>
      </p:grpSp>
      <p:sp>
        <p:nvSpPr>
          <p:cNvPr id="4123" name="Google Shape;4123;p46"/>
          <p:cNvSpPr/>
          <p:nvPr/>
        </p:nvSpPr>
        <p:spPr>
          <a:xfrm>
            <a:off x="7499500" y="4196474"/>
            <a:ext cx="540148" cy="434668"/>
          </a:xfrm>
          <a:custGeom>
            <a:avLst/>
            <a:gdLst/>
            <a:ahLst/>
            <a:cxnLst/>
            <a:rect l="l" t="t" r="r" b="b"/>
            <a:pathLst>
              <a:path w="23956" h="19280" extrusionOk="0">
                <a:moveTo>
                  <a:pt x="14843" y="0"/>
                </a:moveTo>
                <a:lnTo>
                  <a:pt x="10546" y="7402"/>
                </a:lnTo>
                <a:lnTo>
                  <a:pt x="4119" y="995"/>
                </a:lnTo>
                <a:lnTo>
                  <a:pt x="8795" y="7402"/>
                </a:lnTo>
                <a:lnTo>
                  <a:pt x="1" y="7163"/>
                </a:lnTo>
                <a:lnTo>
                  <a:pt x="7999" y="9551"/>
                </a:lnTo>
                <a:lnTo>
                  <a:pt x="637" y="14942"/>
                </a:lnTo>
                <a:lnTo>
                  <a:pt x="8854" y="12356"/>
                </a:lnTo>
                <a:lnTo>
                  <a:pt x="8854" y="12356"/>
                </a:lnTo>
                <a:cubicBezTo>
                  <a:pt x="8854" y="12356"/>
                  <a:pt x="8158" y="19240"/>
                  <a:pt x="8417" y="19280"/>
                </a:cubicBezTo>
                <a:cubicBezTo>
                  <a:pt x="8417" y="19280"/>
                  <a:pt x="8418" y="19280"/>
                  <a:pt x="8418" y="19280"/>
                </a:cubicBezTo>
                <a:cubicBezTo>
                  <a:pt x="8702" y="19280"/>
                  <a:pt x="11063" y="12436"/>
                  <a:pt x="11063" y="12436"/>
                </a:cubicBezTo>
                <a:lnTo>
                  <a:pt x="19220" y="17867"/>
                </a:lnTo>
                <a:lnTo>
                  <a:pt x="19220" y="17867"/>
                </a:lnTo>
                <a:lnTo>
                  <a:pt x="13252" y="10824"/>
                </a:lnTo>
                <a:lnTo>
                  <a:pt x="23956" y="10864"/>
                </a:lnTo>
                <a:lnTo>
                  <a:pt x="13351" y="8337"/>
                </a:lnTo>
                <a:lnTo>
                  <a:pt x="1484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4" name="Google Shape;4124;p46"/>
          <p:cNvSpPr/>
          <p:nvPr/>
        </p:nvSpPr>
        <p:spPr>
          <a:xfrm>
            <a:off x="600600" y="1014000"/>
            <a:ext cx="7942800" cy="3748500"/>
          </a:xfrm>
          <a:prstGeom prst="rect">
            <a:avLst/>
          </a:prstGeom>
          <a:noFill/>
          <a:ln w="381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Gaegu"/>
              <a:buNone/>
              <a:defRPr sz="3000" b="1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30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lvl="1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○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lvl="2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■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lvl="3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lvl="4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○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lvl="5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■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lvl="6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lvl="7" indent="-330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○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lvl="8" indent="-3302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600"/>
              <a:buFont typeface="Varela Round"/>
              <a:buChar char="■"/>
              <a:defRPr sz="160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5" r:id="rId5"/>
    <p:sldLayoutId id="2147483658" r:id="rId6"/>
    <p:sldLayoutId id="2147483659" r:id="rId7"/>
    <p:sldLayoutId id="2147483662" r:id="rId8"/>
    <p:sldLayoutId id="2147483665" r:id="rId9"/>
    <p:sldLayoutId id="2147483668" r:id="rId10"/>
    <p:sldLayoutId id="2147483673" r:id="rId11"/>
    <p:sldLayoutId id="2147483675" r:id="rId12"/>
    <p:sldLayoutId id="2147483686" r:id="rId13"/>
    <p:sldLayoutId id="2147483690" r:id="rId14"/>
    <p:sldLayoutId id="2147483691" r:id="rId15"/>
    <p:sldLayoutId id="2147483692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slide" Target="slide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3" name="Google Shape;4133;p49"/>
          <p:cNvSpPr/>
          <p:nvPr/>
        </p:nvSpPr>
        <p:spPr>
          <a:xfrm rot="3599982">
            <a:off x="6531639" y="-461262"/>
            <a:ext cx="7613" cy="10468"/>
          </a:xfrm>
          <a:custGeom>
            <a:avLst/>
            <a:gdLst/>
            <a:ahLst/>
            <a:cxnLst/>
            <a:rect l="l" t="t" r="r" b="b"/>
            <a:pathLst>
              <a:path w="160" h="220" extrusionOk="0">
                <a:moveTo>
                  <a:pt x="160" y="0"/>
                </a:moveTo>
                <a:lnTo>
                  <a:pt x="160" y="0"/>
                </a:lnTo>
                <a:cubicBezTo>
                  <a:pt x="0" y="219"/>
                  <a:pt x="120" y="160"/>
                  <a:pt x="140" y="219"/>
                </a:cubicBezTo>
                <a:lnTo>
                  <a:pt x="1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4" name="Google Shape;4134;p49"/>
          <p:cNvSpPr/>
          <p:nvPr/>
        </p:nvSpPr>
        <p:spPr>
          <a:xfrm rot="3599982">
            <a:off x="6759282" y="-286817"/>
            <a:ext cx="1951" cy="999"/>
          </a:xfrm>
          <a:custGeom>
            <a:avLst/>
            <a:gdLst/>
            <a:ahLst/>
            <a:cxnLst/>
            <a:rect l="l" t="t" r="r" b="b"/>
            <a:pathLst>
              <a:path w="41" h="21" extrusionOk="0">
                <a:moveTo>
                  <a:pt x="1" y="1"/>
                </a:moveTo>
                <a:cubicBezTo>
                  <a:pt x="1" y="1"/>
                  <a:pt x="1" y="21"/>
                  <a:pt x="1" y="21"/>
                </a:cubicBezTo>
                <a:cubicBezTo>
                  <a:pt x="41" y="1"/>
                  <a:pt x="41" y="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5" name="Google Shape;4135;p49"/>
          <p:cNvSpPr/>
          <p:nvPr/>
        </p:nvSpPr>
        <p:spPr>
          <a:xfrm rot="3599982">
            <a:off x="6992440" y="-378235"/>
            <a:ext cx="3045" cy="4901"/>
          </a:xfrm>
          <a:custGeom>
            <a:avLst/>
            <a:gdLst/>
            <a:ahLst/>
            <a:cxnLst/>
            <a:rect l="l" t="t" r="r" b="b"/>
            <a:pathLst>
              <a:path w="64" h="103" extrusionOk="0">
                <a:moveTo>
                  <a:pt x="60" y="1"/>
                </a:moveTo>
                <a:cubicBezTo>
                  <a:pt x="56" y="1"/>
                  <a:pt x="35" y="45"/>
                  <a:pt x="1" y="103"/>
                </a:cubicBezTo>
                <a:cubicBezTo>
                  <a:pt x="20" y="83"/>
                  <a:pt x="20" y="83"/>
                  <a:pt x="40" y="83"/>
                </a:cubicBezTo>
                <a:cubicBezTo>
                  <a:pt x="57" y="24"/>
                  <a:pt x="63" y="1"/>
                  <a:pt x="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6" name="Google Shape;4136;p49"/>
          <p:cNvSpPr/>
          <p:nvPr/>
        </p:nvSpPr>
        <p:spPr>
          <a:xfrm rot="3599982">
            <a:off x="6845545" y="-416022"/>
            <a:ext cx="999" cy="1903"/>
          </a:xfrm>
          <a:custGeom>
            <a:avLst/>
            <a:gdLst/>
            <a:ahLst/>
            <a:cxnLst/>
            <a:rect l="l" t="t" r="r" b="b"/>
            <a:pathLst>
              <a:path w="21" h="40" extrusionOk="0">
                <a:moveTo>
                  <a:pt x="20" y="0"/>
                </a:moveTo>
                <a:lnTo>
                  <a:pt x="20" y="0"/>
                </a:lnTo>
                <a:cubicBezTo>
                  <a:pt x="20" y="20"/>
                  <a:pt x="0" y="40"/>
                  <a:pt x="0" y="40"/>
                </a:cubicBezTo>
                <a:cubicBezTo>
                  <a:pt x="20" y="20"/>
                  <a:pt x="20" y="20"/>
                  <a:pt x="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7" name="Google Shape;4137;p49"/>
          <p:cNvSpPr/>
          <p:nvPr/>
        </p:nvSpPr>
        <p:spPr>
          <a:xfrm rot="3599982">
            <a:off x="6531676" y="-450822"/>
            <a:ext cx="999" cy="999"/>
          </a:xfrm>
          <a:custGeom>
            <a:avLst/>
            <a:gdLst/>
            <a:ahLst/>
            <a:cxnLst/>
            <a:rect l="l" t="t" r="r" b="b"/>
            <a:pathLst>
              <a:path w="21" h="21" extrusionOk="0">
                <a:moveTo>
                  <a:pt x="1" y="0"/>
                </a:moveTo>
                <a:lnTo>
                  <a:pt x="1" y="20"/>
                </a:lnTo>
                <a:lnTo>
                  <a:pt x="21" y="20"/>
                </a:lnTo>
                <a:cubicBezTo>
                  <a:pt x="21" y="0"/>
                  <a:pt x="21" y="0"/>
                  <a:pt x="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8" name="Google Shape;4138;p49"/>
          <p:cNvSpPr/>
          <p:nvPr/>
        </p:nvSpPr>
        <p:spPr>
          <a:xfrm rot="3599982">
            <a:off x="6660619" y="-281384"/>
            <a:ext cx="8564" cy="5139"/>
          </a:xfrm>
          <a:custGeom>
            <a:avLst/>
            <a:gdLst/>
            <a:ahLst/>
            <a:cxnLst/>
            <a:rect l="l" t="t" r="r" b="b"/>
            <a:pathLst>
              <a:path w="180" h="108" extrusionOk="0">
                <a:moveTo>
                  <a:pt x="180" y="1"/>
                </a:moveTo>
                <a:lnTo>
                  <a:pt x="180" y="1"/>
                </a:lnTo>
                <a:cubicBezTo>
                  <a:pt x="100" y="60"/>
                  <a:pt x="40" y="80"/>
                  <a:pt x="1" y="100"/>
                </a:cubicBezTo>
                <a:cubicBezTo>
                  <a:pt x="5" y="105"/>
                  <a:pt x="12" y="107"/>
                  <a:pt x="20" y="107"/>
                </a:cubicBezTo>
                <a:cubicBezTo>
                  <a:pt x="49" y="107"/>
                  <a:pt x="103" y="78"/>
                  <a:pt x="18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9" name="Google Shape;4139;p49"/>
          <p:cNvSpPr/>
          <p:nvPr/>
        </p:nvSpPr>
        <p:spPr>
          <a:xfrm rot="3599982">
            <a:off x="7112092" y="-234514"/>
            <a:ext cx="11419" cy="10468"/>
          </a:xfrm>
          <a:custGeom>
            <a:avLst/>
            <a:gdLst/>
            <a:ahLst/>
            <a:cxnLst/>
            <a:rect l="l" t="t" r="r" b="b"/>
            <a:pathLst>
              <a:path w="240" h="220" extrusionOk="0">
                <a:moveTo>
                  <a:pt x="239" y="0"/>
                </a:moveTo>
                <a:lnTo>
                  <a:pt x="159" y="60"/>
                </a:lnTo>
                <a:lnTo>
                  <a:pt x="0" y="219"/>
                </a:lnTo>
                <a:lnTo>
                  <a:pt x="0" y="219"/>
                </a:lnTo>
                <a:lnTo>
                  <a:pt x="23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0" name="Google Shape;4140;p49"/>
          <p:cNvSpPr/>
          <p:nvPr/>
        </p:nvSpPr>
        <p:spPr>
          <a:xfrm rot="3599982">
            <a:off x="6942150" y="-252139"/>
            <a:ext cx="8564" cy="8564"/>
          </a:xfrm>
          <a:custGeom>
            <a:avLst/>
            <a:gdLst/>
            <a:ahLst/>
            <a:cxnLst/>
            <a:rect l="l" t="t" r="r" b="b"/>
            <a:pathLst>
              <a:path w="180" h="180" extrusionOk="0">
                <a:moveTo>
                  <a:pt x="179" y="1"/>
                </a:moveTo>
                <a:lnTo>
                  <a:pt x="179" y="1"/>
                </a:lnTo>
                <a:cubicBezTo>
                  <a:pt x="100" y="61"/>
                  <a:pt x="60" y="61"/>
                  <a:pt x="0" y="61"/>
                </a:cubicBezTo>
                <a:lnTo>
                  <a:pt x="120" y="180"/>
                </a:lnTo>
                <a:lnTo>
                  <a:pt x="179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1" name="Google Shape;4141;p49"/>
          <p:cNvSpPr/>
          <p:nvPr/>
        </p:nvSpPr>
        <p:spPr>
          <a:xfrm rot="3599982">
            <a:off x="6892432" y="-257988"/>
            <a:ext cx="12133" cy="17319"/>
          </a:xfrm>
          <a:custGeom>
            <a:avLst/>
            <a:gdLst/>
            <a:ahLst/>
            <a:cxnLst/>
            <a:rect l="l" t="t" r="r" b="b"/>
            <a:pathLst>
              <a:path w="255" h="364" extrusionOk="0">
                <a:moveTo>
                  <a:pt x="222" y="0"/>
                </a:moveTo>
                <a:cubicBezTo>
                  <a:pt x="210" y="0"/>
                  <a:pt x="177" y="25"/>
                  <a:pt x="111" y="91"/>
                </a:cubicBezTo>
                <a:cubicBezTo>
                  <a:pt x="125" y="133"/>
                  <a:pt x="1" y="363"/>
                  <a:pt x="23" y="363"/>
                </a:cubicBezTo>
                <a:cubicBezTo>
                  <a:pt x="33" y="363"/>
                  <a:pt x="68" y="323"/>
                  <a:pt x="150" y="211"/>
                </a:cubicBezTo>
                <a:cubicBezTo>
                  <a:pt x="150" y="168"/>
                  <a:pt x="254" y="0"/>
                  <a:pt x="22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2" name="Google Shape;4142;p49"/>
          <p:cNvSpPr/>
          <p:nvPr/>
        </p:nvSpPr>
        <p:spPr>
          <a:xfrm rot="3599982">
            <a:off x="6412561" y="-475900"/>
            <a:ext cx="15178" cy="13275"/>
          </a:xfrm>
          <a:custGeom>
            <a:avLst/>
            <a:gdLst/>
            <a:ahLst/>
            <a:cxnLst/>
            <a:rect l="l" t="t" r="r" b="b"/>
            <a:pathLst>
              <a:path w="319" h="279" extrusionOk="0">
                <a:moveTo>
                  <a:pt x="160" y="0"/>
                </a:moveTo>
                <a:cubicBezTo>
                  <a:pt x="100" y="80"/>
                  <a:pt x="40" y="199"/>
                  <a:pt x="0" y="279"/>
                </a:cubicBezTo>
                <a:cubicBezTo>
                  <a:pt x="140" y="100"/>
                  <a:pt x="319" y="80"/>
                  <a:pt x="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3" name="Google Shape;4143;p49"/>
          <p:cNvSpPr/>
          <p:nvPr/>
        </p:nvSpPr>
        <p:spPr>
          <a:xfrm rot="3599982">
            <a:off x="6476240" y="-484414"/>
            <a:ext cx="999" cy="999"/>
          </a:xfrm>
          <a:custGeom>
            <a:avLst/>
            <a:gdLst/>
            <a:ahLst/>
            <a:cxnLst/>
            <a:rect l="l" t="t" r="r" b="b"/>
            <a:pathLst>
              <a:path w="21" h="21" extrusionOk="0">
                <a:moveTo>
                  <a:pt x="1" y="1"/>
                </a:moveTo>
                <a:lnTo>
                  <a:pt x="1" y="21"/>
                </a:lnTo>
                <a:lnTo>
                  <a:pt x="21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4" name="Google Shape;4144;p49"/>
          <p:cNvSpPr/>
          <p:nvPr/>
        </p:nvSpPr>
        <p:spPr>
          <a:xfrm rot="3599982">
            <a:off x="6416406" y="-490678"/>
            <a:ext cx="9516" cy="6661"/>
          </a:xfrm>
          <a:custGeom>
            <a:avLst/>
            <a:gdLst/>
            <a:ahLst/>
            <a:cxnLst/>
            <a:rect l="l" t="t" r="r" b="b"/>
            <a:pathLst>
              <a:path w="200" h="140" extrusionOk="0">
                <a:moveTo>
                  <a:pt x="200" y="0"/>
                </a:moveTo>
                <a:lnTo>
                  <a:pt x="200" y="0"/>
                </a:lnTo>
                <a:cubicBezTo>
                  <a:pt x="140" y="40"/>
                  <a:pt x="80" y="80"/>
                  <a:pt x="1" y="139"/>
                </a:cubicBezTo>
                <a:cubicBezTo>
                  <a:pt x="80" y="100"/>
                  <a:pt x="200" y="20"/>
                  <a:pt x="20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5" name="Google Shape;4145;p49"/>
          <p:cNvSpPr/>
          <p:nvPr/>
        </p:nvSpPr>
        <p:spPr>
          <a:xfrm rot="3599982">
            <a:off x="6449170" y="-499092"/>
            <a:ext cx="21791" cy="25598"/>
          </a:xfrm>
          <a:custGeom>
            <a:avLst/>
            <a:gdLst/>
            <a:ahLst/>
            <a:cxnLst/>
            <a:rect l="l" t="t" r="r" b="b"/>
            <a:pathLst>
              <a:path w="458" h="538" extrusionOk="0">
                <a:moveTo>
                  <a:pt x="438" y="1"/>
                </a:moveTo>
                <a:lnTo>
                  <a:pt x="60" y="478"/>
                </a:lnTo>
                <a:lnTo>
                  <a:pt x="80" y="419"/>
                </a:lnTo>
                <a:lnTo>
                  <a:pt x="0" y="538"/>
                </a:lnTo>
                <a:cubicBezTo>
                  <a:pt x="100" y="438"/>
                  <a:pt x="199" y="379"/>
                  <a:pt x="378" y="279"/>
                </a:cubicBezTo>
                <a:cubicBezTo>
                  <a:pt x="458" y="80"/>
                  <a:pt x="458" y="41"/>
                  <a:pt x="43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6" name="Google Shape;4146;p49"/>
          <p:cNvSpPr/>
          <p:nvPr/>
        </p:nvSpPr>
        <p:spPr>
          <a:xfrm rot="3599982">
            <a:off x="6405738" y="-511171"/>
            <a:ext cx="31307" cy="33211"/>
          </a:xfrm>
          <a:custGeom>
            <a:avLst/>
            <a:gdLst/>
            <a:ahLst/>
            <a:cxnLst/>
            <a:rect l="l" t="t" r="r" b="b"/>
            <a:pathLst>
              <a:path w="658" h="698" extrusionOk="0">
                <a:moveTo>
                  <a:pt x="657" y="1"/>
                </a:moveTo>
                <a:lnTo>
                  <a:pt x="657" y="1"/>
                </a:lnTo>
                <a:cubicBezTo>
                  <a:pt x="578" y="81"/>
                  <a:pt x="478" y="200"/>
                  <a:pt x="319" y="439"/>
                </a:cubicBezTo>
                <a:cubicBezTo>
                  <a:pt x="357" y="401"/>
                  <a:pt x="375" y="387"/>
                  <a:pt x="381" y="387"/>
                </a:cubicBezTo>
                <a:cubicBezTo>
                  <a:pt x="394" y="387"/>
                  <a:pt x="353" y="451"/>
                  <a:pt x="339" y="478"/>
                </a:cubicBezTo>
                <a:cubicBezTo>
                  <a:pt x="339" y="478"/>
                  <a:pt x="319" y="459"/>
                  <a:pt x="319" y="439"/>
                </a:cubicBezTo>
                <a:cubicBezTo>
                  <a:pt x="302" y="300"/>
                  <a:pt x="405" y="86"/>
                  <a:pt x="287" y="86"/>
                </a:cubicBezTo>
                <a:cubicBezTo>
                  <a:pt x="270" y="86"/>
                  <a:pt x="248" y="90"/>
                  <a:pt x="220" y="100"/>
                </a:cubicBezTo>
                <a:cubicBezTo>
                  <a:pt x="1" y="379"/>
                  <a:pt x="140" y="359"/>
                  <a:pt x="60" y="558"/>
                </a:cubicBezTo>
                <a:cubicBezTo>
                  <a:pt x="153" y="419"/>
                  <a:pt x="187" y="374"/>
                  <a:pt x="195" y="374"/>
                </a:cubicBezTo>
                <a:cubicBezTo>
                  <a:pt x="210" y="374"/>
                  <a:pt x="147" y="512"/>
                  <a:pt x="192" y="512"/>
                </a:cubicBezTo>
                <a:cubicBezTo>
                  <a:pt x="209" y="512"/>
                  <a:pt x="241" y="493"/>
                  <a:pt x="299" y="439"/>
                </a:cubicBezTo>
                <a:lnTo>
                  <a:pt x="299" y="439"/>
                </a:lnTo>
                <a:cubicBezTo>
                  <a:pt x="259" y="538"/>
                  <a:pt x="200" y="618"/>
                  <a:pt x="140" y="697"/>
                </a:cubicBezTo>
                <a:cubicBezTo>
                  <a:pt x="220" y="618"/>
                  <a:pt x="299" y="558"/>
                  <a:pt x="359" y="498"/>
                </a:cubicBezTo>
                <a:lnTo>
                  <a:pt x="65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7" name="Google Shape;4147;p49"/>
          <p:cNvSpPr/>
          <p:nvPr/>
        </p:nvSpPr>
        <p:spPr>
          <a:xfrm rot="3599982">
            <a:off x="6480543" y="-487433"/>
            <a:ext cx="4758" cy="15225"/>
          </a:xfrm>
          <a:custGeom>
            <a:avLst/>
            <a:gdLst/>
            <a:ahLst/>
            <a:cxnLst/>
            <a:rect l="l" t="t" r="r" b="b"/>
            <a:pathLst>
              <a:path w="100" h="320" extrusionOk="0">
                <a:moveTo>
                  <a:pt x="100" y="1"/>
                </a:moveTo>
                <a:lnTo>
                  <a:pt x="0" y="200"/>
                </a:lnTo>
                <a:lnTo>
                  <a:pt x="60" y="319"/>
                </a:lnTo>
                <a:lnTo>
                  <a:pt x="10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8" name="Google Shape;4148;p49"/>
          <p:cNvSpPr/>
          <p:nvPr/>
        </p:nvSpPr>
        <p:spPr>
          <a:xfrm rot="3599982">
            <a:off x="6508541" y="-479224"/>
            <a:ext cx="5710" cy="8564"/>
          </a:xfrm>
          <a:custGeom>
            <a:avLst/>
            <a:gdLst/>
            <a:ahLst/>
            <a:cxnLst/>
            <a:rect l="l" t="t" r="r" b="b"/>
            <a:pathLst>
              <a:path w="120" h="180" extrusionOk="0">
                <a:moveTo>
                  <a:pt x="120" y="0"/>
                </a:moveTo>
                <a:lnTo>
                  <a:pt x="1" y="100"/>
                </a:lnTo>
                <a:lnTo>
                  <a:pt x="80" y="179"/>
                </a:lnTo>
                <a:lnTo>
                  <a:pt x="12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9" name="Google Shape;4149;p49"/>
          <p:cNvSpPr/>
          <p:nvPr/>
        </p:nvSpPr>
        <p:spPr>
          <a:xfrm rot="3599982">
            <a:off x="6817266" y="-440356"/>
            <a:ext cx="18033" cy="14274"/>
          </a:xfrm>
          <a:custGeom>
            <a:avLst/>
            <a:gdLst/>
            <a:ahLst/>
            <a:cxnLst/>
            <a:rect l="l" t="t" r="r" b="b"/>
            <a:pathLst>
              <a:path w="379" h="300" extrusionOk="0">
                <a:moveTo>
                  <a:pt x="379" y="1"/>
                </a:moveTo>
                <a:lnTo>
                  <a:pt x="379" y="1"/>
                </a:lnTo>
                <a:cubicBezTo>
                  <a:pt x="200" y="120"/>
                  <a:pt x="1" y="200"/>
                  <a:pt x="41" y="299"/>
                </a:cubicBezTo>
                <a:cubicBezTo>
                  <a:pt x="200" y="200"/>
                  <a:pt x="299" y="81"/>
                  <a:pt x="379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0" name="Google Shape;4150;p49"/>
          <p:cNvSpPr/>
          <p:nvPr/>
        </p:nvSpPr>
        <p:spPr>
          <a:xfrm rot="3599982">
            <a:off x="6841712" y="-437320"/>
            <a:ext cx="15225" cy="19888"/>
          </a:xfrm>
          <a:custGeom>
            <a:avLst/>
            <a:gdLst/>
            <a:ahLst/>
            <a:cxnLst/>
            <a:rect l="l" t="t" r="r" b="b"/>
            <a:pathLst>
              <a:path w="320" h="418" extrusionOk="0">
                <a:moveTo>
                  <a:pt x="319" y="0"/>
                </a:moveTo>
                <a:cubicBezTo>
                  <a:pt x="299" y="20"/>
                  <a:pt x="280" y="40"/>
                  <a:pt x="240" y="60"/>
                </a:cubicBezTo>
                <a:cubicBezTo>
                  <a:pt x="180" y="179"/>
                  <a:pt x="100" y="299"/>
                  <a:pt x="1" y="418"/>
                </a:cubicBezTo>
                <a:cubicBezTo>
                  <a:pt x="140" y="318"/>
                  <a:pt x="280" y="199"/>
                  <a:pt x="31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1" name="Google Shape;4151;p49"/>
          <p:cNvSpPr/>
          <p:nvPr/>
        </p:nvSpPr>
        <p:spPr>
          <a:xfrm rot="3599982">
            <a:off x="6627397" y="-459563"/>
            <a:ext cx="1808" cy="2807"/>
          </a:xfrm>
          <a:custGeom>
            <a:avLst/>
            <a:gdLst/>
            <a:ahLst/>
            <a:cxnLst/>
            <a:rect l="l" t="t" r="r" b="b"/>
            <a:pathLst>
              <a:path w="38" h="59" extrusionOk="0">
                <a:moveTo>
                  <a:pt x="37" y="1"/>
                </a:moveTo>
                <a:cubicBezTo>
                  <a:pt x="8" y="44"/>
                  <a:pt x="0" y="59"/>
                  <a:pt x="2" y="59"/>
                </a:cubicBezTo>
                <a:cubicBezTo>
                  <a:pt x="5" y="59"/>
                  <a:pt x="37" y="14"/>
                  <a:pt x="37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2" name="Google Shape;4152;p49"/>
          <p:cNvSpPr/>
          <p:nvPr/>
        </p:nvSpPr>
        <p:spPr>
          <a:xfrm rot="3599982">
            <a:off x="6603706" y="-486395"/>
            <a:ext cx="48" cy="3806"/>
          </a:xfrm>
          <a:custGeom>
            <a:avLst/>
            <a:gdLst/>
            <a:ahLst/>
            <a:cxnLst/>
            <a:rect l="l" t="t" r="r" b="b"/>
            <a:pathLst>
              <a:path w="1" h="80" extrusionOk="0">
                <a:moveTo>
                  <a:pt x="0" y="80"/>
                </a:moveTo>
                <a:cubicBezTo>
                  <a:pt x="0" y="40"/>
                  <a:pt x="0" y="20"/>
                  <a:pt x="0" y="0"/>
                </a:cubicBezTo>
                <a:cubicBezTo>
                  <a:pt x="0" y="20"/>
                  <a:pt x="0" y="60"/>
                  <a:pt x="0" y="8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3" name="Google Shape;4153;p49"/>
          <p:cNvSpPr/>
          <p:nvPr/>
        </p:nvSpPr>
        <p:spPr>
          <a:xfrm rot="3599982">
            <a:off x="6621556" y="-462533"/>
            <a:ext cx="6709" cy="4806"/>
          </a:xfrm>
          <a:custGeom>
            <a:avLst/>
            <a:gdLst/>
            <a:ahLst/>
            <a:cxnLst/>
            <a:rect l="l" t="t" r="r" b="b"/>
            <a:pathLst>
              <a:path w="141" h="101" extrusionOk="0">
                <a:moveTo>
                  <a:pt x="140" y="1"/>
                </a:moveTo>
                <a:cubicBezTo>
                  <a:pt x="100" y="1"/>
                  <a:pt x="61" y="41"/>
                  <a:pt x="1" y="100"/>
                </a:cubicBezTo>
                <a:cubicBezTo>
                  <a:pt x="41" y="80"/>
                  <a:pt x="81" y="41"/>
                  <a:pt x="14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4" name="Google Shape;4154;p49"/>
          <p:cNvSpPr/>
          <p:nvPr/>
        </p:nvSpPr>
        <p:spPr>
          <a:xfrm rot="3599982">
            <a:off x="6616926" y="-461694"/>
            <a:ext cx="3806" cy="4710"/>
          </a:xfrm>
          <a:custGeom>
            <a:avLst/>
            <a:gdLst/>
            <a:ahLst/>
            <a:cxnLst/>
            <a:rect l="l" t="t" r="r" b="b"/>
            <a:pathLst>
              <a:path w="80" h="99" extrusionOk="0">
                <a:moveTo>
                  <a:pt x="80" y="0"/>
                </a:moveTo>
                <a:lnTo>
                  <a:pt x="80" y="0"/>
                </a:lnTo>
                <a:cubicBezTo>
                  <a:pt x="40" y="40"/>
                  <a:pt x="20" y="60"/>
                  <a:pt x="0" y="80"/>
                </a:cubicBezTo>
                <a:cubicBezTo>
                  <a:pt x="0" y="92"/>
                  <a:pt x="2" y="99"/>
                  <a:pt x="7" y="99"/>
                </a:cubicBezTo>
                <a:cubicBezTo>
                  <a:pt x="17" y="99"/>
                  <a:pt x="39" y="68"/>
                  <a:pt x="8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5" name="Google Shape;4155;p49"/>
          <p:cNvSpPr/>
          <p:nvPr/>
        </p:nvSpPr>
        <p:spPr>
          <a:xfrm rot="3599982">
            <a:off x="6630608" y="-461917"/>
            <a:ext cx="6566" cy="8422"/>
          </a:xfrm>
          <a:custGeom>
            <a:avLst/>
            <a:gdLst/>
            <a:ahLst/>
            <a:cxnLst/>
            <a:rect l="l" t="t" r="r" b="b"/>
            <a:pathLst>
              <a:path w="138" h="177" extrusionOk="0">
                <a:moveTo>
                  <a:pt x="138" y="0"/>
                </a:moveTo>
                <a:lnTo>
                  <a:pt x="138" y="0"/>
                </a:lnTo>
                <a:cubicBezTo>
                  <a:pt x="79" y="78"/>
                  <a:pt x="40" y="118"/>
                  <a:pt x="0" y="177"/>
                </a:cubicBezTo>
                <a:cubicBezTo>
                  <a:pt x="20" y="157"/>
                  <a:pt x="20" y="157"/>
                  <a:pt x="20" y="157"/>
                </a:cubicBezTo>
                <a:cubicBezTo>
                  <a:pt x="40" y="118"/>
                  <a:pt x="79" y="78"/>
                  <a:pt x="138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6" name="Google Shape;4156;p49"/>
          <p:cNvSpPr/>
          <p:nvPr/>
        </p:nvSpPr>
        <p:spPr>
          <a:xfrm rot="3599982">
            <a:off x="6563926" y="-465023"/>
            <a:ext cx="999" cy="952"/>
          </a:xfrm>
          <a:custGeom>
            <a:avLst/>
            <a:gdLst/>
            <a:ahLst/>
            <a:cxnLst/>
            <a:rect l="l" t="t" r="r" b="b"/>
            <a:pathLst>
              <a:path w="21" h="20" extrusionOk="0">
                <a:moveTo>
                  <a:pt x="20" y="0"/>
                </a:moveTo>
                <a:lnTo>
                  <a:pt x="0" y="20"/>
                </a:lnTo>
                <a:cubicBezTo>
                  <a:pt x="20" y="0"/>
                  <a:pt x="20" y="0"/>
                  <a:pt x="2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7" name="Google Shape;4157;p49"/>
          <p:cNvSpPr/>
          <p:nvPr/>
        </p:nvSpPr>
        <p:spPr>
          <a:xfrm rot="3599982">
            <a:off x="6566161" y="-471286"/>
            <a:ext cx="9516" cy="11419"/>
          </a:xfrm>
          <a:custGeom>
            <a:avLst/>
            <a:gdLst/>
            <a:ahLst/>
            <a:cxnLst/>
            <a:rect l="l" t="t" r="r" b="b"/>
            <a:pathLst>
              <a:path w="200" h="240" extrusionOk="0">
                <a:moveTo>
                  <a:pt x="200" y="0"/>
                </a:moveTo>
                <a:cubicBezTo>
                  <a:pt x="120" y="120"/>
                  <a:pt x="60" y="140"/>
                  <a:pt x="1" y="179"/>
                </a:cubicBezTo>
                <a:cubicBezTo>
                  <a:pt x="20" y="199"/>
                  <a:pt x="80" y="199"/>
                  <a:pt x="60" y="239"/>
                </a:cubicBezTo>
                <a:lnTo>
                  <a:pt x="20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8" name="Google Shape;4158;p49"/>
          <p:cNvSpPr/>
          <p:nvPr/>
        </p:nvSpPr>
        <p:spPr>
          <a:xfrm rot="3599982">
            <a:off x="6537576" y="-495988"/>
            <a:ext cx="13275" cy="15130"/>
          </a:xfrm>
          <a:custGeom>
            <a:avLst/>
            <a:gdLst/>
            <a:ahLst/>
            <a:cxnLst/>
            <a:rect l="l" t="t" r="r" b="b"/>
            <a:pathLst>
              <a:path w="279" h="318" extrusionOk="0">
                <a:moveTo>
                  <a:pt x="12" y="272"/>
                </a:moveTo>
                <a:cubicBezTo>
                  <a:pt x="0" y="277"/>
                  <a:pt x="0" y="291"/>
                  <a:pt x="0" y="291"/>
                </a:cubicBezTo>
                <a:cubicBezTo>
                  <a:pt x="4" y="285"/>
                  <a:pt x="8" y="279"/>
                  <a:pt x="12" y="272"/>
                </a:cubicBezTo>
                <a:close/>
                <a:moveTo>
                  <a:pt x="240" y="0"/>
                </a:moveTo>
                <a:cubicBezTo>
                  <a:pt x="161" y="0"/>
                  <a:pt x="93" y="140"/>
                  <a:pt x="12" y="272"/>
                </a:cubicBezTo>
                <a:lnTo>
                  <a:pt x="12" y="272"/>
                </a:lnTo>
                <a:cubicBezTo>
                  <a:pt x="14" y="271"/>
                  <a:pt x="17" y="271"/>
                  <a:pt x="20" y="271"/>
                </a:cubicBezTo>
                <a:cubicBezTo>
                  <a:pt x="39" y="303"/>
                  <a:pt x="57" y="317"/>
                  <a:pt x="76" y="317"/>
                </a:cubicBezTo>
                <a:cubicBezTo>
                  <a:pt x="138" y="317"/>
                  <a:pt x="203" y="165"/>
                  <a:pt x="279" y="12"/>
                </a:cubicBezTo>
                <a:cubicBezTo>
                  <a:pt x="266" y="4"/>
                  <a:pt x="252" y="0"/>
                  <a:pt x="24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9" name="Google Shape;4159;p49"/>
          <p:cNvSpPr/>
          <p:nvPr/>
        </p:nvSpPr>
        <p:spPr>
          <a:xfrm rot="3599982">
            <a:off x="6525012" y="-496276"/>
            <a:ext cx="5710" cy="8374"/>
          </a:xfrm>
          <a:custGeom>
            <a:avLst/>
            <a:gdLst/>
            <a:ahLst/>
            <a:cxnLst/>
            <a:rect l="l" t="t" r="r" b="b"/>
            <a:pathLst>
              <a:path w="120" h="176" extrusionOk="0">
                <a:moveTo>
                  <a:pt x="120" y="1"/>
                </a:moveTo>
                <a:cubicBezTo>
                  <a:pt x="80" y="60"/>
                  <a:pt x="60" y="120"/>
                  <a:pt x="0" y="160"/>
                </a:cubicBezTo>
                <a:cubicBezTo>
                  <a:pt x="8" y="171"/>
                  <a:pt x="14" y="176"/>
                  <a:pt x="21" y="176"/>
                </a:cubicBezTo>
                <a:cubicBezTo>
                  <a:pt x="49" y="176"/>
                  <a:pt x="71" y="82"/>
                  <a:pt x="12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0" name="Google Shape;4160;p49"/>
          <p:cNvSpPr/>
          <p:nvPr/>
        </p:nvSpPr>
        <p:spPr>
          <a:xfrm rot="3599982">
            <a:off x="6645653" y="-464577"/>
            <a:ext cx="12276" cy="14940"/>
          </a:xfrm>
          <a:custGeom>
            <a:avLst/>
            <a:gdLst/>
            <a:ahLst/>
            <a:cxnLst/>
            <a:rect l="l" t="t" r="r" b="b"/>
            <a:pathLst>
              <a:path w="258" h="314" extrusionOk="0">
                <a:moveTo>
                  <a:pt x="203" y="0"/>
                </a:moveTo>
                <a:cubicBezTo>
                  <a:pt x="183" y="0"/>
                  <a:pt x="145" y="40"/>
                  <a:pt x="80" y="147"/>
                </a:cubicBezTo>
                <a:cubicBezTo>
                  <a:pt x="0" y="207"/>
                  <a:pt x="160" y="266"/>
                  <a:pt x="100" y="286"/>
                </a:cubicBezTo>
                <a:cubicBezTo>
                  <a:pt x="104" y="305"/>
                  <a:pt x="111" y="314"/>
                  <a:pt x="118" y="314"/>
                </a:cubicBezTo>
                <a:cubicBezTo>
                  <a:pt x="164" y="314"/>
                  <a:pt x="257" y="0"/>
                  <a:pt x="20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1" name="Google Shape;4161;p49"/>
          <p:cNvSpPr/>
          <p:nvPr/>
        </p:nvSpPr>
        <p:spPr>
          <a:xfrm rot="3599982">
            <a:off x="6548797" y="-505347"/>
            <a:ext cx="7660" cy="6661"/>
          </a:xfrm>
          <a:custGeom>
            <a:avLst/>
            <a:gdLst/>
            <a:ahLst/>
            <a:cxnLst/>
            <a:rect l="l" t="t" r="r" b="b"/>
            <a:pathLst>
              <a:path w="161" h="140" extrusionOk="0">
                <a:moveTo>
                  <a:pt x="140" y="0"/>
                </a:moveTo>
                <a:lnTo>
                  <a:pt x="1" y="120"/>
                </a:lnTo>
                <a:lnTo>
                  <a:pt x="160" y="140"/>
                </a:lnTo>
                <a:lnTo>
                  <a:pt x="14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2" name="Google Shape;4162;p49"/>
          <p:cNvSpPr/>
          <p:nvPr/>
        </p:nvSpPr>
        <p:spPr>
          <a:xfrm rot="3599982">
            <a:off x="6608248" y="-496841"/>
            <a:ext cx="13322" cy="16129"/>
          </a:xfrm>
          <a:custGeom>
            <a:avLst/>
            <a:gdLst/>
            <a:ahLst/>
            <a:cxnLst/>
            <a:rect l="l" t="t" r="r" b="b"/>
            <a:pathLst>
              <a:path w="280" h="339" extrusionOk="0">
                <a:moveTo>
                  <a:pt x="239" y="0"/>
                </a:moveTo>
                <a:lnTo>
                  <a:pt x="1" y="239"/>
                </a:lnTo>
                <a:cubicBezTo>
                  <a:pt x="20" y="259"/>
                  <a:pt x="20" y="298"/>
                  <a:pt x="1" y="338"/>
                </a:cubicBezTo>
                <a:cubicBezTo>
                  <a:pt x="120" y="179"/>
                  <a:pt x="279" y="20"/>
                  <a:pt x="23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3" name="Google Shape;4163;p49"/>
          <p:cNvSpPr/>
          <p:nvPr/>
        </p:nvSpPr>
        <p:spPr>
          <a:xfrm rot="3599982">
            <a:off x="6594417" y="-496408"/>
            <a:ext cx="7613" cy="10468"/>
          </a:xfrm>
          <a:custGeom>
            <a:avLst/>
            <a:gdLst/>
            <a:ahLst/>
            <a:cxnLst/>
            <a:rect l="l" t="t" r="r" b="b"/>
            <a:pathLst>
              <a:path w="160" h="220" extrusionOk="0">
                <a:moveTo>
                  <a:pt x="160" y="0"/>
                </a:moveTo>
                <a:lnTo>
                  <a:pt x="160" y="0"/>
                </a:lnTo>
                <a:cubicBezTo>
                  <a:pt x="80" y="80"/>
                  <a:pt x="20" y="159"/>
                  <a:pt x="0" y="219"/>
                </a:cubicBezTo>
                <a:cubicBezTo>
                  <a:pt x="40" y="179"/>
                  <a:pt x="120" y="80"/>
                  <a:pt x="16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4" name="Google Shape;4164;p49"/>
          <p:cNvSpPr/>
          <p:nvPr/>
        </p:nvSpPr>
        <p:spPr>
          <a:xfrm rot="3599982">
            <a:off x="6791859" y="-472335"/>
            <a:ext cx="11895" cy="15463"/>
          </a:xfrm>
          <a:custGeom>
            <a:avLst/>
            <a:gdLst/>
            <a:ahLst/>
            <a:cxnLst/>
            <a:rect l="l" t="t" r="r" b="b"/>
            <a:pathLst>
              <a:path w="250" h="325" extrusionOk="0">
                <a:moveTo>
                  <a:pt x="223" y="1"/>
                </a:moveTo>
                <a:cubicBezTo>
                  <a:pt x="189" y="1"/>
                  <a:pt x="134" y="56"/>
                  <a:pt x="91" y="143"/>
                </a:cubicBezTo>
                <a:cubicBezTo>
                  <a:pt x="54" y="217"/>
                  <a:pt x="0" y="325"/>
                  <a:pt x="39" y="325"/>
                </a:cubicBezTo>
                <a:cubicBezTo>
                  <a:pt x="43" y="325"/>
                  <a:pt x="46" y="324"/>
                  <a:pt x="51" y="322"/>
                </a:cubicBezTo>
                <a:lnTo>
                  <a:pt x="250" y="24"/>
                </a:lnTo>
                <a:cubicBezTo>
                  <a:pt x="245" y="8"/>
                  <a:pt x="235" y="1"/>
                  <a:pt x="22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5" name="Google Shape;4165;p49"/>
          <p:cNvSpPr/>
          <p:nvPr/>
        </p:nvSpPr>
        <p:spPr>
          <a:xfrm rot="3599982">
            <a:off x="6659190" y="-247824"/>
            <a:ext cx="6661" cy="8564"/>
          </a:xfrm>
          <a:custGeom>
            <a:avLst/>
            <a:gdLst/>
            <a:ahLst/>
            <a:cxnLst/>
            <a:rect l="l" t="t" r="r" b="b"/>
            <a:pathLst>
              <a:path w="140" h="180" extrusionOk="0">
                <a:moveTo>
                  <a:pt x="140" y="1"/>
                </a:moveTo>
                <a:cubicBezTo>
                  <a:pt x="0" y="160"/>
                  <a:pt x="100" y="140"/>
                  <a:pt x="140" y="180"/>
                </a:cubicBezTo>
                <a:lnTo>
                  <a:pt x="14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6" name="Google Shape;4166;p49"/>
          <p:cNvSpPr/>
          <p:nvPr/>
        </p:nvSpPr>
        <p:spPr>
          <a:xfrm rot="3599982">
            <a:off x="6855669" y="-51682"/>
            <a:ext cx="1903" cy="999"/>
          </a:xfrm>
          <a:custGeom>
            <a:avLst/>
            <a:gdLst/>
            <a:ahLst/>
            <a:cxnLst/>
            <a:rect l="l" t="t" r="r" b="b"/>
            <a:pathLst>
              <a:path w="40" h="21" extrusionOk="0">
                <a:moveTo>
                  <a:pt x="0" y="0"/>
                </a:moveTo>
                <a:cubicBezTo>
                  <a:pt x="0" y="0"/>
                  <a:pt x="0" y="20"/>
                  <a:pt x="0" y="20"/>
                </a:cubicBezTo>
                <a:cubicBezTo>
                  <a:pt x="40" y="0"/>
                  <a:pt x="20" y="0"/>
                  <a:pt x="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7" name="Google Shape;4167;p49"/>
          <p:cNvSpPr/>
          <p:nvPr/>
        </p:nvSpPr>
        <p:spPr>
          <a:xfrm rot="3599982">
            <a:off x="7043861" y="-151778"/>
            <a:ext cx="2094" cy="3664"/>
          </a:xfrm>
          <a:custGeom>
            <a:avLst/>
            <a:gdLst/>
            <a:ahLst/>
            <a:cxnLst/>
            <a:rect l="l" t="t" r="r" b="b"/>
            <a:pathLst>
              <a:path w="44" h="77" extrusionOk="0">
                <a:moveTo>
                  <a:pt x="41" y="1"/>
                </a:moveTo>
                <a:cubicBezTo>
                  <a:pt x="38" y="1"/>
                  <a:pt x="22" y="33"/>
                  <a:pt x="0" y="76"/>
                </a:cubicBezTo>
                <a:lnTo>
                  <a:pt x="20" y="76"/>
                </a:lnTo>
                <a:cubicBezTo>
                  <a:pt x="38" y="22"/>
                  <a:pt x="44" y="1"/>
                  <a:pt x="4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8" name="Google Shape;4168;p49"/>
          <p:cNvSpPr/>
          <p:nvPr/>
        </p:nvSpPr>
        <p:spPr>
          <a:xfrm rot="3599982">
            <a:off x="6921084" y="-191582"/>
            <a:ext cx="1951" cy="1903"/>
          </a:xfrm>
          <a:custGeom>
            <a:avLst/>
            <a:gdLst/>
            <a:ahLst/>
            <a:cxnLst/>
            <a:rect l="l" t="t" r="r" b="b"/>
            <a:pathLst>
              <a:path w="41" h="40" extrusionOk="0">
                <a:moveTo>
                  <a:pt x="41" y="0"/>
                </a:moveTo>
                <a:cubicBezTo>
                  <a:pt x="21" y="0"/>
                  <a:pt x="1" y="20"/>
                  <a:pt x="1" y="40"/>
                </a:cubicBezTo>
                <a:cubicBezTo>
                  <a:pt x="21" y="20"/>
                  <a:pt x="21" y="0"/>
                  <a:pt x="41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9" name="Google Shape;4169;p49"/>
          <p:cNvSpPr/>
          <p:nvPr/>
        </p:nvSpPr>
        <p:spPr>
          <a:xfrm rot="3599982">
            <a:off x="6659638" y="-239048"/>
            <a:ext cx="48" cy="1951"/>
          </a:xfrm>
          <a:custGeom>
            <a:avLst/>
            <a:gdLst/>
            <a:ahLst/>
            <a:cxnLst/>
            <a:rect l="l" t="t" r="r" b="b"/>
            <a:pathLst>
              <a:path w="1" h="41" extrusionOk="0">
                <a:moveTo>
                  <a:pt x="1" y="41"/>
                </a:moveTo>
                <a:lnTo>
                  <a:pt x="1" y="21"/>
                </a:lnTo>
                <a:cubicBezTo>
                  <a:pt x="1" y="21"/>
                  <a:pt x="1" y="1"/>
                  <a:pt x="1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0" name="Google Shape;4170;p49"/>
          <p:cNvSpPr/>
          <p:nvPr/>
        </p:nvSpPr>
        <p:spPr>
          <a:xfrm rot="3599982">
            <a:off x="6771533" y="-45936"/>
            <a:ext cx="6661" cy="4139"/>
          </a:xfrm>
          <a:custGeom>
            <a:avLst/>
            <a:gdLst/>
            <a:ahLst/>
            <a:cxnLst/>
            <a:rect l="l" t="t" r="r" b="b"/>
            <a:pathLst>
              <a:path w="140" h="87" extrusionOk="0">
                <a:moveTo>
                  <a:pt x="139" y="0"/>
                </a:moveTo>
                <a:lnTo>
                  <a:pt x="139" y="0"/>
                </a:lnTo>
                <a:cubicBezTo>
                  <a:pt x="80" y="40"/>
                  <a:pt x="40" y="60"/>
                  <a:pt x="0" y="80"/>
                </a:cubicBezTo>
                <a:cubicBezTo>
                  <a:pt x="5" y="84"/>
                  <a:pt x="11" y="87"/>
                  <a:pt x="18" y="87"/>
                </a:cubicBezTo>
                <a:cubicBezTo>
                  <a:pt x="41" y="87"/>
                  <a:pt x="79" y="61"/>
                  <a:pt x="13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1" name="Google Shape;4171;p49"/>
          <p:cNvSpPr/>
          <p:nvPr/>
        </p:nvSpPr>
        <p:spPr>
          <a:xfrm rot="3599982">
            <a:off x="7153366" y="-3454"/>
            <a:ext cx="10420" cy="9516"/>
          </a:xfrm>
          <a:custGeom>
            <a:avLst/>
            <a:gdLst/>
            <a:ahLst/>
            <a:cxnLst/>
            <a:rect l="l" t="t" r="r" b="b"/>
            <a:pathLst>
              <a:path w="219" h="200" extrusionOk="0">
                <a:moveTo>
                  <a:pt x="219" y="0"/>
                </a:moveTo>
                <a:lnTo>
                  <a:pt x="139" y="40"/>
                </a:lnTo>
                <a:lnTo>
                  <a:pt x="0" y="199"/>
                </a:lnTo>
                <a:lnTo>
                  <a:pt x="219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2" name="Google Shape;4172;p49"/>
          <p:cNvSpPr/>
          <p:nvPr/>
        </p:nvSpPr>
        <p:spPr>
          <a:xfrm rot="3599982">
            <a:off x="7008983" y="-18351"/>
            <a:ext cx="7613" cy="7613"/>
          </a:xfrm>
          <a:custGeom>
            <a:avLst/>
            <a:gdLst/>
            <a:ahLst/>
            <a:cxnLst/>
            <a:rect l="l" t="t" r="r" b="b"/>
            <a:pathLst>
              <a:path w="160" h="160" extrusionOk="0">
                <a:moveTo>
                  <a:pt x="160" y="0"/>
                </a:moveTo>
                <a:lnTo>
                  <a:pt x="160" y="0"/>
                </a:lnTo>
                <a:cubicBezTo>
                  <a:pt x="124" y="36"/>
                  <a:pt x="95" y="43"/>
                  <a:pt x="65" y="43"/>
                </a:cubicBezTo>
                <a:cubicBezTo>
                  <a:pt x="45" y="43"/>
                  <a:pt x="24" y="40"/>
                  <a:pt x="0" y="40"/>
                </a:cubicBezTo>
                <a:lnTo>
                  <a:pt x="120" y="160"/>
                </a:lnTo>
                <a:lnTo>
                  <a:pt x="1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3" name="Google Shape;4173;p49"/>
          <p:cNvSpPr/>
          <p:nvPr/>
        </p:nvSpPr>
        <p:spPr>
          <a:xfrm rot="3599982">
            <a:off x="6967478" y="-22530"/>
            <a:ext cx="10610" cy="15083"/>
          </a:xfrm>
          <a:custGeom>
            <a:avLst/>
            <a:gdLst/>
            <a:ahLst/>
            <a:cxnLst/>
            <a:rect l="l" t="t" r="r" b="b"/>
            <a:pathLst>
              <a:path w="223" h="317" extrusionOk="0">
                <a:moveTo>
                  <a:pt x="183" y="1"/>
                </a:moveTo>
                <a:cubicBezTo>
                  <a:pt x="169" y="1"/>
                  <a:pt x="139" y="20"/>
                  <a:pt x="82" y="72"/>
                </a:cubicBezTo>
                <a:cubicBezTo>
                  <a:pt x="97" y="114"/>
                  <a:pt x="0" y="317"/>
                  <a:pt x="29" y="317"/>
                </a:cubicBezTo>
                <a:cubicBezTo>
                  <a:pt x="40" y="317"/>
                  <a:pt x="73" y="283"/>
                  <a:pt x="142" y="191"/>
                </a:cubicBezTo>
                <a:cubicBezTo>
                  <a:pt x="127" y="161"/>
                  <a:pt x="222" y="1"/>
                  <a:pt x="18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4" name="Google Shape;4174;p49"/>
          <p:cNvSpPr/>
          <p:nvPr/>
        </p:nvSpPr>
        <p:spPr>
          <a:xfrm rot="3599982">
            <a:off x="6556359" y="-270066"/>
            <a:ext cx="1903" cy="2902"/>
          </a:xfrm>
          <a:custGeom>
            <a:avLst/>
            <a:gdLst/>
            <a:ahLst/>
            <a:cxnLst/>
            <a:rect l="l" t="t" r="r" b="b"/>
            <a:pathLst>
              <a:path w="40" h="61" extrusionOk="0">
                <a:moveTo>
                  <a:pt x="0" y="60"/>
                </a:moveTo>
                <a:cubicBezTo>
                  <a:pt x="20" y="41"/>
                  <a:pt x="40" y="21"/>
                  <a:pt x="40" y="1"/>
                </a:cubicBezTo>
                <a:cubicBezTo>
                  <a:pt x="40" y="21"/>
                  <a:pt x="20" y="41"/>
                  <a:pt x="0" y="6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5" name="Google Shape;4175;p49"/>
          <p:cNvSpPr/>
          <p:nvPr/>
        </p:nvSpPr>
        <p:spPr>
          <a:xfrm rot="3599982">
            <a:off x="6559704" y="-269792"/>
            <a:ext cx="15225" cy="10468"/>
          </a:xfrm>
          <a:custGeom>
            <a:avLst/>
            <a:gdLst/>
            <a:ahLst/>
            <a:cxnLst/>
            <a:rect l="l" t="t" r="r" b="b"/>
            <a:pathLst>
              <a:path w="320" h="220" extrusionOk="0">
                <a:moveTo>
                  <a:pt x="160" y="1"/>
                </a:moveTo>
                <a:lnTo>
                  <a:pt x="160" y="1"/>
                </a:lnTo>
                <a:cubicBezTo>
                  <a:pt x="100" y="61"/>
                  <a:pt x="61" y="140"/>
                  <a:pt x="1" y="220"/>
                </a:cubicBezTo>
                <a:cubicBezTo>
                  <a:pt x="140" y="81"/>
                  <a:pt x="319" y="81"/>
                  <a:pt x="16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6" name="Google Shape;4176;p49"/>
          <p:cNvSpPr txBox="1">
            <a:spLocks noGrp="1"/>
          </p:cNvSpPr>
          <p:nvPr>
            <p:ph type="subTitle" idx="1"/>
          </p:nvPr>
        </p:nvSpPr>
        <p:spPr>
          <a:xfrm>
            <a:off x="2038120" y="2912774"/>
            <a:ext cx="4583700" cy="541500"/>
          </a:xfrm>
          <a:prstGeom prst="rect">
            <a:avLst/>
          </a:prstGeom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Soft </a:t>
            </a:r>
            <a:r>
              <a:rPr lang="fr-FR" dirty="0" err="1"/>
              <a:t>steps</a:t>
            </a:r>
            <a:r>
              <a:rPr lang="fr-FR" dirty="0"/>
              <a:t> </a:t>
            </a:r>
            <a:r>
              <a:rPr lang="fr-FR" dirty="0" err="1"/>
              <a:t>towards</a:t>
            </a:r>
            <a:r>
              <a:rPr lang="fr-FR" dirty="0"/>
              <a:t> a </a:t>
            </a:r>
            <a:r>
              <a:rPr lang="fr-FR" dirty="0" err="1"/>
              <a:t>better</a:t>
            </a:r>
            <a:r>
              <a:rPr lang="fr-FR" dirty="0"/>
              <a:t> </a:t>
            </a:r>
            <a:r>
              <a:rPr lang="fr-FR" dirty="0" err="1"/>
              <a:t>you</a:t>
            </a:r>
            <a:r>
              <a:rPr lang="fr-FR" dirty="0"/>
              <a:t>.</a:t>
            </a:r>
            <a:endParaRPr dirty="0"/>
          </a:p>
        </p:txBody>
      </p:sp>
      <p:sp>
        <p:nvSpPr>
          <p:cNvPr id="4177" name="Google Shape;4177;p49"/>
          <p:cNvSpPr txBox="1">
            <a:spLocks noGrp="1"/>
          </p:cNvSpPr>
          <p:nvPr>
            <p:ph type="ctrTitle"/>
          </p:nvPr>
        </p:nvSpPr>
        <p:spPr>
          <a:xfrm>
            <a:off x="1649100" y="1429821"/>
            <a:ext cx="5845800" cy="1697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Gaegu"/>
                <a:ea typeface="Gaegu"/>
                <a:cs typeface="Gaegu"/>
                <a:sym typeface="Gaegu"/>
              </a:rPr>
              <a:t>Reframe</a:t>
            </a:r>
            <a:endParaRPr b="1" dirty="0"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4178" name="Google Shape;4178;p49"/>
          <p:cNvSpPr/>
          <p:nvPr/>
        </p:nvSpPr>
        <p:spPr>
          <a:xfrm>
            <a:off x="6628301" y="2912774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9" name="Google Shape;4179;p49"/>
          <p:cNvGrpSpPr/>
          <p:nvPr/>
        </p:nvGrpSpPr>
        <p:grpSpPr>
          <a:xfrm>
            <a:off x="6809063" y="2997531"/>
            <a:ext cx="296817" cy="371986"/>
            <a:chOff x="1677825" y="3820225"/>
            <a:chExt cx="345900" cy="433500"/>
          </a:xfrm>
        </p:grpSpPr>
        <p:sp>
          <p:nvSpPr>
            <p:cNvPr id="4180" name="Google Shape;4180;p49"/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1" name="Google Shape;4181;p49"/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sp>
        <p:nvSpPr>
          <p:cNvPr id="4182" name="Google Shape;4182;p49"/>
          <p:cNvSpPr/>
          <p:nvPr/>
        </p:nvSpPr>
        <p:spPr>
          <a:xfrm>
            <a:off x="1165600" y="1313725"/>
            <a:ext cx="483494" cy="441537"/>
          </a:xfrm>
          <a:custGeom>
            <a:avLst/>
            <a:gdLst/>
            <a:ahLst/>
            <a:cxnLst/>
            <a:rect l="l" t="t" r="r" b="b"/>
            <a:pathLst>
              <a:path w="11919" h="10884" extrusionOk="0">
                <a:moveTo>
                  <a:pt x="3204" y="0"/>
                </a:moveTo>
                <a:lnTo>
                  <a:pt x="5074" y="4238"/>
                </a:lnTo>
                <a:lnTo>
                  <a:pt x="1" y="3940"/>
                </a:lnTo>
                <a:lnTo>
                  <a:pt x="4497" y="5889"/>
                </a:lnTo>
                <a:lnTo>
                  <a:pt x="2607" y="9132"/>
                </a:lnTo>
                <a:lnTo>
                  <a:pt x="5771" y="6208"/>
                </a:lnTo>
                <a:lnTo>
                  <a:pt x="6089" y="10883"/>
                </a:lnTo>
                <a:lnTo>
                  <a:pt x="7163" y="6307"/>
                </a:lnTo>
                <a:lnTo>
                  <a:pt x="11919" y="6964"/>
                </a:lnTo>
                <a:lnTo>
                  <a:pt x="7900" y="4457"/>
                </a:lnTo>
                <a:lnTo>
                  <a:pt x="8974" y="119"/>
                </a:lnTo>
                <a:lnTo>
                  <a:pt x="6348" y="3681"/>
                </a:lnTo>
                <a:lnTo>
                  <a:pt x="320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3" name="Google Shape;4183;p49"/>
          <p:cNvSpPr/>
          <p:nvPr/>
        </p:nvSpPr>
        <p:spPr>
          <a:xfrm>
            <a:off x="7433629" y="2673825"/>
            <a:ext cx="296813" cy="271066"/>
          </a:xfrm>
          <a:custGeom>
            <a:avLst/>
            <a:gdLst/>
            <a:ahLst/>
            <a:cxnLst/>
            <a:rect l="l" t="t" r="r" b="b"/>
            <a:pathLst>
              <a:path w="11919" h="10884" extrusionOk="0">
                <a:moveTo>
                  <a:pt x="3204" y="0"/>
                </a:moveTo>
                <a:lnTo>
                  <a:pt x="5074" y="4238"/>
                </a:lnTo>
                <a:lnTo>
                  <a:pt x="1" y="3940"/>
                </a:lnTo>
                <a:lnTo>
                  <a:pt x="4497" y="5889"/>
                </a:lnTo>
                <a:lnTo>
                  <a:pt x="2607" y="9132"/>
                </a:lnTo>
                <a:lnTo>
                  <a:pt x="5771" y="6208"/>
                </a:lnTo>
                <a:lnTo>
                  <a:pt x="6089" y="10883"/>
                </a:lnTo>
                <a:lnTo>
                  <a:pt x="7163" y="6307"/>
                </a:lnTo>
                <a:lnTo>
                  <a:pt x="11919" y="6964"/>
                </a:lnTo>
                <a:lnTo>
                  <a:pt x="7900" y="4457"/>
                </a:lnTo>
                <a:lnTo>
                  <a:pt x="8974" y="119"/>
                </a:lnTo>
                <a:lnTo>
                  <a:pt x="6348" y="3681"/>
                </a:lnTo>
                <a:lnTo>
                  <a:pt x="32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4" name="Google Shape;4194;p51">
            <a:hlinkClick r:id="" action="ppaction://noaction"/>
          </p:cNvPr>
          <p:cNvSpPr/>
          <p:nvPr/>
        </p:nvSpPr>
        <p:spPr>
          <a:xfrm>
            <a:off x="901926" y="3540938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95" name="Google Shape;4195;p51"/>
          <p:cNvSpPr/>
          <p:nvPr/>
        </p:nvSpPr>
        <p:spPr>
          <a:xfrm>
            <a:off x="1654320" y="3183013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6" name="Google Shape;4196;p51">
            <a:hlinkClick r:id="rId3" action="ppaction://hlinksldjump"/>
          </p:cNvPr>
          <p:cNvSpPr/>
          <p:nvPr/>
        </p:nvSpPr>
        <p:spPr>
          <a:xfrm>
            <a:off x="4839926" y="1768513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97" name="Google Shape;4197;p51">
            <a:hlinkClick r:id="" action="ppaction://noaction"/>
          </p:cNvPr>
          <p:cNvSpPr/>
          <p:nvPr/>
        </p:nvSpPr>
        <p:spPr>
          <a:xfrm>
            <a:off x="4839926" y="3540938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98" name="Google Shape;4198;p51"/>
          <p:cNvSpPr/>
          <p:nvPr/>
        </p:nvSpPr>
        <p:spPr>
          <a:xfrm>
            <a:off x="5567350" y="1429188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9" name="Google Shape;4199;p51"/>
          <p:cNvSpPr/>
          <p:nvPr/>
        </p:nvSpPr>
        <p:spPr>
          <a:xfrm>
            <a:off x="5567350" y="3183013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00" name="Google Shape;4200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TABLE OF CONTENTS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4201" name="Google Shape;4201;p51"/>
          <p:cNvSpPr txBox="1">
            <a:spLocks noGrp="1"/>
          </p:cNvSpPr>
          <p:nvPr>
            <p:ph type="subTitle" idx="1"/>
          </p:nvPr>
        </p:nvSpPr>
        <p:spPr>
          <a:xfrm>
            <a:off x="6064150" y="3229211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fr-FR" dirty="0">
                <a:solidFill>
                  <a:schemeClr val="dk1"/>
                </a:solidFill>
              </a:rPr>
              <a:t>SOLUTION</a:t>
            </a:r>
          </a:p>
        </p:txBody>
      </p:sp>
      <p:sp>
        <p:nvSpPr>
          <p:cNvPr id="4202" name="Google Shape;4202;p51"/>
          <p:cNvSpPr/>
          <p:nvPr/>
        </p:nvSpPr>
        <p:spPr>
          <a:xfrm>
            <a:off x="1629350" y="1429188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3" name="Google Shape;4203;p51">
            <a:hlinkClick r:id="rId4" action="ppaction://hlinksldjump"/>
          </p:cNvPr>
          <p:cNvSpPr/>
          <p:nvPr/>
        </p:nvSpPr>
        <p:spPr>
          <a:xfrm>
            <a:off x="901926" y="1768513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204" name="Google Shape;4204;p51"/>
          <p:cNvSpPr txBox="1">
            <a:spLocks noGrp="1"/>
          </p:cNvSpPr>
          <p:nvPr>
            <p:ph type="subTitle" idx="2"/>
          </p:nvPr>
        </p:nvSpPr>
        <p:spPr>
          <a:xfrm>
            <a:off x="5708580" y="3664363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/>
              <a:t>the proposed approach to address the problem.</a:t>
            </a:r>
          </a:p>
        </p:txBody>
      </p:sp>
      <p:sp>
        <p:nvSpPr>
          <p:cNvPr id="4205" name="Google Shape;4205;p51">
            <a:hlinkClick r:id="" action="ppaction://noaction"/>
          </p:cNvPr>
          <p:cNvSpPr txBox="1">
            <a:spLocks noGrp="1"/>
          </p:cNvSpPr>
          <p:nvPr>
            <p:ph type="title" idx="3"/>
          </p:nvPr>
        </p:nvSpPr>
        <p:spPr>
          <a:xfrm>
            <a:off x="876950" y="3579613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206" name="Google Shape;4206;p51"/>
          <p:cNvSpPr txBox="1">
            <a:spLocks noGrp="1"/>
          </p:cNvSpPr>
          <p:nvPr>
            <p:ph type="subTitle" idx="4"/>
          </p:nvPr>
        </p:nvSpPr>
        <p:spPr>
          <a:xfrm>
            <a:off x="1795550" y="3232522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fr-FR" dirty="0"/>
              <a:t>MARKET</a:t>
            </a:r>
          </a:p>
        </p:txBody>
      </p:sp>
      <p:sp>
        <p:nvSpPr>
          <p:cNvPr id="4207" name="Google Shape;4207;p51"/>
          <p:cNvSpPr txBox="1">
            <a:spLocks noGrp="1"/>
          </p:cNvSpPr>
          <p:nvPr>
            <p:ph type="subTitle" idx="5"/>
          </p:nvPr>
        </p:nvSpPr>
        <p:spPr>
          <a:xfrm>
            <a:off x="5733550" y="3678738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dirty="0"/>
              <a:t> </a:t>
            </a:r>
          </a:p>
        </p:txBody>
      </p:sp>
      <p:sp>
        <p:nvSpPr>
          <p:cNvPr id="4208" name="Google Shape;4208;p51">
            <a:hlinkClick r:id="" action="ppaction://noaction"/>
          </p:cNvPr>
          <p:cNvSpPr txBox="1">
            <a:spLocks noGrp="1"/>
          </p:cNvSpPr>
          <p:nvPr>
            <p:ph type="title" idx="6"/>
          </p:nvPr>
        </p:nvSpPr>
        <p:spPr>
          <a:xfrm>
            <a:off x="4814950" y="3579613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209" name="Google Shape;4209;p51"/>
          <p:cNvSpPr txBox="1">
            <a:spLocks noGrp="1"/>
          </p:cNvSpPr>
          <p:nvPr>
            <p:ph type="subTitle" idx="7"/>
          </p:nvPr>
        </p:nvSpPr>
        <p:spPr>
          <a:xfrm>
            <a:off x="1770580" y="1533613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fr-FR" dirty="0"/>
              <a:t>TEAM</a:t>
            </a:r>
          </a:p>
        </p:txBody>
      </p:sp>
      <p:sp>
        <p:nvSpPr>
          <p:cNvPr id="4210" name="Google Shape;4210;p51"/>
          <p:cNvSpPr txBox="1">
            <a:spLocks noGrp="1"/>
          </p:cNvSpPr>
          <p:nvPr>
            <p:ph type="subTitle" idx="8"/>
          </p:nvPr>
        </p:nvSpPr>
        <p:spPr>
          <a:xfrm>
            <a:off x="1795550" y="1924913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dirty="0"/>
              <a:t>the group behind the project’s success.</a:t>
            </a:r>
          </a:p>
        </p:txBody>
      </p:sp>
      <p:sp>
        <p:nvSpPr>
          <p:cNvPr id="4211" name="Google Shape;4211;p51">
            <a:hlinkClick r:id="rId4" action="ppaction://hlinksldjump"/>
          </p:cNvPr>
          <p:cNvSpPr txBox="1">
            <a:spLocks noGrp="1"/>
          </p:cNvSpPr>
          <p:nvPr>
            <p:ph type="title" idx="9"/>
          </p:nvPr>
        </p:nvSpPr>
        <p:spPr>
          <a:xfrm>
            <a:off x="876950" y="1825788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212" name="Google Shape;4212;p51">
            <a:hlinkClick r:id="rId3" action="ppaction://hlinksldjump"/>
          </p:cNvPr>
          <p:cNvSpPr txBox="1">
            <a:spLocks noGrp="1"/>
          </p:cNvSpPr>
          <p:nvPr>
            <p:ph type="subTitle" idx="13"/>
          </p:nvPr>
        </p:nvSpPr>
        <p:spPr>
          <a:xfrm>
            <a:off x="5733550" y="1455113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fr-FR" dirty="0">
                <a:uFill>
                  <a:noFill/>
                </a:uFill>
              </a:rPr>
              <a:t>PROBLEM</a:t>
            </a:r>
            <a:endParaRPr lang="fr-FR" dirty="0"/>
          </a:p>
        </p:txBody>
      </p:sp>
      <p:sp>
        <p:nvSpPr>
          <p:cNvPr id="4213" name="Google Shape;4213;p51"/>
          <p:cNvSpPr txBox="1">
            <a:spLocks noGrp="1"/>
          </p:cNvSpPr>
          <p:nvPr>
            <p:ph type="subTitle" idx="14"/>
          </p:nvPr>
        </p:nvSpPr>
        <p:spPr>
          <a:xfrm>
            <a:off x="5733550" y="1924913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/>
              <a:t>The specific issue that motivates this work.</a:t>
            </a:r>
          </a:p>
        </p:txBody>
      </p:sp>
      <p:sp>
        <p:nvSpPr>
          <p:cNvPr id="4214" name="Google Shape;4214;p51">
            <a:hlinkClick r:id="rId3" action="ppaction://hlinksldjump"/>
          </p:cNvPr>
          <p:cNvSpPr txBox="1">
            <a:spLocks noGrp="1"/>
          </p:cNvSpPr>
          <p:nvPr>
            <p:ph type="title" idx="15"/>
          </p:nvPr>
        </p:nvSpPr>
        <p:spPr>
          <a:xfrm>
            <a:off x="4814950" y="1825788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" name="Google Shape;4213;p51">
            <a:extLst>
              <a:ext uri="{FF2B5EF4-FFF2-40B4-BE49-F238E27FC236}">
                <a16:creationId xmlns:a16="http://schemas.microsoft.com/office/drawing/2014/main" id="{7C975D3D-C5D2-E391-823C-F47CEC3D71F8}"/>
              </a:ext>
            </a:extLst>
          </p:cNvPr>
          <p:cNvSpPr txBox="1">
            <a:spLocks/>
          </p:cNvSpPr>
          <p:nvPr/>
        </p:nvSpPr>
        <p:spPr>
          <a:xfrm>
            <a:off x="1795550" y="3664363"/>
            <a:ext cx="2367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None/>
              <a:defRPr sz="1600" b="0" i="0" u="none" strike="noStrike" cap="none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defRPr>
            </a:lvl9pPr>
          </a:lstStyle>
          <a:p>
            <a:pPr marL="0" indent="0"/>
            <a:r>
              <a:rPr lang="en-US" dirty="0"/>
              <a:t>the target audience and context for the 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93">
          <a:extLst>
            <a:ext uri="{FF2B5EF4-FFF2-40B4-BE49-F238E27FC236}">
              <a16:creationId xmlns:a16="http://schemas.microsoft.com/office/drawing/2014/main" id="{A653F9A3-C006-F602-6AD1-096A10BF4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6" name="Google Shape;4196;p51">
            <a:hlinkClick r:id="rId3" action="ppaction://hlinksldjump"/>
            <a:extLst>
              <a:ext uri="{FF2B5EF4-FFF2-40B4-BE49-F238E27FC236}">
                <a16:creationId xmlns:a16="http://schemas.microsoft.com/office/drawing/2014/main" id="{2AC58EDC-8A63-EAD3-A368-824888202848}"/>
              </a:ext>
            </a:extLst>
          </p:cNvPr>
          <p:cNvSpPr/>
          <p:nvPr/>
        </p:nvSpPr>
        <p:spPr>
          <a:xfrm>
            <a:off x="4864896" y="2667574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198" name="Google Shape;4198;p51">
            <a:extLst>
              <a:ext uri="{FF2B5EF4-FFF2-40B4-BE49-F238E27FC236}">
                <a16:creationId xmlns:a16="http://schemas.microsoft.com/office/drawing/2014/main" id="{100509CB-EAB7-7EB2-8D9C-3AC8A10EFEEA}"/>
              </a:ext>
            </a:extLst>
          </p:cNvPr>
          <p:cNvSpPr/>
          <p:nvPr/>
        </p:nvSpPr>
        <p:spPr>
          <a:xfrm>
            <a:off x="5673536" y="2517101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00" name="Google Shape;4200;p51">
            <a:extLst>
              <a:ext uri="{FF2B5EF4-FFF2-40B4-BE49-F238E27FC236}">
                <a16:creationId xmlns:a16="http://schemas.microsoft.com/office/drawing/2014/main" id="{5A8A56D6-F62E-C096-7514-BC29BE594E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</a:rPr>
              <a:t>TABLE OF CONTENTS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4202" name="Google Shape;4202;p51">
            <a:extLst>
              <a:ext uri="{FF2B5EF4-FFF2-40B4-BE49-F238E27FC236}">
                <a16:creationId xmlns:a16="http://schemas.microsoft.com/office/drawing/2014/main" id="{1ABF1831-4311-443F-5D5F-816EBD86D2CA}"/>
              </a:ext>
            </a:extLst>
          </p:cNvPr>
          <p:cNvSpPr/>
          <p:nvPr/>
        </p:nvSpPr>
        <p:spPr>
          <a:xfrm>
            <a:off x="1728410" y="2497613"/>
            <a:ext cx="2699700" cy="11643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3" name="Google Shape;4203;p51">
            <a:hlinkClick r:id="rId4" action="ppaction://hlinksldjump"/>
            <a:extLst>
              <a:ext uri="{FF2B5EF4-FFF2-40B4-BE49-F238E27FC236}">
                <a16:creationId xmlns:a16="http://schemas.microsoft.com/office/drawing/2014/main" id="{9AF53DBA-A375-24DD-47E2-688184E81D7E}"/>
              </a:ext>
            </a:extLst>
          </p:cNvPr>
          <p:cNvSpPr/>
          <p:nvPr/>
        </p:nvSpPr>
        <p:spPr>
          <a:xfrm>
            <a:off x="926896" y="2718586"/>
            <a:ext cx="538054" cy="572729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209" name="Google Shape;4209;p51">
            <a:extLst>
              <a:ext uri="{FF2B5EF4-FFF2-40B4-BE49-F238E27FC236}">
                <a16:creationId xmlns:a16="http://schemas.microsoft.com/office/drawing/2014/main" id="{FA09826C-1164-0249-860F-CF7DF762EE49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894610" y="2483686"/>
            <a:ext cx="23673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fr-FR" dirty="0">
                <a:uFill>
                  <a:noFill/>
                </a:uFill>
              </a:rPr>
              <a:t>TECHNOLOGIES</a:t>
            </a:r>
            <a:endParaRPr lang="fr-FR" dirty="0"/>
          </a:p>
        </p:txBody>
      </p:sp>
      <p:sp>
        <p:nvSpPr>
          <p:cNvPr id="4210" name="Google Shape;4210;p51">
            <a:extLst>
              <a:ext uri="{FF2B5EF4-FFF2-40B4-BE49-F238E27FC236}">
                <a16:creationId xmlns:a16="http://schemas.microsoft.com/office/drawing/2014/main" id="{EE22A134-E6D5-2692-8C25-1325CE9F20AE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894610" y="2904150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/>
              <a:t>the technical tools and platforms used.</a:t>
            </a:r>
          </a:p>
        </p:txBody>
      </p:sp>
      <p:sp>
        <p:nvSpPr>
          <p:cNvPr id="4211" name="Google Shape;4211;p51">
            <a:hlinkClick r:id="rId4" action="ppaction://hlinksldjump"/>
            <a:extLst>
              <a:ext uri="{FF2B5EF4-FFF2-40B4-BE49-F238E27FC236}">
                <a16:creationId xmlns:a16="http://schemas.microsoft.com/office/drawing/2014/main" id="{64EB7765-B045-AB7F-B481-82537AD23378}"/>
              </a:ext>
            </a:extLst>
          </p:cNvPr>
          <p:cNvSpPr txBox="1">
            <a:spLocks noGrp="1"/>
          </p:cNvSpPr>
          <p:nvPr>
            <p:ph type="title" idx="9"/>
          </p:nvPr>
        </p:nvSpPr>
        <p:spPr>
          <a:xfrm>
            <a:off x="876950" y="2819400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4213" name="Google Shape;4213;p51">
            <a:extLst>
              <a:ext uri="{FF2B5EF4-FFF2-40B4-BE49-F238E27FC236}">
                <a16:creationId xmlns:a16="http://schemas.microsoft.com/office/drawing/2014/main" id="{AEAA8DF2-F001-DC61-9929-CE2FDA95871A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6005936" y="2904150"/>
            <a:ext cx="23673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/>
            <a:r>
              <a:rPr lang="en-US" dirty="0"/>
              <a:t>Why choose us?</a:t>
            </a:r>
          </a:p>
        </p:txBody>
      </p:sp>
      <p:sp>
        <p:nvSpPr>
          <p:cNvPr id="4214" name="Google Shape;4214;p51">
            <a:hlinkClick r:id="rId3" action="ppaction://hlinksldjump"/>
            <a:extLst>
              <a:ext uri="{FF2B5EF4-FFF2-40B4-BE49-F238E27FC236}">
                <a16:creationId xmlns:a16="http://schemas.microsoft.com/office/drawing/2014/main" id="{0CFDE197-CB59-F58D-470D-8F9C721BCEC5}"/>
              </a:ext>
            </a:extLst>
          </p:cNvPr>
          <p:cNvSpPr txBox="1">
            <a:spLocks noGrp="1"/>
          </p:cNvSpPr>
          <p:nvPr>
            <p:ph type="title" idx="15"/>
          </p:nvPr>
        </p:nvSpPr>
        <p:spPr>
          <a:xfrm>
            <a:off x="4814950" y="2718600"/>
            <a:ext cx="588000" cy="371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" name="Google Shape;4209;p51">
            <a:extLst>
              <a:ext uri="{FF2B5EF4-FFF2-40B4-BE49-F238E27FC236}">
                <a16:creationId xmlns:a16="http://schemas.microsoft.com/office/drawing/2014/main" id="{0CD1894E-EE0A-71BF-F63F-69EDA89981E0}"/>
              </a:ext>
            </a:extLst>
          </p:cNvPr>
          <p:cNvSpPr txBox="1">
            <a:spLocks/>
          </p:cNvSpPr>
          <p:nvPr/>
        </p:nvSpPr>
        <p:spPr>
          <a:xfrm>
            <a:off x="5839736" y="2535150"/>
            <a:ext cx="2961590" cy="4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aegu"/>
              <a:buNone/>
              <a:defRPr sz="2600" b="1" i="0" u="none" strike="noStrike" cap="none">
                <a:solidFill>
                  <a:schemeClr val="dk1"/>
                </a:solidFill>
                <a:latin typeface="Gaegu"/>
                <a:ea typeface="Gaegu"/>
                <a:cs typeface="Gaegu"/>
                <a:sym typeface="Gaegu"/>
              </a:defRPr>
            </a:lvl1pPr>
            <a:lvl2pPr marL="914400" marR="0" lvl="1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aegu"/>
              <a:buNone/>
              <a:defRPr sz="2400" b="1" i="0" u="none" strike="noStrike" cap="none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2pPr>
            <a:lvl3pPr marL="1371600" marR="0" lvl="2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aegu"/>
              <a:buNone/>
              <a:defRPr sz="2400" b="1" i="0" u="none" strike="noStrike" cap="none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3pPr>
            <a:lvl4pPr marL="1828800" marR="0" lvl="3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aegu"/>
              <a:buNone/>
              <a:defRPr sz="2400" b="1" i="0" u="none" strike="noStrike" cap="none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4pPr>
            <a:lvl5pPr marL="2286000" marR="0" lvl="4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aegu"/>
              <a:buNone/>
              <a:defRPr sz="2400" b="1" i="0" u="none" strike="noStrike" cap="none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5pPr>
            <a:lvl6pPr marL="2743200" marR="0" lvl="5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aegu"/>
              <a:buNone/>
              <a:defRPr sz="2400" b="1" i="0" u="none" strike="noStrike" cap="none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6pPr>
            <a:lvl7pPr marL="3200400" marR="0" lvl="6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aegu"/>
              <a:buNone/>
              <a:defRPr sz="2400" b="1" i="0" u="none" strike="noStrike" cap="none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7pPr>
            <a:lvl8pPr marL="3657600" marR="0" lvl="7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aegu"/>
              <a:buNone/>
              <a:defRPr sz="2400" b="1" i="0" u="none" strike="noStrike" cap="none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8pPr>
            <a:lvl9pPr marL="4114800" marR="0" lvl="8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Gaegu"/>
              <a:buNone/>
              <a:defRPr sz="2400" b="1" i="0" u="none" strike="noStrike" cap="none">
                <a:solidFill>
                  <a:schemeClr val="dk2"/>
                </a:solidFill>
                <a:latin typeface="Gaegu"/>
                <a:ea typeface="Gaegu"/>
                <a:cs typeface="Gaegu"/>
                <a:sym typeface="Gaegu"/>
              </a:defRPr>
            </a:lvl9pPr>
          </a:lstStyle>
          <a:p>
            <a:pPr marL="0" indent="0"/>
            <a:r>
              <a:rPr lang="fr-FR" sz="2000" dirty="0" err="1"/>
              <a:t>Why</a:t>
            </a:r>
            <a:r>
              <a:rPr lang="fr-FR" sz="2000" dirty="0"/>
              <a:t> </a:t>
            </a:r>
            <a:r>
              <a:rPr lang="fr-FR" sz="2000" dirty="0" err="1"/>
              <a:t>We’re</a:t>
            </a:r>
            <a:r>
              <a:rPr lang="fr-FR" sz="2000" dirty="0"/>
              <a:t> </a:t>
            </a:r>
            <a:r>
              <a:rPr lang="fr-FR" sz="2000" dirty="0" err="1"/>
              <a:t>Different</a:t>
            </a: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761929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9" name="Google Shape;4239;p53"/>
          <p:cNvSpPr txBox="1">
            <a:spLocks noGrp="1"/>
          </p:cNvSpPr>
          <p:nvPr>
            <p:ph type="title"/>
          </p:nvPr>
        </p:nvSpPr>
        <p:spPr>
          <a:xfrm>
            <a:off x="1698861" y="1302376"/>
            <a:ext cx="5669814" cy="2715992"/>
          </a:xfrm>
          <a:prstGeom prst="rect">
            <a:avLst/>
          </a:prstGeom>
        </p:spPr>
        <p:txBody>
          <a:bodyPr spcFirstLastPara="1" wrap="square" lIns="91425" tIns="91425" rIns="91425" bIns="25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MEET ASATIR DIGITAL!</a:t>
            </a:r>
            <a:endParaRPr dirty="0"/>
          </a:p>
        </p:txBody>
      </p:sp>
      <p:sp>
        <p:nvSpPr>
          <p:cNvPr id="4241" name="Google Shape;4241;p53"/>
          <p:cNvSpPr/>
          <p:nvPr/>
        </p:nvSpPr>
        <p:spPr>
          <a:xfrm>
            <a:off x="1775325" y="3530275"/>
            <a:ext cx="430483" cy="426290"/>
          </a:xfrm>
          <a:custGeom>
            <a:avLst/>
            <a:gdLst/>
            <a:ahLst/>
            <a:cxnLst/>
            <a:rect l="l" t="t" r="r" b="b"/>
            <a:pathLst>
              <a:path w="13040" h="12913" extrusionOk="0">
                <a:moveTo>
                  <a:pt x="12211" y="724"/>
                </a:moveTo>
                <a:cubicBezTo>
                  <a:pt x="11302" y="3780"/>
                  <a:pt x="10942" y="6962"/>
                  <a:pt x="10205" y="10066"/>
                </a:cubicBezTo>
                <a:cubicBezTo>
                  <a:pt x="9374" y="9298"/>
                  <a:pt x="8449" y="8624"/>
                  <a:pt x="7775" y="7714"/>
                </a:cubicBezTo>
                <a:cubicBezTo>
                  <a:pt x="7701" y="7621"/>
                  <a:pt x="7587" y="7561"/>
                  <a:pt x="7474" y="7561"/>
                </a:cubicBezTo>
                <a:cubicBezTo>
                  <a:pt x="7398" y="7561"/>
                  <a:pt x="7321" y="7589"/>
                  <a:pt x="7258" y="7652"/>
                </a:cubicBezTo>
                <a:cubicBezTo>
                  <a:pt x="5879" y="9062"/>
                  <a:pt x="4562" y="10536"/>
                  <a:pt x="3308" y="12072"/>
                </a:cubicBezTo>
                <a:cubicBezTo>
                  <a:pt x="2572" y="11179"/>
                  <a:pt x="1678" y="10442"/>
                  <a:pt x="879" y="9595"/>
                </a:cubicBezTo>
                <a:cubicBezTo>
                  <a:pt x="2117" y="8326"/>
                  <a:pt x="3622" y="7338"/>
                  <a:pt x="4829" y="6022"/>
                </a:cubicBezTo>
                <a:cubicBezTo>
                  <a:pt x="4954" y="5896"/>
                  <a:pt x="4954" y="5692"/>
                  <a:pt x="4829" y="5567"/>
                </a:cubicBezTo>
                <a:cubicBezTo>
                  <a:pt x="3967" y="4658"/>
                  <a:pt x="3120" y="3733"/>
                  <a:pt x="2227" y="2855"/>
                </a:cubicBezTo>
                <a:cubicBezTo>
                  <a:pt x="5597" y="2291"/>
                  <a:pt x="8841" y="1225"/>
                  <a:pt x="12211" y="724"/>
                </a:cubicBezTo>
                <a:close/>
                <a:moveTo>
                  <a:pt x="12701" y="0"/>
                </a:moveTo>
                <a:cubicBezTo>
                  <a:pt x="12690" y="0"/>
                  <a:pt x="12678" y="1"/>
                  <a:pt x="12666" y="3"/>
                </a:cubicBezTo>
                <a:cubicBezTo>
                  <a:pt x="8873" y="504"/>
                  <a:pt x="5236" y="1758"/>
                  <a:pt x="1459" y="2323"/>
                </a:cubicBezTo>
                <a:cubicBezTo>
                  <a:pt x="1208" y="2370"/>
                  <a:pt x="1145" y="2714"/>
                  <a:pt x="1318" y="2871"/>
                </a:cubicBezTo>
                <a:cubicBezTo>
                  <a:pt x="2305" y="3812"/>
                  <a:pt x="3214" y="4815"/>
                  <a:pt x="4155" y="5787"/>
                </a:cubicBezTo>
                <a:cubicBezTo>
                  <a:pt x="2932" y="7040"/>
                  <a:pt x="1474" y="8012"/>
                  <a:pt x="267" y="9282"/>
                </a:cubicBezTo>
                <a:cubicBezTo>
                  <a:pt x="111" y="9376"/>
                  <a:pt x="1" y="9627"/>
                  <a:pt x="173" y="9815"/>
                </a:cubicBezTo>
                <a:cubicBezTo>
                  <a:pt x="1082" y="10818"/>
                  <a:pt x="2211" y="11649"/>
                  <a:pt x="3026" y="12746"/>
                </a:cubicBezTo>
                <a:cubicBezTo>
                  <a:pt x="3093" y="12841"/>
                  <a:pt x="3211" y="12913"/>
                  <a:pt x="3329" y="12913"/>
                </a:cubicBezTo>
                <a:cubicBezTo>
                  <a:pt x="3405" y="12913"/>
                  <a:pt x="3482" y="12883"/>
                  <a:pt x="3543" y="12809"/>
                </a:cubicBezTo>
                <a:cubicBezTo>
                  <a:pt x="4782" y="11273"/>
                  <a:pt x="6098" y="9783"/>
                  <a:pt x="7478" y="8373"/>
                </a:cubicBezTo>
                <a:cubicBezTo>
                  <a:pt x="8277" y="9313"/>
                  <a:pt x="9280" y="10034"/>
                  <a:pt x="10142" y="10912"/>
                </a:cubicBezTo>
                <a:cubicBezTo>
                  <a:pt x="10206" y="10981"/>
                  <a:pt x="10288" y="11012"/>
                  <a:pt x="10370" y="11012"/>
                </a:cubicBezTo>
                <a:cubicBezTo>
                  <a:pt x="10511" y="11012"/>
                  <a:pt x="10651" y="10920"/>
                  <a:pt x="10691" y="10771"/>
                </a:cubicBezTo>
                <a:cubicBezTo>
                  <a:pt x="11584" y="7354"/>
                  <a:pt x="11913" y="3796"/>
                  <a:pt x="12995" y="410"/>
                </a:cubicBezTo>
                <a:cubicBezTo>
                  <a:pt x="13039" y="247"/>
                  <a:pt x="12902" y="0"/>
                  <a:pt x="12701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42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/>
                                        <p:tgtEl>
                                          <p:spTgt spid="42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57"/>
          <p:cNvSpPr txBox="1">
            <a:spLocks noGrp="1"/>
          </p:cNvSpPr>
          <p:nvPr>
            <p:ph type="title"/>
          </p:nvPr>
        </p:nvSpPr>
        <p:spPr>
          <a:xfrm>
            <a:off x="1703850" y="2525325"/>
            <a:ext cx="57363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</a:t>
            </a:r>
            <a:endParaRPr dirty="0"/>
          </a:p>
        </p:txBody>
      </p:sp>
      <p:sp>
        <p:nvSpPr>
          <p:cNvPr id="4341" name="Google Shape;4341;p57"/>
          <p:cNvSpPr txBox="1">
            <a:spLocks noGrp="1"/>
          </p:cNvSpPr>
          <p:nvPr>
            <p:ph type="subTitle" idx="1"/>
          </p:nvPr>
        </p:nvSpPr>
        <p:spPr>
          <a:xfrm>
            <a:off x="1703838" y="3660200"/>
            <a:ext cx="5090700" cy="54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fr-FR" sz="1400" dirty="0"/>
              <a:t>The </a:t>
            </a:r>
            <a:r>
              <a:rPr lang="fr-FR" sz="1400" dirty="0" err="1"/>
              <a:t>rise</a:t>
            </a:r>
            <a:r>
              <a:rPr lang="fr-FR" sz="1400" dirty="0"/>
              <a:t> of mental </a:t>
            </a:r>
            <a:r>
              <a:rPr lang="fr-FR" sz="1400" dirty="0" err="1"/>
              <a:t>illness</a:t>
            </a:r>
            <a:r>
              <a:rPr lang="fr-FR" sz="1400" dirty="0"/>
              <a:t> and the </a:t>
            </a:r>
            <a:r>
              <a:rPr lang="fr-FR" sz="1400" dirty="0" err="1"/>
              <a:t>lack</a:t>
            </a:r>
            <a:r>
              <a:rPr lang="fr-FR" sz="1400" dirty="0"/>
              <a:t> of </a:t>
            </a:r>
            <a:r>
              <a:rPr lang="fr-FR" sz="1400" dirty="0" err="1"/>
              <a:t>awarness</a:t>
            </a:r>
            <a:r>
              <a:rPr lang="fr-FR" sz="1400" dirty="0"/>
              <a:t> </a:t>
            </a:r>
            <a:r>
              <a:rPr lang="fr-FR" sz="1400" dirty="0" err="1"/>
              <a:t>among</a:t>
            </a:r>
            <a:r>
              <a:rPr lang="fr-FR" sz="1400" dirty="0"/>
              <a:t> </a:t>
            </a:r>
            <a:r>
              <a:rPr lang="fr-FR" sz="1400" dirty="0" err="1"/>
              <a:t>students</a:t>
            </a:r>
            <a:r>
              <a:rPr lang="fr-FR" sz="1400" b="1" dirty="0"/>
              <a:t> </a:t>
            </a:r>
            <a:r>
              <a:rPr lang="fr-FR" sz="1400" dirty="0"/>
              <a:t>and </a:t>
            </a:r>
            <a:r>
              <a:rPr lang="fr-FR" sz="1400" dirty="0" err="1"/>
              <a:t>young</a:t>
            </a:r>
            <a:r>
              <a:rPr lang="fr-FR" sz="1400" dirty="0"/>
              <a:t> </a:t>
            </a:r>
            <a:r>
              <a:rPr lang="fr-FR" sz="1400" dirty="0" err="1"/>
              <a:t>professionals</a:t>
            </a:r>
            <a:r>
              <a:rPr lang="fr-FR" sz="1400" b="1" dirty="0"/>
              <a:t>.</a:t>
            </a:r>
            <a:endParaRPr sz="1400" dirty="0"/>
          </a:p>
        </p:txBody>
      </p:sp>
      <p:sp>
        <p:nvSpPr>
          <p:cNvPr id="4342" name="Google Shape;4342;p57"/>
          <p:cNvSpPr/>
          <p:nvPr/>
        </p:nvSpPr>
        <p:spPr>
          <a:xfrm>
            <a:off x="6794538" y="36602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3" name="Google Shape;4343;p57"/>
          <p:cNvGrpSpPr/>
          <p:nvPr/>
        </p:nvGrpSpPr>
        <p:grpSpPr>
          <a:xfrm>
            <a:off x="6976397" y="3744955"/>
            <a:ext cx="296817" cy="371986"/>
            <a:chOff x="1677825" y="3820225"/>
            <a:chExt cx="345900" cy="433500"/>
          </a:xfrm>
        </p:grpSpPr>
        <p:sp>
          <p:nvSpPr>
            <p:cNvPr id="4344" name="Google Shape;4344;p57"/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57"/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6" name="Google Shape;4346;p57"/>
          <p:cNvGrpSpPr/>
          <p:nvPr/>
        </p:nvGrpSpPr>
        <p:grpSpPr>
          <a:xfrm>
            <a:off x="7863997" y="3844169"/>
            <a:ext cx="397646" cy="458063"/>
            <a:chOff x="3150425" y="3024575"/>
            <a:chExt cx="130350" cy="150150"/>
          </a:xfrm>
        </p:grpSpPr>
        <p:sp>
          <p:nvSpPr>
            <p:cNvPr id="4347" name="Google Shape;4347;p57"/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57"/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57"/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57"/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57"/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57"/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57"/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57"/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5" name="Google Shape;4355;p57"/>
          <p:cNvSpPr/>
          <p:nvPr/>
        </p:nvSpPr>
        <p:spPr>
          <a:xfrm>
            <a:off x="1071600" y="2888250"/>
            <a:ext cx="397650" cy="47218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6" name="Google Shape;4356;p57"/>
          <p:cNvSpPr/>
          <p:nvPr/>
        </p:nvSpPr>
        <p:spPr>
          <a:xfrm rot="5400000">
            <a:off x="4050624" y="15412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357" name="Google Shape;4357;p57"/>
          <p:cNvSpPr txBox="1">
            <a:spLocks noGrp="1"/>
          </p:cNvSpPr>
          <p:nvPr>
            <p:ph type="title" idx="2"/>
          </p:nvPr>
        </p:nvSpPr>
        <p:spPr>
          <a:xfrm>
            <a:off x="4016250" y="166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sp>
        <p:nvSpPr>
          <p:cNvPr id="4358" name="Google Shape;4358;p57">
            <a:hlinkClick r:id="rId3" action="ppaction://hlinksldjump"/>
          </p:cNvPr>
          <p:cNvSpPr/>
          <p:nvPr/>
        </p:nvSpPr>
        <p:spPr>
          <a:xfrm>
            <a:off x="7696275" y="4481525"/>
            <a:ext cx="731100" cy="17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Home</a:t>
            </a:r>
            <a:endParaRPr sz="1100" b="1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2" name="Google Shape;4302;p55"/>
          <p:cNvSpPr txBox="1">
            <a:spLocks noGrp="1"/>
          </p:cNvSpPr>
          <p:nvPr>
            <p:ph type="title" idx="2"/>
          </p:nvPr>
        </p:nvSpPr>
        <p:spPr>
          <a:xfrm>
            <a:off x="1509000" y="3019197"/>
            <a:ext cx="6126000" cy="572700"/>
          </a:xfrm>
          <a:prstGeom prst="rect">
            <a:avLst/>
          </a:prstGeom>
        </p:spPr>
        <p:txBody>
          <a:bodyPr spcFirstLastPara="1" wrap="square" lIns="91425" tIns="90000" rIns="91425" bIns="91425" anchor="ctr" anchorCtr="0">
            <a:noAutofit/>
          </a:bodyPr>
          <a:lstStyle/>
          <a:p>
            <a:pPr lvl="0"/>
            <a:r>
              <a:rPr lang="en" dirty="0"/>
              <a:t>—</a:t>
            </a:r>
            <a:r>
              <a:rPr lang="fr-FR" dirty="0"/>
              <a:t>Prince Harry</a:t>
            </a:r>
            <a:endParaRPr dirty="0"/>
          </a:p>
        </p:txBody>
      </p:sp>
      <p:sp>
        <p:nvSpPr>
          <p:cNvPr id="4303" name="Google Shape;4303;p55"/>
          <p:cNvSpPr txBox="1">
            <a:spLocks noGrp="1"/>
          </p:cNvSpPr>
          <p:nvPr>
            <p:ph type="title"/>
          </p:nvPr>
        </p:nvSpPr>
        <p:spPr>
          <a:xfrm>
            <a:off x="1509000" y="1551600"/>
            <a:ext cx="6126000" cy="1467600"/>
          </a:xfrm>
          <a:prstGeom prst="rect">
            <a:avLst/>
          </a:prstGeom>
        </p:spPr>
        <p:txBody>
          <a:bodyPr spcFirstLastPara="1" wrap="square" lIns="91425" tIns="90000" rIns="91425" bIns="91425" anchor="ctr" anchorCtr="0">
            <a:noAutofit/>
          </a:bodyPr>
          <a:lstStyle/>
          <a:p>
            <a:pPr lvl="0"/>
            <a:r>
              <a:rPr lang="en" dirty="0"/>
              <a:t>“</a:t>
            </a:r>
            <a:r>
              <a:rPr lang="en-US" dirty="0"/>
              <a:t>You don’t always see the scars, but they are there. Mental health struggles can cloud the brightest mind and weigh the strongest soul.</a:t>
            </a:r>
            <a:r>
              <a:rPr lang="en" dirty="0"/>
              <a:t>”</a:t>
            </a:r>
            <a:endParaRPr dirty="0"/>
          </a:p>
        </p:txBody>
      </p:sp>
      <p:sp>
        <p:nvSpPr>
          <p:cNvPr id="4304" name="Google Shape;4304;p55"/>
          <p:cNvSpPr/>
          <p:nvPr/>
        </p:nvSpPr>
        <p:spPr>
          <a:xfrm>
            <a:off x="7520275" y="3518675"/>
            <a:ext cx="385328" cy="45752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6" dur="1000" fill="hold"/>
                                        <p:tgtEl>
                                          <p:spTgt spid="430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2">
          <a:extLst>
            <a:ext uri="{FF2B5EF4-FFF2-40B4-BE49-F238E27FC236}">
              <a16:creationId xmlns:a16="http://schemas.microsoft.com/office/drawing/2014/main" id="{5A5C4A1B-F97C-6DB4-7467-B60DBBFB3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3" name="Google Shape;4373;p59">
            <a:extLst>
              <a:ext uri="{FF2B5EF4-FFF2-40B4-BE49-F238E27FC236}">
                <a16:creationId xmlns:a16="http://schemas.microsoft.com/office/drawing/2014/main" id="{AF532FC1-4732-E1C3-661C-E6D3C686CE7D}"/>
              </a:ext>
            </a:extLst>
          </p:cNvPr>
          <p:cNvSpPr/>
          <p:nvPr/>
        </p:nvSpPr>
        <p:spPr>
          <a:xfrm>
            <a:off x="4939675" y="2682488"/>
            <a:ext cx="28605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4" name="Google Shape;4374;p59">
            <a:extLst>
              <a:ext uri="{FF2B5EF4-FFF2-40B4-BE49-F238E27FC236}">
                <a16:creationId xmlns:a16="http://schemas.microsoft.com/office/drawing/2014/main" id="{A992FF74-F9F9-A819-955C-52D0FB3ABE7D}"/>
              </a:ext>
            </a:extLst>
          </p:cNvPr>
          <p:cNvSpPr/>
          <p:nvPr/>
        </p:nvSpPr>
        <p:spPr>
          <a:xfrm>
            <a:off x="1343800" y="2682488"/>
            <a:ext cx="2860500" cy="15234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5" name="Google Shape;4375;p59">
            <a:extLst>
              <a:ext uri="{FF2B5EF4-FFF2-40B4-BE49-F238E27FC236}">
                <a16:creationId xmlns:a16="http://schemas.microsoft.com/office/drawing/2014/main" id="{7B7275DC-6A91-78CD-2574-9449177C2F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solidFill>
                  <a:schemeClr val="dk1"/>
                </a:solidFill>
              </a:rPr>
              <a:t>L</a:t>
            </a:r>
            <a:r>
              <a:rPr lang="en" dirty="0">
                <a:solidFill>
                  <a:schemeClr val="dk1"/>
                </a:solidFill>
              </a:rPr>
              <a:t>et’s get real</a:t>
            </a:r>
            <a:r>
              <a:rPr lang="en" dirty="0"/>
              <a:t>: STASTICS!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376" name="Google Shape;4376;p59">
            <a:extLst>
              <a:ext uri="{FF2B5EF4-FFF2-40B4-BE49-F238E27FC236}">
                <a16:creationId xmlns:a16="http://schemas.microsoft.com/office/drawing/2014/main" id="{60D2AA86-1A2F-FEC4-3383-D2F238F27C6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14800" y="3166913"/>
            <a:ext cx="2518500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of</a:t>
            </a:r>
            <a:r>
              <a:rPr lang="en-US" dirty="0"/>
              <a:t> </a:t>
            </a:r>
            <a:r>
              <a:rPr lang="en-US" u="sng" dirty="0"/>
              <a:t>college students </a:t>
            </a:r>
            <a:r>
              <a:rPr lang="en-US" b="0" dirty="0">
                <a:solidFill>
                  <a:schemeClr val="bg1">
                    <a:lumMod val="10000"/>
                  </a:schemeClr>
                </a:solidFill>
              </a:rPr>
              <a:t>report anxiety</a:t>
            </a:r>
            <a:endParaRPr b="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4378" name="Google Shape;4378;p59">
            <a:extLst>
              <a:ext uri="{FF2B5EF4-FFF2-40B4-BE49-F238E27FC236}">
                <a16:creationId xmlns:a16="http://schemas.microsoft.com/office/drawing/2014/main" id="{1CC5480F-1266-C978-B980-FB02ACAD3C6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897662" y="3401813"/>
            <a:ext cx="2945975" cy="9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sz="2400" b="0" dirty="0">
                <a:solidFill>
                  <a:schemeClr val="bg1">
                    <a:lumMod val="10000"/>
                  </a:schemeClr>
                </a:solidFill>
              </a:rPr>
              <a:t>of</a:t>
            </a:r>
            <a:r>
              <a:rPr lang="en-US" sz="2400" dirty="0">
                <a:solidFill>
                  <a:schemeClr val="bg1">
                    <a:lumMod val="10000"/>
                  </a:schemeClr>
                </a:solidFill>
              </a:rPr>
              <a:t> </a:t>
            </a:r>
            <a:r>
              <a:rPr lang="en-US" sz="2400" u="sng" dirty="0"/>
              <a:t>young professionals </a:t>
            </a:r>
            <a:r>
              <a:rPr lang="en-US" sz="2400" b="0" dirty="0">
                <a:solidFill>
                  <a:schemeClr val="bg1">
                    <a:lumMod val="10000"/>
                  </a:schemeClr>
                </a:solidFill>
              </a:rPr>
              <a:t>reported needing mental health support in the past year</a:t>
            </a:r>
            <a:endParaRPr sz="2400" b="0" dirty="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4380" name="Google Shape;4380;p59">
            <a:extLst>
              <a:ext uri="{FF2B5EF4-FFF2-40B4-BE49-F238E27FC236}">
                <a16:creationId xmlns:a16="http://schemas.microsoft.com/office/drawing/2014/main" id="{B555457E-788E-2B09-4B0B-4691AED228EB}"/>
              </a:ext>
            </a:extLst>
          </p:cNvPr>
          <p:cNvSpPr/>
          <p:nvPr/>
        </p:nvSpPr>
        <p:spPr>
          <a:xfrm>
            <a:off x="2388487" y="1570603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 dirty="0"/>
          </a:p>
        </p:txBody>
      </p:sp>
      <p:sp>
        <p:nvSpPr>
          <p:cNvPr id="4381" name="Google Shape;4381;p59">
            <a:extLst>
              <a:ext uri="{FF2B5EF4-FFF2-40B4-BE49-F238E27FC236}">
                <a16:creationId xmlns:a16="http://schemas.microsoft.com/office/drawing/2014/main" id="{460F86AE-8BDB-1A24-5AA3-58A12F807589}"/>
              </a:ext>
            </a:extLst>
          </p:cNvPr>
          <p:cNvSpPr/>
          <p:nvPr/>
        </p:nvSpPr>
        <p:spPr>
          <a:xfrm>
            <a:off x="5984362" y="1570603"/>
            <a:ext cx="771130" cy="820826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4407" name="Google Shape;4407;p59">
            <a:extLst>
              <a:ext uri="{FF2B5EF4-FFF2-40B4-BE49-F238E27FC236}">
                <a16:creationId xmlns:a16="http://schemas.microsoft.com/office/drawing/2014/main" id="{A5C78543-1246-9F38-A6B6-0D5D7A809B73}"/>
              </a:ext>
            </a:extLst>
          </p:cNvPr>
          <p:cNvGrpSpPr/>
          <p:nvPr/>
        </p:nvGrpSpPr>
        <p:grpSpPr>
          <a:xfrm>
            <a:off x="763096" y="2710477"/>
            <a:ext cx="401699" cy="355554"/>
            <a:chOff x="3279750" y="4755375"/>
            <a:chExt cx="144725" cy="128100"/>
          </a:xfrm>
        </p:grpSpPr>
        <p:sp>
          <p:nvSpPr>
            <p:cNvPr id="4408" name="Google Shape;4408;p59">
              <a:extLst>
                <a:ext uri="{FF2B5EF4-FFF2-40B4-BE49-F238E27FC236}">
                  <a16:creationId xmlns:a16="http://schemas.microsoft.com/office/drawing/2014/main" id="{62741618-F5FD-2728-CC59-CC8EA3986218}"/>
                </a:ext>
              </a:extLst>
            </p:cNvPr>
            <p:cNvSpPr/>
            <p:nvPr/>
          </p:nvSpPr>
          <p:spPr>
            <a:xfrm>
              <a:off x="3279750" y="4755375"/>
              <a:ext cx="144725" cy="128100"/>
            </a:xfrm>
            <a:custGeom>
              <a:avLst/>
              <a:gdLst/>
              <a:ahLst/>
              <a:cxnLst/>
              <a:rect l="l" t="t" r="r" b="b"/>
              <a:pathLst>
                <a:path w="5789" h="5124" extrusionOk="0">
                  <a:moveTo>
                    <a:pt x="3097" y="1"/>
                  </a:moveTo>
                  <a:cubicBezTo>
                    <a:pt x="3055" y="1"/>
                    <a:pt x="3011" y="3"/>
                    <a:pt x="2965" y="8"/>
                  </a:cubicBezTo>
                  <a:cubicBezTo>
                    <a:pt x="2030" y="148"/>
                    <a:pt x="2348" y="1302"/>
                    <a:pt x="2567" y="1938"/>
                  </a:cubicBezTo>
                  <a:cubicBezTo>
                    <a:pt x="2378" y="1445"/>
                    <a:pt x="1787" y="877"/>
                    <a:pt x="1272" y="877"/>
                  </a:cubicBezTo>
                  <a:cubicBezTo>
                    <a:pt x="1082" y="877"/>
                    <a:pt x="902" y="954"/>
                    <a:pt x="757" y="1143"/>
                  </a:cubicBezTo>
                  <a:cubicBezTo>
                    <a:pt x="1" y="2137"/>
                    <a:pt x="1533" y="2515"/>
                    <a:pt x="2169" y="2515"/>
                  </a:cubicBezTo>
                  <a:cubicBezTo>
                    <a:pt x="1473" y="2515"/>
                    <a:pt x="200" y="2515"/>
                    <a:pt x="438" y="3530"/>
                  </a:cubicBezTo>
                  <a:cubicBezTo>
                    <a:pt x="510" y="3845"/>
                    <a:pt x="761" y="3969"/>
                    <a:pt x="1065" y="3969"/>
                  </a:cubicBezTo>
                  <a:cubicBezTo>
                    <a:pt x="1519" y="3969"/>
                    <a:pt x="2091" y="3690"/>
                    <a:pt x="2354" y="3352"/>
                  </a:cubicBezTo>
                  <a:lnTo>
                    <a:pt x="2354" y="3352"/>
                  </a:lnTo>
                  <a:cubicBezTo>
                    <a:pt x="1937" y="4109"/>
                    <a:pt x="1599" y="5067"/>
                    <a:pt x="2766" y="5122"/>
                  </a:cubicBezTo>
                  <a:cubicBezTo>
                    <a:pt x="2785" y="5123"/>
                    <a:pt x="2804" y="5123"/>
                    <a:pt x="2823" y="5123"/>
                  </a:cubicBezTo>
                  <a:cubicBezTo>
                    <a:pt x="3696" y="5123"/>
                    <a:pt x="3575" y="4206"/>
                    <a:pt x="3244" y="3212"/>
                  </a:cubicBezTo>
                  <a:lnTo>
                    <a:pt x="3244" y="3212"/>
                  </a:lnTo>
                  <a:cubicBezTo>
                    <a:pt x="3554" y="3899"/>
                    <a:pt x="4083" y="4413"/>
                    <a:pt x="4559" y="4413"/>
                  </a:cubicBezTo>
                  <a:cubicBezTo>
                    <a:pt x="4786" y="4413"/>
                    <a:pt x="5000" y="4297"/>
                    <a:pt x="5174" y="4028"/>
                  </a:cubicBezTo>
                  <a:cubicBezTo>
                    <a:pt x="5609" y="3334"/>
                    <a:pt x="5040" y="2898"/>
                    <a:pt x="3759" y="2697"/>
                  </a:cubicBezTo>
                  <a:lnTo>
                    <a:pt x="3759" y="2697"/>
                  </a:lnTo>
                  <a:cubicBezTo>
                    <a:pt x="3920" y="2722"/>
                    <a:pt x="4078" y="2734"/>
                    <a:pt x="4229" y="2734"/>
                  </a:cubicBezTo>
                  <a:cubicBezTo>
                    <a:pt x="5133" y="2734"/>
                    <a:pt x="5788" y="2301"/>
                    <a:pt x="5432" y="1521"/>
                  </a:cubicBezTo>
                  <a:cubicBezTo>
                    <a:pt x="5295" y="1219"/>
                    <a:pt x="5074" y="1099"/>
                    <a:pt x="4825" y="1099"/>
                  </a:cubicBezTo>
                  <a:cubicBezTo>
                    <a:pt x="4352" y="1099"/>
                    <a:pt x="3783" y="1535"/>
                    <a:pt x="3522" y="1978"/>
                  </a:cubicBezTo>
                  <a:cubicBezTo>
                    <a:pt x="3846" y="1236"/>
                    <a:pt x="4024" y="1"/>
                    <a:pt x="309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9" name="Google Shape;4409;p59">
              <a:extLst>
                <a:ext uri="{FF2B5EF4-FFF2-40B4-BE49-F238E27FC236}">
                  <a16:creationId xmlns:a16="http://schemas.microsoft.com/office/drawing/2014/main" id="{89A2AEF2-DD7C-C985-C035-B1C368270568}"/>
                </a:ext>
              </a:extLst>
            </p:cNvPr>
            <p:cNvSpPr/>
            <p:nvPr/>
          </p:nvSpPr>
          <p:spPr>
            <a:xfrm>
              <a:off x="3324800" y="4798525"/>
              <a:ext cx="57975" cy="41975"/>
            </a:xfrm>
            <a:custGeom>
              <a:avLst/>
              <a:gdLst/>
              <a:ahLst/>
              <a:cxnLst/>
              <a:rect l="l" t="t" r="r" b="b"/>
              <a:pathLst>
                <a:path w="2319" h="1679" extrusionOk="0">
                  <a:moveTo>
                    <a:pt x="1142" y="0"/>
                  </a:moveTo>
                  <a:cubicBezTo>
                    <a:pt x="60" y="0"/>
                    <a:pt x="0" y="1533"/>
                    <a:pt x="964" y="1665"/>
                  </a:cubicBezTo>
                  <a:cubicBezTo>
                    <a:pt x="1034" y="1674"/>
                    <a:pt x="1100" y="1678"/>
                    <a:pt x="1162" y="1678"/>
                  </a:cubicBezTo>
                  <a:cubicBezTo>
                    <a:pt x="2318" y="1678"/>
                    <a:pt x="2304" y="183"/>
                    <a:pt x="1322" y="13"/>
                  </a:cubicBezTo>
                  <a:cubicBezTo>
                    <a:pt x="1259" y="4"/>
                    <a:pt x="1199" y="0"/>
                    <a:pt x="1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10" name="Google Shape;4410;p59">
            <a:extLst>
              <a:ext uri="{FF2B5EF4-FFF2-40B4-BE49-F238E27FC236}">
                <a16:creationId xmlns:a16="http://schemas.microsoft.com/office/drawing/2014/main" id="{3BC2BA89-CBE6-235E-5DD3-803A3EBC666A}"/>
              </a:ext>
            </a:extLst>
          </p:cNvPr>
          <p:cNvSpPr/>
          <p:nvPr/>
        </p:nvSpPr>
        <p:spPr>
          <a:xfrm>
            <a:off x="4095939" y="1077873"/>
            <a:ext cx="952106" cy="820805"/>
          </a:xfrm>
          <a:custGeom>
            <a:avLst/>
            <a:gdLst/>
            <a:ahLst/>
            <a:cxnLst/>
            <a:rect l="l" t="t" r="r" b="b"/>
            <a:pathLst>
              <a:path w="20514" h="17685" extrusionOk="0">
                <a:moveTo>
                  <a:pt x="14439" y="412"/>
                </a:moveTo>
                <a:lnTo>
                  <a:pt x="14439" y="412"/>
                </a:lnTo>
                <a:cubicBezTo>
                  <a:pt x="15237" y="1071"/>
                  <a:pt x="15684" y="2161"/>
                  <a:pt x="15580" y="3193"/>
                </a:cubicBezTo>
                <a:lnTo>
                  <a:pt x="15580" y="3193"/>
                </a:lnTo>
                <a:cubicBezTo>
                  <a:pt x="14606" y="2518"/>
                  <a:pt x="13847" y="1458"/>
                  <a:pt x="14439" y="412"/>
                </a:cubicBezTo>
                <a:close/>
                <a:moveTo>
                  <a:pt x="1680" y="4259"/>
                </a:moveTo>
                <a:cubicBezTo>
                  <a:pt x="1730" y="4259"/>
                  <a:pt x="1781" y="4263"/>
                  <a:pt x="1831" y="4273"/>
                </a:cubicBezTo>
                <a:cubicBezTo>
                  <a:pt x="2706" y="4472"/>
                  <a:pt x="3064" y="6601"/>
                  <a:pt x="3244" y="7357"/>
                </a:cubicBezTo>
                <a:cubicBezTo>
                  <a:pt x="3357" y="7849"/>
                  <a:pt x="3439" y="8345"/>
                  <a:pt x="3496" y="8846"/>
                </a:cubicBezTo>
                <a:lnTo>
                  <a:pt x="3496" y="8846"/>
                </a:lnTo>
                <a:cubicBezTo>
                  <a:pt x="2563" y="8329"/>
                  <a:pt x="1531" y="7633"/>
                  <a:pt x="936" y="6740"/>
                </a:cubicBezTo>
                <a:cubicBezTo>
                  <a:pt x="597" y="6263"/>
                  <a:pt x="359" y="5626"/>
                  <a:pt x="597" y="5049"/>
                </a:cubicBezTo>
                <a:cubicBezTo>
                  <a:pt x="777" y="4654"/>
                  <a:pt x="1216" y="4259"/>
                  <a:pt x="1680" y="4259"/>
                </a:cubicBezTo>
                <a:close/>
                <a:moveTo>
                  <a:pt x="14385" y="0"/>
                </a:moveTo>
                <a:cubicBezTo>
                  <a:pt x="14341" y="0"/>
                  <a:pt x="14296" y="15"/>
                  <a:pt x="14266" y="55"/>
                </a:cubicBezTo>
                <a:cubicBezTo>
                  <a:pt x="13356" y="1400"/>
                  <a:pt x="14282" y="2736"/>
                  <a:pt x="15525" y="3531"/>
                </a:cubicBezTo>
                <a:lnTo>
                  <a:pt x="15525" y="3531"/>
                </a:lnTo>
                <a:cubicBezTo>
                  <a:pt x="15447" y="3877"/>
                  <a:pt x="15302" y="4211"/>
                  <a:pt x="15082" y="4512"/>
                </a:cubicBezTo>
                <a:cubicBezTo>
                  <a:pt x="14604" y="5166"/>
                  <a:pt x="13828" y="5479"/>
                  <a:pt x="13044" y="5479"/>
                </a:cubicBezTo>
                <a:cubicBezTo>
                  <a:pt x="12323" y="5479"/>
                  <a:pt x="11596" y="5214"/>
                  <a:pt x="11090" y="4707"/>
                </a:cubicBezTo>
                <a:lnTo>
                  <a:pt x="11090" y="4707"/>
                </a:lnTo>
                <a:cubicBezTo>
                  <a:pt x="10969" y="4457"/>
                  <a:pt x="10808" y="4217"/>
                  <a:pt x="10605" y="3994"/>
                </a:cubicBezTo>
                <a:cubicBezTo>
                  <a:pt x="10576" y="3965"/>
                  <a:pt x="10539" y="3952"/>
                  <a:pt x="10501" y="3952"/>
                </a:cubicBezTo>
                <a:cubicBezTo>
                  <a:pt x="10387" y="3952"/>
                  <a:pt x="10267" y="4069"/>
                  <a:pt x="10327" y="4173"/>
                </a:cubicBezTo>
                <a:cubicBezTo>
                  <a:pt x="10442" y="4424"/>
                  <a:pt x="10594" y="4649"/>
                  <a:pt x="10773" y="4847"/>
                </a:cubicBezTo>
                <a:lnTo>
                  <a:pt x="10773" y="4847"/>
                </a:lnTo>
                <a:cubicBezTo>
                  <a:pt x="11505" y="6328"/>
                  <a:pt x="10640" y="8263"/>
                  <a:pt x="9332" y="9187"/>
                </a:cubicBezTo>
                <a:cubicBezTo>
                  <a:pt x="8633" y="9672"/>
                  <a:pt x="7836" y="9868"/>
                  <a:pt x="7022" y="9868"/>
                </a:cubicBezTo>
                <a:cubicBezTo>
                  <a:pt x="5962" y="9868"/>
                  <a:pt x="4873" y="9535"/>
                  <a:pt x="3933" y="9075"/>
                </a:cubicBezTo>
                <a:lnTo>
                  <a:pt x="3933" y="9075"/>
                </a:lnTo>
                <a:cubicBezTo>
                  <a:pt x="3805" y="7955"/>
                  <a:pt x="3569" y="6833"/>
                  <a:pt x="3224" y="5765"/>
                </a:cubicBezTo>
                <a:cubicBezTo>
                  <a:pt x="2968" y="5017"/>
                  <a:pt x="2612" y="3866"/>
                  <a:pt x="1679" y="3866"/>
                </a:cubicBezTo>
                <a:cubicBezTo>
                  <a:pt x="1595" y="3866"/>
                  <a:pt x="1507" y="3875"/>
                  <a:pt x="1413" y="3895"/>
                </a:cubicBezTo>
                <a:cubicBezTo>
                  <a:pt x="558" y="4094"/>
                  <a:pt x="0" y="4989"/>
                  <a:pt x="140" y="5845"/>
                </a:cubicBezTo>
                <a:cubicBezTo>
                  <a:pt x="339" y="7078"/>
                  <a:pt x="1493" y="7974"/>
                  <a:pt x="2448" y="8630"/>
                </a:cubicBezTo>
                <a:cubicBezTo>
                  <a:pt x="2788" y="8865"/>
                  <a:pt x="3154" y="9090"/>
                  <a:pt x="3540" y="9293"/>
                </a:cubicBezTo>
                <a:lnTo>
                  <a:pt x="3540" y="9293"/>
                </a:lnTo>
                <a:cubicBezTo>
                  <a:pt x="3575" y="9699"/>
                  <a:pt x="3594" y="10108"/>
                  <a:pt x="3602" y="10520"/>
                </a:cubicBezTo>
                <a:cubicBezTo>
                  <a:pt x="3602" y="12888"/>
                  <a:pt x="3084" y="15236"/>
                  <a:pt x="2030" y="17365"/>
                </a:cubicBezTo>
                <a:cubicBezTo>
                  <a:pt x="1950" y="17538"/>
                  <a:pt x="2102" y="17684"/>
                  <a:pt x="2247" y="17684"/>
                </a:cubicBezTo>
                <a:cubicBezTo>
                  <a:pt x="2319" y="17684"/>
                  <a:pt x="2388" y="17649"/>
                  <a:pt x="2428" y="17564"/>
                </a:cubicBezTo>
                <a:cubicBezTo>
                  <a:pt x="3602" y="15156"/>
                  <a:pt x="4159" y="12470"/>
                  <a:pt x="4000" y="9784"/>
                </a:cubicBezTo>
                <a:cubicBezTo>
                  <a:pt x="3993" y="9693"/>
                  <a:pt x="3985" y="9601"/>
                  <a:pt x="3977" y="9509"/>
                </a:cubicBezTo>
                <a:lnTo>
                  <a:pt x="3977" y="9509"/>
                </a:lnTo>
                <a:cubicBezTo>
                  <a:pt x="4926" y="9950"/>
                  <a:pt x="5965" y="10245"/>
                  <a:pt x="6986" y="10245"/>
                </a:cubicBezTo>
                <a:cubicBezTo>
                  <a:pt x="7739" y="10245"/>
                  <a:pt x="8482" y="10085"/>
                  <a:pt x="9173" y="9705"/>
                </a:cubicBezTo>
                <a:cubicBezTo>
                  <a:pt x="10693" y="8882"/>
                  <a:pt x="11706" y="6959"/>
                  <a:pt x="11304" y="5302"/>
                </a:cubicBezTo>
                <a:lnTo>
                  <a:pt x="11304" y="5302"/>
                </a:lnTo>
                <a:cubicBezTo>
                  <a:pt x="11821" y="5647"/>
                  <a:pt x="12447" y="5831"/>
                  <a:pt x="13070" y="5831"/>
                </a:cubicBezTo>
                <a:cubicBezTo>
                  <a:pt x="13822" y="5831"/>
                  <a:pt x="14571" y="5564"/>
                  <a:pt x="15122" y="4989"/>
                </a:cubicBezTo>
                <a:cubicBezTo>
                  <a:pt x="15476" y="4619"/>
                  <a:pt x="15706" y="4178"/>
                  <a:pt x="15826" y="3709"/>
                </a:cubicBezTo>
                <a:lnTo>
                  <a:pt x="15826" y="3709"/>
                </a:lnTo>
                <a:cubicBezTo>
                  <a:pt x="16377" y="4012"/>
                  <a:pt x="16965" y="4208"/>
                  <a:pt x="17469" y="4253"/>
                </a:cubicBezTo>
                <a:cubicBezTo>
                  <a:pt x="17556" y="4259"/>
                  <a:pt x="17642" y="4262"/>
                  <a:pt x="17728" y="4262"/>
                </a:cubicBezTo>
                <a:cubicBezTo>
                  <a:pt x="18775" y="4262"/>
                  <a:pt x="19789" y="3810"/>
                  <a:pt x="20175" y="2781"/>
                </a:cubicBezTo>
                <a:cubicBezTo>
                  <a:pt x="20513" y="1885"/>
                  <a:pt x="20315" y="791"/>
                  <a:pt x="19419" y="314"/>
                </a:cubicBezTo>
                <a:cubicBezTo>
                  <a:pt x="19408" y="308"/>
                  <a:pt x="19397" y="306"/>
                  <a:pt x="19387" y="306"/>
                </a:cubicBezTo>
                <a:cubicBezTo>
                  <a:pt x="19326" y="306"/>
                  <a:pt x="19291" y="399"/>
                  <a:pt x="19360" y="433"/>
                </a:cubicBezTo>
                <a:cubicBezTo>
                  <a:pt x="20215" y="990"/>
                  <a:pt x="20275" y="2144"/>
                  <a:pt x="19777" y="2980"/>
                </a:cubicBezTo>
                <a:cubicBezTo>
                  <a:pt x="19364" y="3669"/>
                  <a:pt x="18573" y="3946"/>
                  <a:pt x="17795" y="3946"/>
                </a:cubicBezTo>
                <a:cubicBezTo>
                  <a:pt x="17562" y="3946"/>
                  <a:pt x="17331" y="3921"/>
                  <a:pt x="17111" y="3875"/>
                </a:cubicBezTo>
                <a:cubicBezTo>
                  <a:pt x="16741" y="3806"/>
                  <a:pt x="16307" y="3635"/>
                  <a:pt x="15889" y="3390"/>
                </a:cubicBezTo>
                <a:lnTo>
                  <a:pt x="15889" y="3390"/>
                </a:lnTo>
                <a:cubicBezTo>
                  <a:pt x="16073" y="2147"/>
                  <a:pt x="15532" y="779"/>
                  <a:pt x="14505" y="35"/>
                </a:cubicBezTo>
                <a:cubicBezTo>
                  <a:pt x="14475" y="15"/>
                  <a:pt x="14430" y="0"/>
                  <a:pt x="14385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1" name="Google Shape;4411;p59">
            <a:extLst>
              <a:ext uri="{FF2B5EF4-FFF2-40B4-BE49-F238E27FC236}">
                <a16:creationId xmlns:a16="http://schemas.microsoft.com/office/drawing/2014/main" id="{4665DCF0-8474-2C2B-DE0B-68FC1A3F7E5C}"/>
              </a:ext>
            </a:extLst>
          </p:cNvPr>
          <p:cNvGrpSpPr/>
          <p:nvPr/>
        </p:nvGrpSpPr>
        <p:grpSpPr>
          <a:xfrm rot="-1544681">
            <a:off x="7784165" y="1330387"/>
            <a:ext cx="483213" cy="561331"/>
            <a:chOff x="5151000" y="2658925"/>
            <a:chExt cx="176600" cy="205150"/>
          </a:xfrm>
        </p:grpSpPr>
        <p:sp>
          <p:nvSpPr>
            <p:cNvPr id="4412" name="Google Shape;4412;p59">
              <a:extLst>
                <a:ext uri="{FF2B5EF4-FFF2-40B4-BE49-F238E27FC236}">
                  <a16:creationId xmlns:a16="http://schemas.microsoft.com/office/drawing/2014/main" id="{DD4C3859-BEE7-82E2-1AD7-18760F673358}"/>
                </a:ext>
              </a:extLst>
            </p:cNvPr>
            <p:cNvSpPr/>
            <p:nvPr/>
          </p:nvSpPr>
          <p:spPr>
            <a:xfrm>
              <a:off x="5151000" y="2658925"/>
              <a:ext cx="176600" cy="205150"/>
            </a:xfrm>
            <a:custGeom>
              <a:avLst/>
              <a:gdLst/>
              <a:ahLst/>
              <a:cxnLst/>
              <a:rect l="l" t="t" r="r" b="b"/>
              <a:pathLst>
                <a:path w="7064" h="8206" extrusionOk="0">
                  <a:moveTo>
                    <a:pt x="3564" y="0"/>
                  </a:moveTo>
                  <a:cubicBezTo>
                    <a:pt x="2841" y="0"/>
                    <a:pt x="2175" y="294"/>
                    <a:pt x="1632" y="800"/>
                  </a:cubicBezTo>
                  <a:cubicBezTo>
                    <a:pt x="1493" y="919"/>
                    <a:pt x="1373" y="1058"/>
                    <a:pt x="1254" y="1198"/>
                  </a:cubicBezTo>
                  <a:cubicBezTo>
                    <a:pt x="1075" y="1417"/>
                    <a:pt x="896" y="1655"/>
                    <a:pt x="756" y="1934"/>
                  </a:cubicBezTo>
                  <a:cubicBezTo>
                    <a:pt x="697" y="2033"/>
                    <a:pt x="637" y="2153"/>
                    <a:pt x="577" y="2272"/>
                  </a:cubicBezTo>
                  <a:cubicBezTo>
                    <a:pt x="438" y="2571"/>
                    <a:pt x="319" y="2889"/>
                    <a:pt x="239" y="3227"/>
                  </a:cubicBezTo>
                  <a:cubicBezTo>
                    <a:pt x="199" y="3307"/>
                    <a:pt x="179" y="3386"/>
                    <a:pt x="159" y="3466"/>
                  </a:cubicBezTo>
                  <a:cubicBezTo>
                    <a:pt x="120" y="3645"/>
                    <a:pt x="100" y="3804"/>
                    <a:pt x="80" y="3983"/>
                  </a:cubicBezTo>
                  <a:cubicBezTo>
                    <a:pt x="40" y="4142"/>
                    <a:pt x="20" y="4321"/>
                    <a:pt x="20" y="4481"/>
                  </a:cubicBezTo>
                  <a:cubicBezTo>
                    <a:pt x="20" y="4500"/>
                    <a:pt x="20" y="4520"/>
                    <a:pt x="20" y="4540"/>
                  </a:cubicBezTo>
                  <a:cubicBezTo>
                    <a:pt x="0" y="4779"/>
                    <a:pt x="0" y="5058"/>
                    <a:pt x="20" y="5316"/>
                  </a:cubicBezTo>
                  <a:cubicBezTo>
                    <a:pt x="20" y="5455"/>
                    <a:pt x="40" y="5595"/>
                    <a:pt x="60" y="5734"/>
                  </a:cubicBezTo>
                  <a:cubicBezTo>
                    <a:pt x="120" y="6032"/>
                    <a:pt x="199" y="6311"/>
                    <a:pt x="319" y="6570"/>
                  </a:cubicBezTo>
                  <a:cubicBezTo>
                    <a:pt x="358" y="6689"/>
                    <a:pt x="418" y="6789"/>
                    <a:pt x="478" y="6888"/>
                  </a:cubicBezTo>
                  <a:cubicBezTo>
                    <a:pt x="657" y="7167"/>
                    <a:pt x="876" y="7425"/>
                    <a:pt x="1174" y="7624"/>
                  </a:cubicBezTo>
                  <a:cubicBezTo>
                    <a:pt x="1751" y="8057"/>
                    <a:pt x="2753" y="8205"/>
                    <a:pt x="3569" y="8205"/>
                  </a:cubicBezTo>
                  <a:cubicBezTo>
                    <a:pt x="3766" y="8205"/>
                    <a:pt x="3952" y="8197"/>
                    <a:pt x="4119" y="8181"/>
                  </a:cubicBezTo>
                  <a:cubicBezTo>
                    <a:pt x="5631" y="8082"/>
                    <a:pt x="6467" y="7425"/>
                    <a:pt x="6845" y="6410"/>
                  </a:cubicBezTo>
                  <a:cubicBezTo>
                    <a:pt x="6884" y="6291"/>
                    <a:pt x="6924" y="6172"/>
                    <a:pt x="6944" y="6052"/>
                  </a:cubicBezTo>
                  <a:cubicBezTo>
                    <a:pt x="6984" y="5933"/>
                    <a:pt x="7004" y="5814"/>
                    <a:pt x="7024" y="5694"/>
                  </a:cubicBezTo>
                  <a:cubicBezTo>
                    <a:pt x="7044" y="5555"/>
                    <a:pt x="7044" y="5396"/>
                    <a:pt x="7063" y="5257"/>
                  </a:cubicBezTo>
                  <a:cubicBezTo>
                    <a:pt x="7063" y="5177"/>
                    <a:pt x="7063" y="5097"/>
                    <a:pt x="7063" y="5018"/>
                  </a:cubicBezTo>
                  <a:cubicBezTo>
                    <a:pt x="7063" y="4859"/>
                    <a:pt x="7063" y="4680"/>
                    <a:pt x="7044" y="4520"/>
                  </a:cubicBezTo>
                  <a:cubicBezTo>
                    <a:pt x="7044" y="4500"/>
                    <a:pt x="7044" y="4500"/>
                    <a:pt x="7044" y="4481"/>
                  </a:cubicBezTo>
                  <a:cubicBezTo>
                    <a:pt x="7004" y="4142"/>
                    <a:pt x="6924" y="3685"/>
                    <a:pt x="6805" y="3207"/>
                  </a:cubicBezTo>
                  <a:cubicBezTo>
                    <a:pt x="6785" y="3128"/>
                    <a:pt x="6745" y="3028"/>
                    <a:pt x="6725" y="2949"/>
                  </a:cubicBezTo>
                  <a:cubicBezTo>
                    <a:pt x="6705" y="2829"/>
                    <a:pt x="6666" y="2710"/>
                    <a:pt x="6626" y="2610"/>
                  </a:cubicBezTo>
                  <a:cubicBezTo>
                    <a:pt x="6566" y="2471"/>
                    <a:pt x="6526" y="2352"/>
                    <a:pt x="6467" y="2232"/>
                  </a:cubicBezTo>
                  <a:cubicBezTo>
                    <a:pt x="6447" y="2173"/>
                    <a:pt x="6427" y="2133"/>
                    <a:pt x="6407" y="2073"/>
                  </a:cubicBezTo>
                  <a:cubicBezTo>
                    <a:pt x="6327" y="1894"/>
                    <a:pt x="6248" y="1735"/>
                    <a:pt x="6148" y="1576"/>
                  </a:cubicBezTo>
                  <a:cubicBezTo>
                    <a:pt x="5631" y="700"/>
                    <a:pt x="4855" y="4"/>
                    <a:pt x="3701" y="4"/>
                  </a:cubicBezTo>
                  <a:cubicBezTo>
                    <a:pt x="3655" y="2"/>
                    <a:pt x="3609" y="0"/>
                    <a:pt x="356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3" name="Google Shape;4413;p59">
              <a:extLst>
                <a:ext uri="{FF2B5EF4-FFF2-40B4-BE49-F238E27FC236}">
                  <a16:creationId xmlns:a16="http://schemas.microsoft.com/office/drawing/2014/main" id="{F0193BA8-897F-7270-347E-8707064AAD67}"/>
                </a:ext>
              </a:extLst>
            </p:cNvPr>
            <p:cNvSpPr/>
            <p:nvPr/>
          </p:nvSpPr>
          <p:spPr>
            <a:xfrm>
              <a:off x="5182325" y="2678900"/>
              <a:ext cx="128850" cy="33225"/>
            </a:xfrm>
            <a:custGeom>
              <a:avLst/>
              <a:gdLst/>
              <a:ahLst/>
              <a:cxnLst/>
              <a:rect l="l" t="t" r="r" b="b"/>
              <a:pathLst>
                <a:path w="5154" h="1329" extrusionOk="0">
                  <a:moveTo>
                    <a:pt x="379" y="1"/>
                  </a:moveTo>
                  <a:cubicBezTo>
                    <a:pt x="240" y="120"/>
                    <a:pt x="120" y="259"/>
                    <a:pt x="1" y="399"/>
                  </a:cubicBezTo>
                  <a:cubicBezTo>
                    <a:pt x="1227" y="1082"/>
                    <a:pt x="2587" y="1329"/>
                    <a:pt x="3975" y="1329"/>
                  </a:cubicBezTo>
                  <a:cubicBezTo>
                    <a:pt x="4367" y="1329"/>
                    <a:pt x="4760" y="1309"/>
                    <a:pt x="5154" y="1274"/>
                  </a:cubicBezTo>
                  <a:cubicBezTo>
                    <a:pt x="5074" y="1095"/>
                    <a:pt x="4995" y="936"/>
                    <a:pt x="4895" y="777"/>
                  </a:cubicBezTo>
                  <a:cubicBezTo>
                    <a:pt x="4590" y="800"/>
                    <a:pt x="4286" y="813"/>
                    <a:pt x="3983" y="813"/>
                  </a:cubicBezTo>
                  <a:cubicBezTo>
                    <a:pt x="2727" y="813"/>
                    <a:pt x="1501" y="594"/>
                    <a:pt x="3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4" name="Google Shape;4414;p59">
              <a:extLst>
                <a:ext uri="{FF2B5EF4-FFF2-40B4-BE49-F238E27FC236}">
                  <a16:creationId xmlns:a16="http://schemas.microsoft.com/office/drawing/2014/main" id="{FC500DA4-CAB3-7F7F-D94C-FA48883E6F53}"/>
                </a:ext>
              </a:extLst>
            </p:cNvPr>
            <p:cNvSpPr/>
            <p:nvPr/>
          </p:nvSpPr>
          <p:spPr>
            <a:xfrm>
              <a:off x="5154975" y="2732625"/>
              <a:ext cx="166150" cy="24500"/>
            </a:xfrm>
            <a:custGeom>
              <a:avLst/>
              <a:gdLst/>
              <a:ahLst/>
              <a:cxnLst/>
              <a:rect l="l" t="t" r="r" b="b"/>
              <a:pathLst>
                <a:path w="6646" h="980" extrusionOk="0">
                  <a:moveTo>
                    <a:pt x="6566" y="1"/>
                  </a:moveTo>
                  <a:cubicBezTo>
                    <a:pt x="5493" y="516"/>
                    <a:pt x="4337" y="731"/>
                    <a:pt x="3170" y="731"/>
                  </a:cubicBezTo>
                  <a:cubicBezTo>
                    <a:pt x="2131" y="731"/>
                    <a:pt x="1083" y="560"/>
                    <a:pt x="80" y="279"/>
                  </a:cubicBezTo>
                  <a:cubicBezTo>
                    <a:pt x="40" y="359"/>
                    <a:pt x="20" y="438"/>
                    <a:pt x="0" y="518"/>
                  </a:cubicBezTo>
                  <a:cubicBezTo>
                    <a:pt x="1032" y="809"/>
                    <a:pt x="2103" y="980"/>
                    <a:pt x="3166" y="980"/>
                  </a:cubicBezTo>
                  <a:cubicBezTo>
                    <a:pt x="4359" y="980"/>
                    <a:pt x="5541" y="764"/>
                    <a:pt x="6646" y="259"/>
                  </a:cubicBezTo>
                  <a:cubicBezTo>
                    <a:pt x="6626" y="180"/>
                    <a:pt x="6586" y="80"/>
                    <a:pt x="65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5" name="Google Shape;4415;p59">
              <a:extLst>
                <a:ext uri="{FF2B5EF4-FFF2-40B4-BE49-F238E27FC236}">
                  <a16:creationId xmlns:a16="http://schemas.microsoft.com/office/drawing/2014/main" id="{3E3896AE-BB1A-4432-B571-E06A4547B300}"/>
                </a:ext>
              </a:extLst>
            </p:cNvPr>
            <p:cNvSpPr/>
            <p:nvPr/>
          </p:nvSpPr>
          <p:spPr>
            <a:xfrm>
              <a:off x="5151500" y="2758500"/>
              <a:ext cx="176100" cy="34075"/>
            </a:xfrm>
            <a:custGeom>
              <a:avLst/>
              <a:gdLst/>
              <a:ahLst/>
              <a:cxnLst/>
              <a:rect l="l" t="t" r="r" b="b"/>
              <a:pathLst>
                <a:path w="7044" h="1363" extrusionOk="0">
                  <a:moveTo>
                    <a:pt x="60" y="0"/>
                  </a:moveTo>
                  <a:cubicBezTo>
                    <a:pt x="20" y="159"/>
                    <a:pt x="0" y="338"/>
                    <a:pt x="0" y="498"/>
                  </a:cubicBezTo>
                  <a:cubicBezTo>
                    <a:pt x="0" y="517"/>
                    <a:pt x="0" y="537"/>
                    <a:pt x="0" y="557"/>
                  </a:cubicBezTo>
                  <a:cubicBezTo>
                    <a:pt x="995" y="1075"/>
                    <a:pt x="2169" y="1274"/>
                    <a:pt x="3283" y="1333"/>
                  </a:cubicBezTo>
                  <a:cubicBezTo>
                    <a:pt x="3583" y="1352"/>
                    <a:pt x="3885" y="1362"/>
                    <a:pt x="4188" y="1362"/>
                  </a:cubicBezTo>
                  <a:cubicBezTo>
                    <a:pt x="5151" y="1362"/>
                    <a:pt x="6120" y="1262"/>
                    <a:pt x="7043" y="1035"/>
                  </a:cubicBezTo>
                  <a:cubicBezTo>
                    <a:pt x="7043" y="876"/>
                    <a:pt x="7043" y="697"/>
                    <a:pt x="7024" y="537"/>
                  </a:cubicBezTo>
                  <a:cubicBezTo>
                    <a:pt x="7024" y="517"/>
                    <a:pt x="7024" y="517"/>
                    <a:pt x="7024" y="498"/>
                  </a:cubicBezTo>
                  <a:cubicBezTo>
                    <a:pt x="6069" y="743"/>
                    <a:pt x="4987" y="899"/>
                    <a:pt x="3907" y="899"/>
                  </a:cubicBezTo>
                  <a:cubicBezTo>
                    <a:pt x="2533" y="899"/>
                    <a:pt x="1163" y="646"/>
                    <a:pt x="6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6" name="Google Shape;4416;p59">
              <a:extLst>
                <a:ext uri="{FF2B5EF4-FFF2-40B4-BE49-F238E27FC236}">
                  <a16:creationId xmlns:a16="http://schemas.microsoft.com/office/drawing/2014/main" id="{4ADEE626-188A-9CD9-64EF-444B7147B6BD}"/>
                </a:ext>
              </a:extLst>
            </p:cNvPr>
            <p:cNvSpPr/>
            <p:nvPr/>
          </p:nvSpPr>
          <p:spPr>
            <a:xfrm>
              <a:off x="5158950" y="2810225"/>
              <a:ext cx="165675" cy="29700"/>
            </a:xfrm>
            <a:custGeom>
              <a:avLst/>
              <a:gdLst/>
              <a:ahLst/>
              <a:cxnLst/>
              <a:rect l="l" t="t" r="r" b="b"/>
              <a:pathLst>
                <a:path w="6627" h="1188" extrusionOk="0">
                  <a:moveTo>
                    <a:pt x="6626" y="0"/>
                  </a:moveTo>
                  <a:lnTo>
                    <a:pt x="6626" y="0"/>
                  </a:lnTo>
                  <a:cubicBezTo>
                    <a:pt x="5550" y="653"/>
                    <a:pt x="4203" y="930"/>
                    <a:pt x="2859" y="930"/>
                  </a:cubicBezTo>
                  <a:cubicBezTo>
                    <a:pt x="1868" y="930"/>
                    <a:pt x="879" y="779"/>
                    <a:pt x="1" y="518"/>
                  </a:cubicBezTo>
                  <a:lnTo>
                    <a:pt x="1" y="518"/>
                  </a:lnTo>
                  <a:cubicBezTo>
                    <a:pt x="40" y="637"/>
                    <a:pt x="100" y="737"/>
                    <a:pt x="160" y="836"/>
                  </a:cubicBezTo>
                  <a:cubicBezTo>
                    <a:pt x="998" y="1060"/>
                    <a:pt x="1922" y="1187"/>
                    <a:pt x="2849" y="1187"/>
                  </a:cubicBezTo>
                  <a:cubicBezTo>
                    <a:pt x="4146" y="1187"/>
                    <a:pt x="5448" y="939"/>
                    <a:pt x="6527" y="358"/>
                  </a:cubicBezTo>
                  <a:cubicBezTo>
                    <a:pt x="6566" y="239"/>
                    <a:pt x="6606" y="120"/>
                    <a:pt x="6626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7" name="Google Shape;4417;p59">
              <a:extLst>
                <a:ext uri="{FF2B5EF4-FFF2-40B4-BE49-F238E27FC236}">
                  <a16:creationId xmlns:a16="http://schemas.microsoft.com/office/drawing/2014/main" id="{CE753F9B-E6D1-D739-C44F-9E0B9DB9CC90}"/>
                </a:ext>
              </a:extLst>
            </p:cNvPr>
            <p:cNvSpPr/>
            <p:nvPr/>
          </p:nvSpPr>
          <p:spPr>
            <a:xfrm>
              <a:off x="5165425" y="2707250"/>
              <a:ext cx="151225" cy="26175"/>
            </a:xfrm>
            <a:custGeom>
              <a:avLst/>
              <a:gdLst/>
              <a:ahLst/>
              <a:cxnLst/>
              <a:rect l="l" t="t" r="r" b="b"/>
              <a:pathLst>
                <a:path w="6049" h="1047" extrusionOk="0">
                  <a:moveTo>
                    <a:pt x="179" y="1"/>
                  </a:moveTo>
                  <a:cubicBezTo>
                    <a:pt x="120" y="100"/>
                    <a:pt x="60" y="220"/>
                    <a:pt x="0" y="339"/>
                  </a:cubicBezTo>
                  <a:cubicBezTo>
                    <a:pt x="856" y="797"/>
                    <a:pt x="1890" y="956"/>
                    <a:pt x="2845" y="1016"/>
                  </a:cubicBezTo>
                  <a:cubicBezTo>
                    <a:pt x="3109" y="1035"/>
                    <a:pt x="3378" y="1047"/>
                    <a:pt x="3648" y="1047"/>
                  </a:cubicBezTo>
                  <a:cubicBezTo>
                    <a:pt x="4460" y="1047"/>
                    <a:pt x="5288" y="946"/>
                    <a:pt x="6049" y="677"/>
                  </a:cubicBezTo>
                  <a:cubicBezTo>
                    <a:pt x="5989" y="538"/>
                    <a:pt x="5949" y="419"/>
                    <a:pt x="5890" y="299"/>
                  </a:cubicBezTo>
                  <a:cubicBezTo>
                    <a:pt x="5157" y="554"/>
                    <a:pt x="4374" y="656"/>
                    <a:pt x="3591" y="656"/>
                  </a:cubicBezTo>
                  <a:cubicBezTo>
                    <a:pt x="3395" y="656"/>
                    <a:pt x="3200" y="649"/>
                    <a:pt x="3005" y="638"/>
                  </a:cubicBezTo>
                  <a:cubicBezTo>
                    <a:pt x="2050" y="598"/>
                    <a:pt x="1035" y="439"/>
                    <a:pt x="179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8" name="Google Shape;4418;p59">
              <a:extLst>
                <a:ext uri="{FF2B5EF4-FFF2-40B4-BE49-F238E27FC236}">
                  <a16:creationId xmlns:a16="http://schemas.microsoft.com/office/drawing/2014/main" id="{46282126-6986-7229-A8AC-FDB1B8FB81C4}"/>
                </a:ext>
              </a:extLst>
            </p:cNvPr>
            <p:cNvSpPr/>
            <p:nvPr/>
          </p:nvSpPr>
          <p:spPr>
            <a:xfrm>
              <a:off x="5151500" y="2790325"/>
              <a:ext cx="176100" cy="25650"/>
            </a:xfrm>
            <a:custGeom>
              <a:avLst/>
              <a:gdLst/>
              <a:ahLst/>
              <a:cxnLst/>
              <a:rect l="l" t="t" r="r" b="b"/>
              <a:pathLst>
                <a:path w="7044" h="1026" extrusionOk="0">
                  <a:moveTo>
                    <a:pt x="7043" y="1"/>
                  </a:moveTo>
                  <a:lnTo>
                    <a:pt x="7043" y="1"/>
                  </a:lnTo>
                  <a:cubicBezTo>
                    <a:pt x="5924" y="433"/>
                    <a:pt x="4750" y="627"/>
                    <a:pt x="3574" y="627"/>
                  </a:cubicBezTo>
                  <a:cubicBezTo>
                    <a:pt x="2368" y="627"/>
                    <a:pt x="1159" y="423"/>
                    <a:pt x="0" y="60"/>
                  </a:cubicBezTo>
                  <a:lnTo>
                    <a:pt x="0" y="60"/>
                  </a:lnTo>
                  <a:cubicBezTo>
                    <a:pt x="0" y="199"/>
                    <a:pt x="20" y="339"/>
                    <a:pt x="40" y="478"/>
                  </a:cubicBezTo>
                  <a:cubicBezTo>
                    <a:pt x="1189" y="831"/>
                    <a:pt x="2384" y="1025"/>
                    <a:pt x="3576" y="1025"/>
                  </a:cubicBezTo>
                  <a:cubicBezTo>
                    <a:pt x="4737" y="1025"/>
                    <a:pt x="5894" y="841"/>
                    <a:pt x="7004" y="438"/>
                  </a:cubicBezTo>
                  <a:cubicBezTo>
                    <a:pt x="7024" y="299"/>
                    <a:pt x="7024" y="140"/>
                    <a:pt x="7043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28BA0B93-7B24-18E6-E57A-F9FC254947A0}"/>
              </a:ext>
            </a:extLst>
          </p:cNvPr>
          <p:cNvSpPr txBox="1"/>
          <p:nvPr/>
        </p:nvSpPr>
        <p:spPr>
          <a:xfrm>
            <a:off x="2420621" y="1708924"/>
            <a:ext cx="106143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b="1" dirty="0">
                <a:solidFill>
                  <a:schemeClr val="bg1"/>
                </a:solidFill>
                <a:latin typeface="Gaegu"/>
                <a:ea typeface="Gaegu"/>
                <a:sym typeface="Gaegu"/>
              </a:rPr>
              <a:t>36%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1EBBDF9-C87F-48DA-0A04-2205F5A7DB37}"/>
              </a:ext>
            </a:extLst>
          </p:cNvPr>
          <p:cNvSpPr txBox="1"/>
          <p:nvPr/>
        </p:nvSpPr>
        <p:spPr>
          <a:xfrm>
            <a:off x="6038263" y="1722582"/>
            <a:ext cx="99360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600" b="1" dirty="0">
                <a:solidFill>
                  <a:schemeClr val="bg1"/>
                </a:solidFill>
                <a:latin typeface="Gaegu"/>
                <a:ea typeface="Gaegu"/>
                <a:sym typeface="Gaegu"/>
              </a:rPr>
              <a:t>51%</a:t>
            </a:r>
          </a:p>
        </p:txBody>
      </p:sp>
    </p:spTree>
    <p:extLst>
      <p:ext uri="{BB962C8B-B14F-4D97-AF65-F5344CB8AC3E}">
        <p14:creationId xmlns:p14="http://schemas.microsoft.com/office/powerpoint/2010/main" val="1569276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9">
          <a:extLst>
            <a:ext uri="{FF2B5EF4-FFF2-40B4-BE49-F238E27FC236}">
              <a16:creationId xmlns:a16="http://schemas.microsoft.com/office/drawing/2014/main" id="{AA4A4067-7619-A604-D8BF-A9A0E92BC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57">
            <a:extLst>
              <a:ext uri="{FF2B5EF4-FFF2-40B4-BE49-F238E27FC236}">
                <a16:creationId xmlns:a16="http://schemas.microsoft.com/office/drawing/2014/main" id="{56415FF9-6354-DA1D-AB5E-4D2DCF49A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3850" y="2525325"/>
            <a:ext cx="57363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market</a:t>
            </a:r>
            <a:endParaRPr dirty="0"/>
          </a:p>
        </p:txBody>
      </p:sp>
      <p:sp>
        <p:nvSpPr>
          <p:cNvPr id="4341" name="Google Shape;4341;p57">
            <a:extLst>
              <a:ext uri="{FF2B5EF4-FFF2-40B4-BE49-F238E27FC236}">
                <a16:creationId xmlns:a16="http://schemas.microsoft.com/office/drawing/2014/main" id="{582E3215-77DB-C5D4-8B8A-C6EB8C883AA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18773" y="3660198"/>
            <a:ext cx="5090700" cy="54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fr-FR" sz="2600" dirty="0" err="1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</a:rPr>
              <a:t>students</a:t>
            </a:r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</a:rPr>
              <a:t> and </a:t>
            </a:r>
            <a:r>
              <a:rPr lang="fr-FR" sz="2600" dirty="0" err="1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</a:rPr>
              <a:t>young</a:t>
            </a:r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</a:rPr>
              <a:t> </a:t>
            </a:r>
            <a:r>
              <a:rPr lang="fr-FR" sz="2600" dirty="0" err="1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</a:rPr>
              <a:t>professionals</a:t>
            </a:r>
            <a:r>
              <a:rPr lang="fr-FR" b="1" dirty="0">
                <a:ea typeface="Gaegu"/>
              </a:rPr>
              <a:t>.</a:t>
            </a:r>
            <a:endParaRPr sz="2600" dirty="0">
              <a:solidFill>
                <a:schemeClr val="bg1">
                  <a:lumMod val="10000"/>
                </a:schemeClr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4342" name="Google Shape;4342;p57">
            <a:extLst>
              <a:ext uri="{FF2B5EF4-FFF2-40B4-BE49-F238E27FC236}">
                <a16:creationId xmlns:a16="http://schemas.microsoft.com/office/drawing/2014/main" id="{968441F1-5A47-1F65-ADAF-A17D3A2ED88B}"/>
              </a:ext>
            </a:extLst>
          </p:cNvPr>
          <p:cNvSpPr/>
          <p:nvPr/>
        </p:nvSpPr>
        <p:spPr>
          <a:xfrm>
            <a:off x="6794538" y="36602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3" name="Google Shape;4343;p57">
            <a:extLst>
              <a:ext uri="{FF2B5EF4-FFF2-40B4-BE49-F238E27FC236}">
                <a16:creationId xmlns:a16="http://schemas.microsoft.com/office/drawing/2014/main" id="{8D86B18F-688C-D37C-0D98-049472223A12}"/>
              </a:ext>
            </a:extLst>
          </p:cNvPr>
          <p:cNvGrpSpPr/>
          <p:nvPr/>
        </p:nvGrpSpPr>
        <p:grpSpPr>
          <a:xfrm>
            <a:off x="6976397" y="3744955"/>
            <a:ext cx="296817" cy="371986"/>
            <a:chOff x="1677825" y="3820225"/>
            <a:chExt cx="345900" cy="433500"/>
          </a:xfrm>
        </p:grpSpPr>
        <p:sp>
          <p:nvSpPr>
            <p:cNvPr id="4344" name="Google Shape;4344;p57">
              <a:extLst>
                <a:ext uri="{FF2B5EF4-FFF2-40B4-BE49-F238E27FC236}">
                  <a16:creationId xmlns:a16="http://schemas.microsoft.com/office/drawing/2014/main" id="{4ACDF8CD-7DF2-AD17-8EB3-30C2154AC986}"/>
                </a:ext>
              </a:extLst>
            </p:cNvPr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57">
              <a:extLst>
                <a:ext uri="{FF2B5EF4-FFF2-40B4-BE49-F238E27FC236}">
                  <a16:creationId xmlns:a16="http://schemas.microsoft.com/office/drawing/2014/main" id="{740CFC86-3EDC-F8BE-C439-F5FC6B219905}"/>
                </a:ext>
              </a:extLst>
            </p:cNvPr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6" name="Google Shape;4346;p57">
            <a:extLst>
              <a:ext uri="{FF2B5EF4-FFF2-40B4-BE49-F238E27FC236}">
                <a16:creationId xmlns:a16="http://schemas.microsoft.com/office/drawing/2014/main" id="{42DA49DD-5312-B641-B0A0-206CF652EF82}"/>
              </a:ext>
            </a:extLst>
          </p:cNvPr>
          <p:cNvGrpSpPr/>
          <p:nvPr/>
        </p:nvGrpSpPr>
        <p:grpSpPr>
          <a:xfrm>
            <a:off x="7863997" y="3844169"/>
            <a:ext cx="397646" cy="458063"/>
            <a:chOff x="3150425" y="3024575"/>
            <a:chExt cx="130350" cy="150150"/>
          </a:xfrm>
        </p:grpSpPr>
        <p:sp>
          <p:nvSpPr>
            <p:cNvPr id="4347" name="Google Shape;4347;p57">
              <a:extLst>
                <a:ext uri="{FF2B5EF4-FFF2-40B4-BE49-F238E27FC236}">
                  <a16:creationId xmlns:a16="http://schemas.microsoft.com/office/drawing/2014/main" id="{45EB5BA5-2686-100D-1FB9-0D2F105A03E0}"/>
                </a:ext>
              </a:extLst>
            </p:cNvPr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57">
              <a:extLst>
                <a:ext uri="{FF2B5EF4-FFF2-40B4-BE49-F238E27FC236}">
                  <a16:creationId xmlns:a16="http://schemas.microsoft.com/office/drawing/2014/main" id="{FFC0B24E-AFA2-5D75-DCF2-717C9DD046F3}"/>
                </a:ext>
              </a:extLst>
            </p:cNvPr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57">
              <a:extLst>
                <a:ext uri="{FF2B5EF4-FFF2-40B4-BE49-F238E27FC236}">
                  <a16:creationId xmlns:a16="http://schemas.microsoft.com/office/drawing/2014/main" id="{94F36F6A-E4A5-B55F-3FBD-34EB43510A7A}"/>
                </a:ext>
              </a:extLst>
            </p:cNvPr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57">
              <a:extLst>
                <a:ext uri="{FF2B5EF4-FFF2-40B4-BE49-F238E27FC236}">
                  <a16:creationId xmlns:a16="http://schemas.microsoft.com/office/drawing/2014/main" id="{040804AA-A230-2DD4-9ED4-57EB212C100D}"/>
                </a:ext>
              </a:extLst>
            </p:cNvPr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57">
              <a:extLst>
                <a:ext uri="{FF2B5EF4-FFF2-40B4-BE49-F238E27FC236}">
                  <a16:creationId xmlns:a16="http://schemas.microsoft.com/office/drawing/2014/main" id="{B55DE286-E243-F46E-3CC2-8BF7FB5BC0C9}"/>
                </a:ext>
              </a:extLst>
            </p:cNvPr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57">
              <a:extLst>
                <a:ext uri="{FF2B5EF4-FFF2-40B4-BE49-F238E27FC236}">
                  <a16:creationId xmlns:a16="http://schemas.microsoft.com/office/drawing/2014/main" id="{F8E731AE-A05E-8FD9-6718-F6A2D9C42089}"/>
                </a:ext>
              </a:extLst>
            </p:cNvPr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57">
              <a:extLst>
                <a:ext uri="{FF2B5EF4-FFF2-40B4-BE49-F238E27FC236}">
                  <a16:creationId xmlns:a16="http://schemas.microsoft.com/office/drawing/2014/main" id="{EDD312F1-578B-B57E-1497-714359F5FBD7}"/>
                </a:ext>
              </a:extLst>
            </p:cNvPr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57">
              <a:extLst>
                <a:ext uri="{FF2B5EF4-FFF2-40B4-BE49-F238E27FC236}">
                  <a16:creationId xmlns:a16="http://schemas.microsoft.com/office/drawing/2014/main" id="{B0B3F003-8C25-1BCB-1168-4889FAB8578E}"/>
                </a:ext>
              </a:extLst>
            </p:cNvPr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5" name="Google Shape;4355;p57">
            <a:extLst>
              <a:ext uri="{FF2B5EF4-FFF2-40B4-BE49-F238E27FC236}">
                <a16:creationId xmlns:a16="http://schemas.microsoft.com/office/drawing/2014/main" id="{473FE607-C66E-C702-599C-6BEACCFD52A6}"/>
              </a:ext>
            </a:extLst>
          </p:cNvPr>
          <p:cNvSpPr/>
          <p:nvPr/>
        </p:nvSpPr>
        <p:spPr>
          <a:xfrm>
            <a:off x="1071600" y="2888250"/>
            <a:ext cx="397650" cy="47218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6" name="Google Shape;4356;p57">
            <a:extLst>
              <a:ext uri="{FF2B5EF4-FFF2-40B4-BE49-F238E27FC236}">
                <a16:creationId xmlns:a16="http://schemas.microsoft.com/office/drawing/2014/main" id="{ED00897B-2857-FD67-2842-ACA39AC48A27}"/>
              </a:ext>
            </a:extLst>
          </p:cNvPr>
          <p:cNvSpPr/>
          <p:nvPr/>
        </p:nvSpPr>
        <p:spPr>
          <a:xfrm rot="5400000">
            <a:off x="4050624" y="15412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357" name="Google Shape;4357;p57">
            <a:extLst>
              <a:ext uri="{FF2B5EF4-FFF2-40B4-BE49-F238E27FC236}">
                <a16:creationId xmlns:a16="http://schemas.microsoft.com/office/drawing/2014/main" id="{1D47CD55-62D5-B19D-BD7E-B14A873BB9D3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16250" y="166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sp>
        <p:nvSpPr>
          <p:cNvPr id="4358" name="Google Shape;4358;p57">
            <a:hlinkClick r:id="rId3" action="ppaction://hlinksldjump"/>
            <a:extLst>
              <a:ext uri="{FF2B5EF4-FFF2-40B4-BE49-F238E27FC236}">
                <a16:creationId xmlns:a16="http://schemas.microsoft.com/office/drawing/2014/main" id="{6D6A891A-4FFC-7F20-8256-1D287149AED6}"/>
              </a:ext>
            </a:extLst>
          </p:cNvPr>
          <p:cNvSpPr/>
          <p:nvPr/>
        </p:nvSpPr>
        <p:spPr>
          <a:xfrm>
            <a:off x="7696275" y="4481525"/>
            <a:ext cx="731100" cy="17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Home</a:t>
            </a:r>
            <a:endParaRPr sz="1100" b="1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41159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4" name="Google Shape;4424;p60"/>
          <p:cNvSpPr/>
          <p:nvPr/>
        </p:nvSpPr>
        <p:spPr>
          <a:xfrm>
            <a:off x="2014589" y="1322729"/>
            <a:ext cx="5248572" cy="966988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6" name="Google Shape;4426;p60"/>
          <p:cNvSpPr txBox="1">
            <a:spLocks noGrp="1"/>
          </p:cNvSpPr>
          <p:nvPr>
            <p:ph type="subTitle" idx="2"/>
          </p:nvPr>
        </p:nvSpPr>
        <p:spPr>
          <a:xfrm>
            <a:off x="2208864" y="1512096"/>
            <a:ext cx="4726271" cy="432114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1" dirty="0">
                <a:solidFill>
                  <a:schemeClr val="dk1"/>
                </a:solidFill>
                <a:latin typeface="Gaegu"/>
                <a:ea typeface="Gaegu"/>
                <a:sym typeface="Gaegu"/>
              </a:rPr>
              <a:t>L</a:t>
            </a:r>
            <a:r>
              <a:rPr lang="en" sz="3000" b="1" dirty="0">
                <a:solidFill>
                  <a:schemeClr val="dk1"/>
                </a:solidFill>
                <a:latin typeface="Gaegu"/>
                <a:ea typeface="Gaegu"/>
                <a:sym typeface="Gaegu"/>
              </a:rPr>
              <a:t>et me tell you about jasser.</a:t>
            </a:r>
            <a:endParaRPr sz="3000" b="1" dirty="0">
              <a:solidFill>
                <a:schemeClr val="dk1"/>
              </a:solidFill>
              <a:latin typeface="Gaegu"/>
              <a:ea typeface="Gaegu"/>
              <a:sym typeface="Gaegu"/>
            </a:endParaRPr>
          </a:p>
        </p:txBody>
      </p:sp>
      <p:sp>
        <p:nvSpPr>
          <p:cNvPr id="4428" name="Google Shape;4428;p6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dirty="0" err="1"/>
              <a:t>Listen</a:t>
            </a:r>
            <a:r>
              <a:rPr lang="fr-FR" dirty="0"/>
              <a:t> </a:t>
            </a:r>
            <a:r>
              <a:rPr lang="fr-FR" dirty="0" err="1"/>
              <a:t>up:STUDENTS</a:t>
            </a:r>
            <a:r>
              <a:rPr lang="fr-FR" dirty="0"/>
              <a:t> &amp; PROS!</a:t>
            </a:r>
            <a:endParaRPr dirty="0"/>
          </a:p>
        </p:txBody>
      </p:sp>
      <p:sp>
        <p:nvSpPr>
          <p:cNvPr id="4453" name="Google Shape;4453;p60"/>
          <p:cNvSpPr/>
          <p:nvPr/>
        </p:nvSpPr>
        <p:spPr>
          <a:xfrm>
            <a:off x="7503900" y="3903500"/>
            <a:ext cx="684600" cy="642350"/>
          </a:xfrm>
          <a:custGeom>
            <a:avLst/>
            <a:gdLst/>
            <a:ahLst/>
            <a:cxnLst/>
            <a:rect l="l" t="t" r="r" b="b"/>
            <a:pathLst>
              <a:path w="27384" h="25694" extrusionOk="0">
                <a:moveTo>
                  <a:pt x="14850" y="1"/>
                </a:moveTo>
                <a:cubicBezTo>
                  <a:pt x="14697" y="1"/>
                  <a:pt x="14539" y="24"/>
                  <a:pt x="14378" y="62"/>
                </a:cubicBezTo>
                <a:cubicBezTo>
                  <a:pt x="13223" y="275"/>
                  <a:pt x="12007" y="548"/>
                  <a:pt x="10821" y="852"/>
                </a:cubicBezTo>
                <a:cubicBezTo>
                  <a:pt x="8724" y="1369"/>
                  <a:pt x="6748" y="2220"/>
                  <a:pt x="4742" y="2980"/>
                </a:cubicBezTo>
                <a:cubicBezTo>
                  <a:pt x="3435" y="3466"/>
                  <a:pt x="2128" y="3953"/>
                  <a:pt x="912" y="4652"/>
                </a:cubicBezTo>
                <a:cubicBezTo>
                  <a:pt x="548" y="4834"/>
                  <a:pt x="183" y="4956"/>
                  <a:pt x="0" y="5381"/>
                </a:cubicBezTo>
                <a:cubicBezTo>
                  <a:pt x="183" y="5624"/>
                  <a:pt x="335" y="5867"/>
                  <a:pt x="517" y="6080"/>
                </a:cubicBezTo>
                <a:cubicBezTo>
                  <a:pt x="791" y="6050"/>
                  <a:pt x="1004" y="6080"/>
                  <a:pt x="1247" y="6019"/>
                </a:cubicBezTo>
                <a:cubicBezTo>
                  <a:pt x="3070" y="5503"/>
                  <a:pt x="4864" y="4956"/>
                  <a:pt x="6688" y="4408"/>
                </a:cubicBezTo>
                <a:cubicBezTo>
                  <a:pt x="8420" y="3892"/>
                  <a:pt x="10213" y="3375"/>
                  <a:pt x="12007" y="2828"/>
                </a:cubicBezTo>
                <a:cubicBezTo>
                  <a:pt x="12463" y="2676"/>
                  <a:pt x="12949" y="2615"/>
                  <a:pt x="13435" y="2494"/>
                </a:cubicBezTo>
                <a:lnTo>
                  <a:pt x="13435" y="2494"/>
                </a:lnTo>
                <a:cubicBezTo>
                  <a:pt x="13010" y="4135"/>
                  <a:pt x="12463" y="5655"/>
                  <a:pt x="11885" y="7174"/>
                </a:cubicBezTo>
                <a:cubicBezTo>
                  <a:pt x="11004" y="9454"/>
                  <a:pt x="10122" y="11734"/>
                  <a:pt x="9302" y="14013"/>
                </a:cubicBezTo>
                <a:cubicBezTo>
                  <a:pt x="8967" y="14925"/>
                  <a:pt x="9271" y="15716"/>
                  <a:pt x="10031" y="16202"/>
                </a:cubicBezTo>
                <a:cubicBezTo>
                  <a:pt x="14986" y="15077"/>
                  <a:pt x="19818" y="13649"/>
                  <a:pt x="24591" y="11825"/>
                </a:cubicBezTo>
                <a:lnTo>
                  <a:pt x="24591" y="11825"/>
                </a:lnTo>
                <a:cubicBezTo>
                  <a:pt x="24560" y="11977"/>
                  <a:pt x="24530" y="12068"/>
                  <a:pt x="24499" y="12220"/>
                </a:cubicBezTo>
                <a:cubicBezTo>
                  <a:pt x="23436" y="14713"/>
                  <a:pt x="22402" y="17235"/>
                  <a:pt x="21338" y="19758"/>
                </a:cubicBezTo>
                <a:cubicBezTo>
                  <a:pt x="20791" y="21065"/>
                  <a:pt x="20274" y="22403"/>
                  <a:pt x="19788" y="23679"/>
                </a:cubicBezTo>
                <a:cubicBezTo>
                  <a:pt x="19697" y="23862"/>
                  <a:pt x="19636" y="24135"/>
                  <a:pt x="19697" y="24378"/>
                </a:cubicBezTo>
                <a:cubicBezTo>
                  <a:pt x="19788" y="24713"/>
                  <a:pt x="19970" y="25047"/>
                  <a:pt x="20153" y="25351"/>
                </a:cubicBezTo>
                <a:cubicBezTo>
                  <a:pt x="20248" y="25541"/>
                  <a:pt x="20417" y="25694"/>
                  <a:pt x="20660" y="25694"/>
                </a:cubicBezTo>
                <a:cubicBezTo>
                  <a:pt x="20728" y="25694"/>
                  <a:pt x="20802" y="25682"/>
                  <a:pt x="20882" y="25655"/>
                </a:cubicBezTo>
                <a:cubicBezTo>
                  <a:pt x="21004" y="25564"/>
                  <a:pt x="21156" y="25412"/>
                  <a:pt x="21217" y="25260"/>
                </a:cubicBezTo>
                <a:cubicBezTo>
                  <a:pt x="21490" y="24682"/>
                  <a:pt x="21764" y="24135"/>
                  <a:pt x="21977" y="23558"/>
                </a:cubicBezTo>
                <a:cubicBezTo>
                  <a:pt x="22736" y="21795"/>
                  <a:pt x="23496" y="20032"/>
                  <a:pt x="24226" y="18238"/>
                </a:cubicBezTo>
                <a:cubicBezTo>
                  <a:pt x="25107" y="16172"/>
                  <a:pt x="25989" y="14074"/>
                  <a:pt x="26809" y="11977"/>
                </a:cubicBezTo>
                <a:cubicBezTo>
                  <a:pt x="27083" y="11339"/>
                  <a:pt x="27296" y="10700"/>
                  <a:pt x="27357" y="9971"/>
                </a:cubicBezTo>
                <a:cubicBezTo>
                  <a:pt x="27384" y="9457"/>
                  <a:pt x="26929" y="9039"/>
                  <a:pt x="26465" y="9039"/>
                </a:cubicBezTo>
                <a:cubicBezTo>
                  <a:pt x="26407" y="9039"/>
                  <a:pt x="26350" y="9046"/>
                  <a:pt x="26293" y="9059"/>
                </a:cubicBezTo>
                <a:cubicBezTo>
                  <a:pt x="25472" y="9241"/>
                  <a:pt x="24682" y="9424"/>
                  <a:pt x="23922" y="9697"/>
                </a:cubicBezTo>
                <a:cubicBezTo>
                  <a:pt x="21460" y="10579"/>
                  <a:pt x="18937" y="11491"/>
                  <a:pt x="16475" y="12372"/>
                </a:cubicBezTo>
                <a:cubicBezTo>
                  <a:pt x="14894" y="12919"/>
                  <a:pt x="13253" y="13466"/>
                  <a:pt x="11642" y="14044"/>
                </a:cubicBezTo>
                <a:cubicBezTo>
                  <a:pt x="11581" y="14074"/>
                  <a:pt x="11460" y="14074"/>
                  <a:pt x="11338" y="14105"/>
                </a:cubicBezTo>
                <a:cubicBezTo>
                  <a:pt x="11946" y="12524"/>
                  <a:pt x="12523" y="11004"/>
                  <a:pt x="13131" y="9424"/>
                </a:cubicBezTo>
                <a:cubicBezTo>
                  <a:pt x="14013" y="7266"/>
                  <a:pt x="14894" y="5077"/>
                  <a:pt x="15441" y="2797"/>
                </a:cubicBezTo>
                <a:cubicBezTo>
                  <a:pt x="15654" y="1977"/>
                  <a:pt x="15897" y="1217"/>
                  <a:pt x="15745" y="427"/>
                </a:cubicBezTo>
                <a:cubicBezTo>
                  <a:pt x="15495" y="113"/>
                  <a:pt x="15186" y="1"/>
                  <a:pt x="1485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4" name="Google Shape;4454;p60"/>
          <p:cNvSpPr/>
          <p:nvPr/>
        </p:nvSpPr>
        <p:spPr>
          <a:xfrm>
            <a:off x="6921550" y="1157675"/>
            <a:ext cx="1354925" cy="799550"/>
          </a:xfrm>
          <a:custGeom>
            <a:avLst/>
            <a:gdLst/>
            <a:ahLst/>
            <a:cxnLst/>
            <a:rect l="l" t="t" r="r" b="b"/>
            <a:pathLst>
              <a:path w="54197" h="31982" extrusionOk="0">
                <a:moveTo>
                  <a:pt x="53539" y="0"/>
                </a:moveTo>
                <a:cubicBezTo>
                  <a:pt x="53343" y="0"/>
                  <a:pt x="53179" y="75"/>
                  <a:pt x="53102" y="281"/>
                </a:cubicBezTo>
                <a:cubicBezTo>
                  <a:pt x="52980" y="433"/>
                  <a:pt x="52950" y="646"/>
                  <a:pt x="52889" y="828"/>
                </a:cubicBezTo>
                <a:cubicBezTo>
                  <a:pt x="52798" y="1588"/>
                  <a:pt x="52707" y="2409"/>
                  <a:pt x="52585" y="3169"/>
                </a:cubicBezTo>
                <a:cubicBezTo>
                  <a:pt x="52525" y="3928"/>
                  <a:pt x="52403" y="4688"/>
                  <a:pt x="52342" y="5448"/>
                </a:cubicBezTo>
                <a:cubicBezTo>
                  <a:pt x="52251" y="6360"/>
                  <a:pt x="52221" y="7272"/>
                  <a:pt x="52129" y="8184"/>
                </a:cubicBezTo>
                <a:cubicBezTo>
                  <a:pt x="52099" y="8670"/>
                  <a:pt x="52069" y="9126"/>
                  <a:pt x="52038" y="9612"/>
                </a:cubicBezTo>
                <a:cubicBezTo>
                  <a:pt x="51947" y="10494"/>
                  <a:pt x="51886" y="11375"/>
                  <a:pt x="51825" y="12226"/>
                </a:cubicBezTo>
                <a:lnTo>
                  <a:pt x="51734" y="15084"/>
                </a:lnTo>
                <a:cubicBezTo>
                  <a:pt x="51734" y="15205"/>
                  <a:pt x="51673" y="15327"/>
                  <a:pt x="51643" y="15540"/>
                </a:cubicBezTo>
                <a:cubicBezTo>
                  <a:pt x="51035" y="15084"/>
                  <a:pt x="50518" y="14658"/>
                  <a:pt x="50123" y="14476"/>
                </a:cubicBezTo>
                <a:cubicBezTo>
                  <a:pt x="49394" y="13868"/>
                  <a:pt x="48725" y="13260"/>
                  <a:pt x="47996" y="12652"/>
                </a:cubicBezTo>
                <a:cubicBezTo>
                  <a:pt x="47327" y="12074"/>
                  <a:pt x="46628" y="11527"/>
                  <a:pt x="45959" y="10919"/>
                </a:cubicBezTo>
                <a:cubicBezTo>
                  <a:pt x="45351" y="10372"/>
                  <a:pt x="44774" y="9856"/>
                  <a:pt x="44166" y="9339"/>
                </a:cubicBezTo>
                <a:cubicBezTo>
                  <a:pt x="43223" y="8549"/>
                  <a:pt x="42251" y="7758"/>
                  <a:pt x="41308" y="6998"/>
                </a:cubicBezTo>
                <a:cubicBezTo>
                  <a:pt x="40275" y="6147"/>
                  <a:pt x="39242" y="5387"/>
                  <a:pt x="38239" y="4567"/>
                </a:cubicBezTo>
                <a:cubicBezTo>
                  <a:pt x="37778" y="4183"/>
                  <a:pt x="37306" y="4029"/>
                  <a:pt x="36806" y="4029"/>
                </a:cubicBezTo>
                <a:cubicBezTo>
                  <a:pt x="36514" y="4029"/>
                  <a:pt x="36212" y="4082"/>
                  <a:pt x="35898" y="4172"/>
                </a:cubicBezTo>
                <a:cubicBezTo>
                  <a:pt x="35533" y="4293"/>
                  <a:pt x="35260" y="4567"/>
                  <a:pt x="35108" y="4932"/>
                </a:cubicBezTo>
                <a:cubicBezTo>
                  <a:pt x="34743" y="6056"/>
                  <a:pt x="34530" y="7181"/>
                  <a:pt x="34348" y="8336"/>
                </a:cubicBezTo>
                <a:cubicBezTo>
                  <a:pt x="34226" y="8974"/>
                  <a:pt x="34166" y="9643"/>
                  <a:pt x="34044" y="10342"/>
                </a:cubicBezTo>
                <a:cubicBezTo>
                  <a:pt x="33892" y="11254"/>
                  <a:pt x="33740" y="12196"/>
                  <a:pt x="33588" y="13108"/>
                </a:cubicBezTo>
                <a:cubicBezTo>
                  <a:pt x="33436" y="13959"/>
                  <a:pt x="33314" y="14780"/>
                  <a:pt x="33162" y="15631"/>
                </a:cubicBezTo>
                <a:cubicBezTo>
                  <a:pt x="33010" y="16695"/>
                  <a:pt x="32828" y="17698"/>
                  <a:pt x="32646" y="18762"/>
                </a:cubicBezTo>
                <a:cubicBezTo>
                  <a:pt x="32494" y="19765"/>
                  <a:pt x="32342" y="20737"/>
                  <a:pt x="32159" y="21801"/>
                </a:cubicBezTo>
                <a:cubicBezTo>
                  <a:pt x="32007" y="21710"/>
                  <a:pt x="31855" y="21649"/>
                  <a:pt x="31764" y="21588"/>
                </a:cubicBezTo>
                <a:cubicBezTo>
                  <a:pt x="31430" y="21315"/>
                  <a:pt x="31126" y="21041"/>
                  <a:pt x="30822" y="20737"/>
                </a:cubicBezTo>
                <a:cubicBezTo>
                  <a:pt x="29971" y="19886"/>
                  <a:pt x="29120" y="19005"/>
                  <a:pt x="28269" y="18123"/>
                </a:cubicBezTo>
                <a:cubicBezTo>
                  <a:pt x="27965" y="17789"/>
                  <a:pt x="27630" y="17455"/>
                  <a:pt x="27326" y="17090"/>
                </a:cubicBezTo>
                <a:cubicBezTo>
                  <a:pt x="26415" y="16087"/>
                  <a:pt x="25472" y="15053"/>
                  <a:pt x="24500" y="14020"/>
                </a:cubicBezTo>
                <a:cubicBezTo>
                  <a:pt x="23831" y="13260"/>
                  <a:pt x="23071" y="12530"/>
                  <a:pt x="22342" y="11831"/>
                </a:cubicBezTo>
                <a:cubicBezTo>
                  <a:pt x="21886" y="11406"/>
                  <a:pt x="21369" y="11102"/>
                  <a:pt x="20822" y="10828"/>
                </a:cubicBezTo>
                <a:cubicBezTo>
                  <a:pt x="20639" y="10767"/>
                  <a:pt x="20457" y="10707"/>
                  <a:pt x="20244" y="10707"/>
                </a:cubicBezTo>
                <a:cubicBezTo>
                  <a:pt x="19910" y="10767"/>
                  <a:pt x="19606" y="10828"/>
                  <a:pt x="19302" y="10919"/>
                </a:cubicBezTo>
                <a:cubicBezTo>
                  <a:pt x="18694" y="11011"/>
                  <a:pt x="18208" y="11315"/>
                  <a:pt x="17965" y="11923"/>
                </a:cubicBezTo>
                <a:cubicBezTo>
                  <a:pt x="17478" y="13199"/>
                  <a:pt x="16901" y="14476"/>
                  <a:pt x="16445" y="15783"/>
                </a:cubicBezTo>
                <a:cubicBezTo>
                  <a:pt x="15776" y="17789"/>
                  <a:pt x="15168" y="19886"/>
                  <a:pt x="14530" y="21923"/>
                </a:cubicBezTo>
                <a:cubicBezTo>
                  <a:pt x="13861" y="24020"/>
                  <a:pt x="13223" y="26056"/>
                  <a:pt x="12585" y="28154"/>
                </a:cubicBezTo>
                <a:cubicBezTo>
                  <a:pt x="12493" y="28336"/>
                  <a:pt x="12433" y="28488"/>
                  <a:pt x="12311" y="28731"/>
                </a:cubicBezTo>
                <a:cubicBezTo>
                  <a:pt x="11825" y="28245"/>
                  <a:pt x="11338" y="27819"/>
                  <a:pt x="10882" y="27363"/>
                </a:cubicBezTo>
                <a:cubicBezTo>
                  <a:pt x="9819" y="26300"/>
                  <a:pt x="8815" y="25266"/>
                  <a:pt x="7752" y="24233"/>
                </a:cubicBezTo>
                <a:cubicBezTo>
                  <a:pt x="6201" y="22713"/>
                  <a:pt x="4590" y="21193"/>
                  <a:pt x="3040" y="19734"/>
                </a:cubicBezTo>
                <a:cubicBezTo>
                  <a:pt x="2584" y="19278"/>
                  <a:pt x="2098" y="18853"/>
                  <a:pt x="1612" y="18397"/>
                </a:cubicBezTo>
                <a:cubicBezTo>
                  <a:pt x="1282" y="18119"/>
                  <a:pt x="1041" y="17980"/>
                  <a:pt x="782" y="17980"/>
                </a:cubicBezTo>
                <a:cubicBezTo>
                  <a:pt x="588" y="17980"/>
                  <a:pt x="383" y="18058"/>
                  <a:pt x="122" y="18214"/>
                </a:cubicBezTo>
                <a:cubicBezTo>
                  <a:pt x="1" y="18579"/>
                  <a:pt x="244" y="18853"/>
                  <a:pt x="426" y="19126"/>
                </a:cubicBezTo>
                <a:cubicBezTo>
                  <a:pt x="852" y="19643"/>
                  <a:pt x="1308" y="20129"/>
                  <a:pt x="1764" y="20646"/>
                </a:cubicBezTo>
                <a:cubicBezTo>
                  <a:pt x="2706" y="21710"/>
                  <a:pt x="3618" y="22713"/>
                  <a:pt x="4560" y="23746"/>
                </a:cubicBezTo>
                <a:cubicBezTo>
                  <a:pt x="5624" y="24932"/>
                  <a:pt x="6718" y="26117"/>
                  <a:pt x="7782" y="27272"/>
                </a:cubicBezTo>
                <a:cubicBezTo>
                  <a:pt x="8086" y="27637"/>
                  <a:pt x="8390" y="28002"/>
                  <a:pt x="8755" y="28336"/>
                </a:cubicBezTo>
                <a:cubicBezTo>
                  <a:pt x="9667" y="29309"/>
                  <a:pt x="10578" y="30251"/>
                  <a:pt x="11521" y="31163"/>
                </a:cubicBezTo>
                <a:cubicBezTo>
                  <a:pt x="11825" y="31467"/>
                  <a:pt x="12189" y="31649"/>
                  <a:pt x="12585" y="31892"/>
                </a:cubicBezTo>
                <a:cubicBezTo>
                  <a:pt x="12688" y="31955"/>
                  <a:pt x="12792" y="31981"/>
                  <a:pt x="12894" y="31981"/>
                </a:cubicBezTo>
                <a:cubicBezTo>
                  <a:pt x="13092" y="31981"/>
                  <a:pt x="13286" y="31881"/>
                  <a:pt x="13466" y="31740"/>
                </a:cubicBezTo>
                <a:cubicBezTo>
                  <a:pt x="13618" y="31588"/>
                  <a:pt x="13800" y="31376"/>
                  <a:pt x="13892" y="31193"/>
                </a:cubicBezTo>
                <a:cubicBezTo>
                  <a:pt x="14256" y="30433"/>
                  <a:pt x="14651" y="29674"/>
                  <a:pt x="14895" y="28883"/>
                </a:cubicBezTo>
                <a:cubicBezTo>
                  <a:pt x="15776" y="26178"/>
                  <a:pt x="16566" y="23534"/>
                  <a:pt x="17417" y="20828"/>
                </a:cubicBezTo>
                <a:cubicBezTo>
                  <a:pt x="18056" y="18762"/>
                  <a:pt x="18603" y="16634"/>
                  <a:pt x="19424" y="14628"/>
                </a:cubicBezTo>
                <a:cubicBezTo>
                  <a:pt x="19576" y="14263"/>
                  <a:pt x="19667" y="13777"/>
                  <a:pt x="20001" y="13442"/>
                </a:cubicBezTo>
                <a:cubicBezTo>
                  <a:pt x="20153" y="13564"/>
                  <a:pt x="20305" y="13594"/>
                  <a:pt x="20427" y="13716"/>
                </a:cubicBezTo>
                <a:cubicBezTo>
                  <a:pt x="20761" y="14020"/>
                  <a:pt x="21095" y="14354"/>
                  <a:pt x="21430" y="14719"/>
                </a:cubicBezTo>
                <a:cubicBezTo>
                  <a:pt x="22281" y="15570"/>
                  <a:pt x="23071" y="16482"/>
                  <a:pt x="23861" y="17363"/>
                </a:cubicBezTo>
                <a:cubicBezTo>
                  <a:pt x="24439" y="18062"/>
                  <a:pt x="25047" y="18701"/>
                  <a:pt x="25655" y="19369"/>
                </a:cubicBezTo>
                <a:cubicBezTo>
                  <a:pt x="26263" y="20069"/>
                  <a:pt x="26840" y="20798"/>
                  <a:pt x="27478" y="21467"/>
                </a:cubicBezTo>
                <a:cubicBezTo>
                  <a:pt x="28330" y="22318"/>
                  <a:pt x="29181" y="23138"/>
                  <a:pt x="30062" y="23929"/>
                </a:cubicBezTo>
                <a:cubicBezTo>
                  <a:pt x="30670" y="24476"/>
                  <a:pt x="31400" y="24993"/>
                  <a:pt x="32068" y="25449"/>
                </a:cubicBezTo>
                <a:cubicBezTo>
                  <a:pt x="32358" y="25642"/>
                  <a:pt x="32610" y="25725"/>
                  <a:pt x="32830" y="25725"/>
                </a:cubicBezTo>
                <a:cubicBezTo>
                  <a:pt x="33231" y="25725"/>
                  <a:pt x="33524" y="25446"/>
                  <a:pt x="33740" y="25053"/>
                </a:cubicBezTo>
                <a:cubicBezTo>
                  <a:pt x="34044" y="24415"/>
                  <a:pt x="34317" y="23777"/>
                  <a:pt x="34500" y="23138"/>
                </a:cubicBezTo>
                <a:cubicBezTo>
                  <a:pt x="34743" y="22409"/>
                  <a:pt x="34895" y="21649"/>
                  <a:pt x="35017" y="20889"/>
                </a:cubicBezTo>
                <a:cubicBezTo>
                  <a:pt x="35108" y="20129"/>
                  <a:pt x="35199" y="19369"/>
                  <a:pt x="35321" y="18610"/>
                </a:cubicBezTo>
                <a:cubicBezTo>
                  <a:pt x="35381" y="18093"/>
                  <a:pt x="35473" y="17576"/>
                  <a:pt x="35533" y="17059"/>
                </a:cubicBezTo>
                <a:cubicBezTo>
                  <a:pt x="35655" y="16330"/>
                  <a:pt x="35807" y="15570"/>
                  <a:pt x="35928" y="14810"/>
                </a:cubicBezTo>
                <a:cubicBezTo>
                  <a:pt x="36020" y="13989"/>
                  <a:pt x="36111" y="13199"/>
                  <a:pt x="36232" y="12378"/>
                </a:cubicBezTo>
                <a:cubicBezTo>
                  <a:pt x="36384" y="11375"/>
                  <a:pt x="36536" y="10312"/>
                  <a:pt x="36688" y="9278"/>
                </a:cubicBezTo>
                <a:cubicBezTo>
                  <a:pt x="36840" y="8214"/>
                  <a:pt x="36992" y="7181"/>
                  <a:pt x="37175" y="6147"/>
                </a:cubicBezTo>
                <a:cubicBezTo>
                  <a:pt x="37205" y="5935"/>
                  <a:pt x="37327" y="5691"/>
                  <a:pt x="37387" y="5479"/>
                </a:cubicBezTo>
                <a:cubicBezTo>
                  <a:pt x="38056" y="6087"/>
                  <a:pt x="38664" y="6664"/>
                  <a:pt x="39272" y="7211"/>
                </a:cubicBezTo>
                <a:cubicBezTo>
                  <a:pt x="40427" y="8336"/>
                  <a:pt x="41582" y="9430"/>
                  <a:pt x="42767" y="10524"/>
                </a:cubicBezTo>
                <a:cubicBezTo>
                  <a:pt x="43254" y="10980"/>
                  <a:pt x="43771" y="11467"/>
                  <a:pt x="44287" y="11923"/>
                </a:cubicBezTo>
                <a:cubicBezTo>
                  <a:pt x="45412" y="12956"/>
                  <a:pt x="46506" y="13989"/>
                  <a:pt x="47661" y="15023"/>
                </a:cubicBezTo>
                <a:lnTo>
                  <a:pt x="49242" y="16391"/>
                </a:lnTo>
                <a:cubicBezTo>
                  <a:pt x="49850" y="16907"/>
                  <a:pt x="50518" y="17455"/>
                  <a:pt x="51126" y="17971"/>
                </a:cubicBezTo>
                <a:cubicBezTo>
                  <a:pt x="51461" y="18245"/>
                  <a:pt x="51765" y="18579"/>
                  <a:pt x="52099" y="18822"/>
                </a:cubicBezTo>
                <a:cubicBezTo>
                  <a:pt x="52329" y="18976"/>
                  <a:pt x="52516" y="19215"/>
                  <a:pt x="52841" y="19215"/>
                </a:cubicBezTo>
                <a:cubicBezTo>
                  <a:pt x="52902" y="19215"/>
                  <a:pt x="52969" y="19206"/>
                  <a:pt x="53041" y="19187"/>
                </a:cubicBezTo>
                <a:cubicBezTo>
                  <a:pt x="53193" y="18762"/>
                  <a:pt x="53436" y="18306"/>
                  <a:pt x="53558" y="17850"/>
                </a:cubicBezTo>
                <a:cubicBezTo>
                  <a:pt x="53710" y="17151"/>
                  <a:pt x="53771" y="16421"/>
                  <a:pt x="53862" y="15692"/>
                </a:cubicBezTo>
                <a:cubicBezTo>
                  <a:pt x="53923" y="14628"/>
                  <a:pt x="53953" y="13594"/>
                  <a:pt x="54044" y="12530"/>
                </a:cubicBezTo>
                <a:cubicBezTo>
                  <a:pt x="54075" y="11862"/>
                  <a:pt x="54105" y="11223"/>
                  <a:pt x="54105" y="10524"/>
                </a:cubicBezTo>
                <a:cubicBezTo>
                  <a:pt x="54166" y="8853"/>
                  <a:pt x="54196" y="7181"/>
                  <a:pt x="54196" y="5509"/>
                </a:cubicBezTo>
                <a:cubicBezTo>
                  <a:pt x="54196" y="3959"/>
                  <a:pt x="54166" y="2409"/>
                  <a:pt x="54105" y="828"/>
                </a:cubicBezTo>
                <a:cubicBezTo>
                  <a:pt x="54105" y="676"/>
                  <a:pt x="54075" y="524"/>
                  <a:pt x="54044" y="372"/>
                </a:cubicBezTo>
                <a:cubicBezTo>
                  <a:pt x="54014" y="190"/>
                  <a:pt x="53892" y="38"/>
                  <a:pt x="53649" y="7"/>
                </a:cubicBezTo>
                <a:cubicBezTo>
                  <a:pt x="53612" y="3"/>
                  <a:pt x="53575" y="0"/>
                  <a:pt x="5353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55" name="Google Shape;4455;p60"/>
          <p:cNvGrpSpPr/>
          <p:nvPr/>
        </p:nvGrpSpPr>
        <p:grpSpPr>
          <a:xfrm rot="-937092">
            <a:off x="563715" y="1866781"/>
            <a:ext cx="1354922" cy="1933595"/>
            <a:chOff x="6107000" y="691500"/>
            <a:chExt cx="590450" cy="842625"/>
          </a:xfrm>
        </p:grpSpPr>
        <p:sp>
          <p:nvSpPr>
            <p:cNvPr id="4456" name="Google Shape;4456;p60"/>
            <p:cNvSpPr/>
            <p:nvPr/>
          </p:nvSpPr>
          <p:spPr>
            <a:xfrm>
              <a:off x="6107000" y="691500"/>
              <a:ext cx="590450" cy="842625"/>
            </a:xfrm>
            <a:custGeom>
              <a:avLst/>
              <a:gdLst/>
              <a:ahLst/>
              <a:cxnLst/>
              <a:rect l="l" t="t" r="r" b="b"/>
              <a:pathLst>
                <a:path w="23618" h="33705" extrusionOk="0">
                  <a:moveTo>
                    <a:pt x="14676" y="1"/>
                  </a:moveTo>
                  <a:cubicBezTo>
                    <a:pt x="14518" y="1"/>
                    <a:pt x="14375" y="83"/>
                    <a:pt x="14286" y="230"/>
                  </a:cubicBezTo>
                  <a:cubicBezTo>
                    <a:pt x="14187" y="409"/>
                    <a:pt x="14227" y="628"/>
                    <a:pt x="14406" y="787"/>
                  </a:cubicBezTo>
                  <a:cubicBezTo>
                    <a:pt x="14485" y="847"/>
                    <a:pt x="14565" y="907"/>
                    <a:pt x="14664" y="966"/>
                  </a:cubicBezTo>
                  <a:cubicBezTo>
                    <a:pt x="17530" y="2817"/>
                    <a:pt x="19619" y="5324"/>
                    <a:pt x="20912" y="8447"/>
                  </a:cubicBezTo>
                  <a:cubicBezTo>
                    <a:pt x="22941" y="13362"/>
                    <a:pt x="22862" y="18256"/>
                    <a:pt x="20713" y="23111"/>
                  </a:cubicBezTo>
                  <a:cubicBezTo>
                    <a:pt x="19778" y="25240"/>
                    <a:pt x="18445" y="27090"/>
                    <a:pt x="16714" y="28662"/>
                  </a:cubicBezTo>
                  <a:cubicBezTo>
                    <a:pt x="13829" y="31288"/>
                    <a:pt x="10446" y="32721"/>
                    <a:pt x="6507" y="32800"/>
                  </a:cubicBezTo>
                  <a:cubicBezTo>
                    <a:pt x="6451" y="32801"/>
                    <a:pt x="6395" y="32801"/>
                    <a:pt x="6339" y="32801"/>
                  </a:cubicBezTo>
                  <a:cubicBezTo>
                    <a:pt x="4607" y="32801"/>
                    <a:pt x="2913" y="32502"/>
                    <a:pt x="1274" y="31885"/>
                  </a:cubicBezTo>
                  <a:cubicBezTo>
                    <a:pt x="1115" y="31806"/>
                    <a:pt x="936" y="31746"/>
                    <a:pt x="777" y="31686"/>
                  </a:cubicBezTo>
                  <a:cubicBezTo>
                    <a:pt x="697" y="31666"/>
                    <a:pt x="618" y="31646"/>
                    <a:pt x="518" y="31626"/>
                  </a:cubicBezTo>
                  <a:cubicBezTo>
                    <a:pt x="319" y="31626"/>
                    <a:pt x="160" y="31706"/>
                    <a:pt x="80" y="31885"/>
                  </a:cubicBezTo>
                  <a:cubicBezTo>
                    <a:pt x="1" y="32064"/>
                    <a:pt x="41" y="32243"/>
                    <a:pt x="220" y="32363"/>
                  </a:cubicBezTo>
                  <a:cubicBezTo>
                    <a:pt x="478" y="32522"/>
                    <a:pt x="757" y="32681"/>
                    <a:pt x="1036" y="32780"/>
                  </a:cubicBezTo>
                  <a:cubicBezTo>
                    <a:pt x="2428" y="33278"/>
                    <a:pt x="3881" y="33596"/>
                    <a:pt x="5373" y="33676"/>
                  </a:cubicBezTo>
                  <a:cubicBezTo>
                    <a:pt x="5707" y="33695"/>
                    <a:pt x="6039" y="33705"/>
                    <a:pt x="6368" y="33705"/>
                  </a:cubicBezTo>
                  <a:cubicBezTo>
                    <a:pt x="9742" y="33705"/>
                    <a:pt x="12848" y="32685"/>
                    <a:pt x="15639" y="30691"/>
                  </a:cubicBezTo>
                  <a:cubicBezTo>
                    <a:pt x="18902" y="28383"/>
                    <a:pt x="21091" y="25240"/>
                    <a:pt x="22344" y="21459"/>
                  </a:cubicBezTo>
                  <a:cubicBezTo>
                    <a:pt x="22703" y="20325"/>
                    <a:pt x="22961" y="19171"/>
                    <a:pt x="23100" y="17978"/>
                  </a:cubicBezTo>
                  <a:cubicBezTo>
                    <a:pt x="23618" y="13720"/>
                    <a:pt x="22862" y="9721"/>
                    <a:pt x="20693" y="6000"/>
                  </a:cubicBezTo>
                  <a:cubicBezTo>
                    <a:pt x="19320" y="3613"/>
                    <a:pt x="17450" y="1663"/>
                    <a:pt x="15122" y="190"/>
                  </a:cubicBezTo>
                  <a:cubicBezTo>
                    <a:pt x="15023" y="131"/>
                    <a:pt x="14943" y="71"/>
                    <a:pt x="14844" y="31"/>
                  </a:cubicBezTo>
                  <a:cubicBezTo>
                    <a:pt x="14787" y="11"/>
                    <a:pt x="14730" y="1"/>
                    <a:pt x="1467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7" name="Google Shape;4457;p60"/>
            <p:cNvSpPr/>
            <p:nvPr/>
          </p:nvSpPr>
          <p:spPr>
            <a:xfrm>
              <a:off x="6130400" y="766775"/>
              <a:ext cx="473550" cy="680625"/>
            </a:xfrm>
            <a:custGeom>
              <a:avLst/>
              <a:gdLst/>
              <a:ahLst/>
              <a:cxnLst/>
              <a:rect l="l" t="t" r="r" b="b"/>
              <a:pathLst>
                <a:path w="18942" h="27225" extrusionOk="0">
                  <a:moveTo>
                    <a:pt x="12068" y="0"/>
                  </a:moveTo>
                  <a:cubicBezTo>
                    <a:pt x="11822" y="0"/>
                    <a:pt x="11606" y="197"/>
                    <a:pt x="11639" y="462"/>
                  </a:cubicBezTo>
                  <a:cubicBezTo>
                    <a:pt x="11659" y="602"/>
                    <a:pt x="11739" y="741"/>
                    <a:pt x="11838" y="840"/>
                  </a:cubicBezTo>
                  <a:cubicBezTo>
                    <a:pt x="11997" y="1000"/>
                    <a:pt x="12196" y="1159"/>
                    <a:pt x="12356" y="1318"/>
                  </a:cubicBezTo>
                  <a:cubicBezTo>
                    <a:pt x="14683" y="3487"/>
                    <a:pt x="16375" y="6053"/>
                    <a:pt x="17250" y="9117"/>
                  </a:cubicBezTo>
                  <a:cubicBezTo>
                    <a:pt x="18046" y="11823"/>
                    <a:pt x="18046" y="14529"/>
                    <a:pt x="17190" y="17295"/>
                  </a:cubicBezTo>
                  <a:cubicBezTo>
                    <a:pt x="16434" y="19563"/>
                    <a:pt x="15121" y="21513"/>
                    <a:pt x="13231" y="23084"/>
                  </a:cubicBezTo>
                  <a:cubicBezTo>
                    <a:pt x="10744" y="25134"/>
                    <a:pt x="7839" y="26128"/>
                    <a:pt x="4636" y="26308"/>
                  </a:cubicBezTo>
                  <a:cubicBezTo>
                    <a:pt x="4363" y="26324"/>
                    <a:pt x="4090" y="26332"/>
                    <a:pt x="3817" y="26332"/>
                  </a:cubicBezTo>
                  <a:cubicBezTo>
                    <a:pt x="2797" y="26332"/>
                    <a:pt x="1780" y="26221"/>
                    <a:pt x="776" y="26049"/>
                  </a:cubicBezTo>
                  <a:cubicBezTo>
                    <a:pt x="716" y="26039"/>
                    <a:pt x="652" y="26034"/>
                    <a:pt x="587" y="26034"/>
                  </a:cubicBezTo>
                  <a:cubicBezTo>
                    <a:pt x="522" y="26034"/>
                    <a:pt x="458" y="26039"/>
                    <a:pt x="398" y="26049"/>
                  </a:cubicBezTo>
                  <a:cubicBezTo>
                    <a:pt x="179" y="26089"/>
                    <a:pt x="60" y="26228"/>
                    <a:pt x="20" y="26427"/>
                  </a:cubicBezTo>
                  <a:cubicBezTo>
                    <a:pt x="0" y="26606"/>
                    <a:pt x="100" y="26765"/>
                    <a:pt x="298" y="26845"/>
                  </a:cubicBezTo>
                  <a:cubicBezTo>
                    <a:pt x="557" y="26924"/>
                    <a:pt x="816" y="27024"/>
                    <a:pt x="1074" y="27044"/>
                  </a:cubicBezTo>
                  <a:cubicBezTo>
                    <a:pt x="1976" y="27117"/>
                    <a:pt x="2878" y="27225"/>
                    <a:pt x="3795" y="27225"/>
                  </a:cubicBezTo>
                  <a:cubicBezTo>
                    <a:pt x="3870" y="27225"/>
                    <a:pt x="3944" y="27224"/>
                    <a:pt x="4019" y="27223"/>
                  </a:cubicBezTo>
                  <a:cubicBezTo>
                    <a:pt x="7143" y="27203"/>
                    <a:pt x="10068" y="26387"/>
                    <a:pt x="12674" y="24636"/>
                  </a:cubicBezTo>
                  <a:cubicBezTo>
                    <a:pt x="15101" y="23005"/>
                    <a:pt x="16832" y="20816"/>
                    <a:pt x="17867" y="18090"/>
                  </a:cubicBezTo>
                  <a:cubicBezTo>
                    <a:pt x="18703" y="15882"/>
                    <a:pt x="18941" y="13574"/>
                    <a:pt x="18623" y="11226"/>
                  </a:cubicBezTo>
                  <a:cubicBezTo>
                    <a:pt x="17986" y="6750"/>
                    <a:pt x="15818" y="3128"/>
                    <a:pt x="12455" y="184"/>
                  </a:cubicBezTo>
                  <a:cubicBezTo>
                    <a:pt x="12376" y="124"/>
                    <a:pt x="12296" y="64"/>
                    <a:pt x="12216" y="25"/>
                  </a:cubicBezTo>
                  <a:cubicBezTo>
                    <a:pt x="12167" y="8"/>
                    <a:pt x="12117" y="0"/>
                    <a:pt x="120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8" name="Google Shape;4458;p60"/>
            <p:cNvSpPr/>
            <p:nvPr/>
          </p:nvSpPr>
          <p:spPr>
            <a:xfrm>
              <a:off x="6154750" y="842225"/>
              <a:ext cx="351700" cy="515475"/>
            </a:xfrm>
            <a:custGeom>
              <a:avLst/>
              <a:gdLst/>
              <a:ahLst/>
              <a:cxnLst/>
              <a:rect l="l" t="t" r="r" b="b"/>
              <a:pathLst>
                <a:path w="14068" h="20619" extrusionOk="0">
                  <a:moveTo>
                    <a:pt x="9655" y="1"/>
                  </a:moveTo>
                  <a:cubicBezTo>
                    <a:pt x="9544" y="1"/>
                    <a:pt x="9437" y="46"/>
                    <a:pt x="9352" y="130"/>
                  </a:cubicBezTo>
                  <a:cubicBezTo>
                    <a:pt x="9173" y="289"/>
                    <a:pt x="9173" y="528"/>
                    <a:pt x="9312" y="727"/>
                  </a:cubicBezTo>
                  <a:cubicBezTo>
                    <a:pt x="9392" y="827"/>
                    <a:pt x="9491" y="926"/>
                    <a:pt x="9571" y="1006"/>
                  </a:cubicBezTo>
                  <a:cubicBezTo>
                    <a:pt x="11222" y="2757"/>
                    <a:pt x="12337" y="4786"/>
                    <a:pt x="12814" y="7134"/>
                  </a:cubicBezTo>
                  <a:cubicBezTo>
                    <a:pt x="13292" y="9521"/>
                    <a:pt x="13033" y="11849"/>
                    <a:pt x="11959" y="14038"/>
                  </a:cubicBezTo>
                  <a:cubicBezTo>
                    <a:pt x="10765" y="16425"/>
                    <a:pt x="8875" y="18077"/>
                    <a:pt x="6368" y="19012"/>
                  </a:cubicBezTo>
                  <a:cubicBezTo>
                    <a:pt x="5131" y="19476"/>
                    <a:pt x="3854" y="19711"/>
                    <a:pt x="2551" y="19711"/>
                  </a:cubicBezTo>
                  <a:cubicBezTo>
                    <a:pt x="2010" y="19711"/>
                    <a:pt x="1465" y="19671"/>
                    <a:pt x="916" y="19589"/>
                  </a:cubicBezTo>
                  <a:cubicBezTo>
                    <a:pt x="813" y="19577"/>
                    <a:pt x="709" y="19566"/>
                    <a:pt x="606" y="19566"/>
                  </a:cubicBezTo>
                  <a:cubicBezTo>
                    <a:pt x="530" y="19566"/>
                    <a:pt x="455" y="19572"/>
                    <a:pt x="379" y="19589"/>
                  </a:cubicBezTo>
                  <a:cubicBezTo>
                    <a:pt x="160" y="19629"/>
                    <a:pt x="1" y="19828"/>
                    <a:pt x="1" y="20046"/>
                  </a:cubicBezTo>
                  <a:cubicBezTo>
                    <a:pt x="1" y="20206"/>
                    <a:pt x="120" y="20345"/>
                    <a:pt x="359" y="20405"/>
                  </a:cubicBezTo>
                  <a:cubicBezTo>
                    <a:pt x="558" y="20464"/>
                    <a:pt x="777" y="20504"/>
                    <a:pt x="996" y="20524"/>
                  </a:cubicBezTo>
                  <a:cubicBezTo>
                    <a:pt x="1513" y="20584"/>
                    <a:pt x="2033" y="20618"/>
                    <a:pt x="2553" y="20618"/>
                  </a:cubicBezTo>
                  <a:cubicBezTo>
                    <a:pt x="3233" y="20618"/>
                    <a:pt x="3912" y="20560"/>
                    <a:pt x="4577" y="20424"/>
                  </a:cubicBezTo>
                  <a:cubicBezTo>
                    <a:pt x="8934" y="19589"/>
                    <a:pt x="11879" y="17082"/>
                    <a:pt x="13192" y="13520"/>
                  </a:cubicBezTo>
                  <a:cubicBezTo>
                    <a:pt x="13908" y="11352"/>
                    <a:pt x="14068" y="9561"/>
                    <a:pt x="13849" y="7910"/>
                  </a:cubicBezTo>
                  <a:cubicBezTo>
                    <a:pt x="13471" y="4945"/>
                    <a:pt x="12177" y="2418"/>
                    <a:pt x="10108" y="270"/>
                  </a:cubicBezTo>
                  <a:cubicBezTo>
                    <a:pt x="10068" y="210"/>
                    <a:pt x="10009" y="150"/>
                    <a:pt x="9949" y="110"/>
                  </a:cubicBezTo>
                  <a:cubicBezTo>
                    <a:pt x="9856" y="36"/>
                    <a:pt x="9754" y="1"/>
                    <a:pt x="965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9" name="Google Shape;4459;p60"/>
            <p:cNvSpPr/>
            <p:nvPr/>
          </p:nvSpPr>
          <p:spPr>
            <a:xfrm>
              <a:off x="6193050" y="900900"/>
              <a:ext cx="226350" cy="351800"/>
            </a:xfrm>
            <a:custGeom>
              <a:avLst/>
              <a:gdLst/>
              <a:ahLst/>
              <a:cxnLst/>
              <a:rect l="l" t="t" r="r" b="b"/>
              <a:pathLst>
                <a:path w="9054" h="14072" extrusionOk="0">
                  <a:moveTo>
                    <a:pt x="5665" y="1"/>
                  </a:moveTo>
                  <a:cubicBezTo>
                    <a:pt x="5547" y="1"/>
                    <a:pt x="5436" y="48"/>
                    <a:pt x="5353" y="131"/>
                  </a:cubicBezTo>
                  <a:cubicBezTo>
                    <a:pt x="5214" y="270"/>
                    <a:pt x="5174" y="469"/>
                    <a:pt x="5273" y="668"/>
                  </a:cubicBezTo>
                  <a:cubicBezTo>
                    <a:pt x="5333" y="748"/>
                    <a:pt x="5413" y="827"/>
                    <a:pt x="5472" y="907"/>
                  </a:cubicBezTo>
                  <a:cubicBezTo>
                    <a:pt x="5831" y="1345"/>
                    <a:pt x="6209" y="1763"/>
                    <a:pt x="6527" y="2240"/>
                  </a:cubicBezTo>
                  <a:cubicBezTo>
                    <a:pt x="7462" y="3633"/>
                    <a:pt x="8079" y="5165"/>
                    <a:pt x="8079" y="6856"/>
                  </a:cubicBezTo>
                  <a:cubicBezTo>
                    <a:pt x="8079" y="9462"/>
                    <a:pt x="6905" y="11353"/>
                    <a:pt x="4557" y="12487"/>
                  </a:cubicBezTo>
                  <a:cubicBezTo>
                    <a:pt x="3508" y="12976"/>
                    <a:pt x="2396" y="13174"/>
                    <a:pt x="1251" y="13174"/>
                  </a:cubicBezTo>
                  <a:cubicBezTo>
                    <a:pt x="1093" y="13174"/>
                    <a:pt x="935" y="13170"/>
                    <a:pt x="777" y="13163"/>
                  </a:cubicBezTo>
                  <a:cubicBezTo>
                    <a:pt x="658" y="13143"/>
                    <a:pt x="538" y="13143"/>
                    <a:pt x="419" y="13143"/>
                  </a:cubicBezTo>
                  <a:cubicBezTo>
                    <a:pt x="200" y="13163"/>
                    <a:pt x="21" y="13342"/>
                    <a:pt x="21" y="13561"/>
                  </a:cubicBezTo>
                  <a:cubicBezTo>
                    <a:pt x="1" y="13760"/>
                    <a:pt x="140" y="13959"/>
                    <a:pt x="379" y="14019"/>
                  </a:cubicBezTo>
                  <a:cubicBezTo>
                    <a:pt x="419" y="14039"/>
                    <a:pt x="478" y="14039"/>
                    <a:pt x="538" y="14039"/>
                  </a:cubicBezTo>
                  <a:cubicBezTo>
                    <a:pt x="812" y="14060"/>
                    <a:pt x="1085" y="14071"/>
                    <a:pt x="1357" y="14071"/>
                  </a:cubicBezTo>
                  <a:cubicBezTo>
                    <a:pt x="2582" y="14071"/>
                    <a:pt x="3775" y="13843"/>
                    <a:pt x="4915" y="13322"/>
                  </a:cubicBezTo>
                  <a:cubicBezTo>
                    <a:pt x="6865" y="12427"/>
                    <a:pt x="8178" y="10955"/>
                    <a:pt x="8755" y="8846"/>
                  </a:cubicBezTo>
                  <a:cubicBezTo>
                    <a:pt x="9014" y="7871"/>
                    <a:pt x="9054" y="6876"/>
                    <a:pt x="8914" y="5881"/>
                  </a:cubicBezTo>
                  <a:cubicBezTo>
                    <a:pt x="8596" y="3673"/>
                    <a:pt x="7562" y="1822"/>
                    <a:pt x="6049" y="191"/>
                  </a:cubicBezTo>
                  <a:cubicBezTo>
                    <a:pt x="6010" y="151"/>
                    <a:pt x="5950" y="111"/>
                    <a:pt x="5910" y="71"/>
                  </a:cubicBezTo>
                  <a:cubicBezTo>
                    <a:pt x="5829" y="23"/>
                    <a:pt x="5745" y="1"/>
                    <a:pt x="5665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B75981F6-0019-948A-1327-A2E89F9223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249" y="1828945"/>
            <a:ext cx="3284572" cy="32845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2" name="Google Shape;5772;p98"/>
          <p:cNvSpPr/>
          <p:nvPr/>
        </p:nvSpPr>
        <p:spPr>
          <a:xfrm>
            <a:off x="5694403" y="2312346"/>
            <a:ext cx="358382" cy="38147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773" name="Google Shape;5773;p98"/>
          <p:cNvSpPr/>
          <p:nvPr/>
        </p:nvSpPr>
        <p:spPr>
          <a:xfrm>
            <a:off x="5694403" y="2756996"/>
            <a:ext cx="358382" cy="38147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774" name="Google Shape;5774;p9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USER PERSONA PROFILE</a:t>
            </a:r>
            <a:endParaRPr dirty="0"/>
          </a:p>
        </p:txBody>
      </p:sp>
      <p:sp>
        <p:nvSpPr>
          <p:cNvPr id="5775" name="Google Shape;5775;p98"/>
          <p:cNvSpPr/>
          <p:nvPr/>
        </p:nvSpPr>
        <p:spPr>
          <a:xfrm>
            <a:off x="1228212" y="1867688"/>
            <a:ext cx="1193967" cy="1270827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791" name="Google Shape;5791;p98"/>
          <p:cNvSpPr txBox="1"/>
          <p:nvPr/>
        </p:nvSpPr>
        <p:spPr>
          <a:xfrm>
            <a:off x="3091198" y="1257950"/>
            <a:ext cx="2961600" cy="422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 b="1" dirty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Addiction </a:t>
            </a:r>
            <a:r>
              <a:rPr lang="fr-FR" sz="2600" b="1" dirty="0" err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Statistics</a:t>
            </a:r>
            <a:endParaRPr sz="26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5792" name="Google Shape;5792;p98"/>
          <p:cNvSpPr/>
          <p:nvPr/>
        </p:nvSpPr>
        <p:spPr>
          <a:xfrm>
            <a:off x="3730475" y="2423275"/>
            <a:ext cx="1764600" cy="159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3" name="Google Shape;5793;p98"/>
          <p:cNvSpPr/>
          <p:nvPr/>
        </p:nvSpPr>
        <p:spPr>
          <a:xfrm>
            <a:off x="3730475" y="2867900"/>
            <a:ext cx="1764600" cy="159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4" name="Google Shape;5794;p98"/>
          <p:cNvGrpSpPr/>
          <p:nvPr/>
        </p:nvGrpSpPr>
        <p:grpSpPr>
          <a:xfrm>
            <a:off x="3730476" y="2344294"/>
            <a:ext cx="765832" cy="317594"/>
            <a:chOff x="6015800" y="2098369"/>
            <a:chExt cx="1373700" cy="317594"/>
          </a:xfrm>
        </p:grpSpPr>
        <p:sp>
          <p:nvSpPr>
            <p:cNvPr id="5795" name="Google Shape;5795;p98"/>
            <p:cNvSpPr/>
            <p:nvPr/>
          </p:nvSpPr>
          <p:spPr>
            <a:xfrm>
              <a:off x="6015800" y="2177375"/>
              <a:ext cx="1373700" cy="1596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796" name="Google Shape;5796;p98"/>
            <p:cNvGrpSpPr/>
            <p:nvPr/>
          </p:nvGrpSpPr>
          <p:grpSpPr>
            <a:xfrm>
              <a:off x="7283331" y="2098369"/>
              <a:ext cx="106169" cy="317594"/>
              <a:chOff x="6977750" y="1530100"/>
              <a:chExt cx="166435" cy="317594"/>
            </a:xfrm>
          </p:grpSpPr>
          <p:sp>
            <p:nvSpPr>
              <p:cNvPr id="5797" name="Google Shape;5797;p98"/>
              <p:cNvSpPr/>
              <p:nvPr/>
            </p:nvSpPr>
            <p:spPr>
              <a:xfrm>
                <a:off x="6988075" y="1534900"/>
                <a:ext cx="151775" cy="3019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12079" extrusionOk="0">
                    <a:moveTo>
                      <a:pt x="0" y="262"/>
                    </a:moveTo>
                    <a:lnTo>
                      <a:pt x="5875" y="0"/>
                    </a:lnTo>
                    <a:lnTo>
                      <a:pt x="6071" y="12079"/>
                    </a:lnTo>
                    <a:lnTo>
                      <a:pt x="130" y="1201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798" name="Google Shape;5798;p98"/>
              <p:cNvSpPr/>
              <p:nvPr/>
            </p:nvSpPr>
            <p:spPr>
              <a:xfrm>
                <a:off x="6977750" y="1530100"/>
                <a:ext cx="166435" cy="317594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17880" extrusionOk="0">
                    <a:moveTo>
                      <a:pt x="9900" y="659"/>
                    </a:moveTo>
                    <a:cubicBezTo>
                      <a:pt x="10404" y="659"/>
                      <a:pt x="10908" y="661"/>
                      <a:pt x="11412" y="666"/>
                    </a:cubicBezTo>
                    <a:cubicBezTo>
                      <a:pt x="11804" y="6136"/>
                      <a:pt x="11992" y="11622"/>
                      <a:pt x="11960" y="17124"/>
                    </a:cubicBezTo>
                    <a:cubicBezTo>
                      <a:pt x="11913" y="17045"/>
                      <a:pt x="11819" y="16983"/>
                      <a:pt x="11710" y="16967"/>
                    </a:cubicBezTo>
                    <a:cubicBezTo>
                      <a:pt x="10240" y="16810"/>
                      <a:pt x="8773" y="16732"/>
                      <a:pt x="7307" y="16732"/>
                    </a:cubicBezTo>
                    <a:cubicBezTo>
                      <a:pt x="5256" y="16732"/>
                      <a:pt x="3209" y="16885"/>
                      <a:pt x="1161" y="17186"/>
                    </a:cubicBezTo>
                    <a:cubicBezTo>
                      <a:pt x="879" y="11747"/>
                      <a:pt x="769" y="6324"/>
                      <a:pt x="832" y="901"/>
                    </a:cubicBezTo>
                    <a:cubicBezTo>
                      <a:pt x="3855" y="739"/>
                      <a:pt x="6878" y="659"/>
                      <a:pt x="9900" y="659"/>
                    </a:cubicBezTo>
                    <a:close/>
                    <a:moveTo>
                      <a:pt x="9877" y="1"/>
                    </a:moveTo>
                    <a:cubicBezTo>
                      <a:pt x="6771" y="1"/>
                      <a:pt x="3674" y="83"/>
                      <a:pt x="565" y="258"/>
                    </a:cubicBezTo>
                    <a:cubicBezTo>
                      <a:pt x="542" y="250"/>
                      <a:pt x="518" y="246"/>
                      <a:pt x="495" y="246"/>
                    </a:cubicBezTo>
                    <a:cubicBezTo>
                      <a:pt x="471" y="246"/>
                      <a:pt x="448" y="250"/>
                      <a:pt x="424" y="258"/>
                    </a:cubicBezTo>
                    <a:lnTo>
                      <a:pt x="393" y="258"/>
                    </a:lnTo>
                    <a:cubicBezTo>
                      <a:pt x="79" y="274"/>
                      <a:pt x="1" y="681"/>
                      <a:pt x="189" y="838"/>
                    </a:cubicBezTo>
                    <a:cubicBezTo>
                      <a:pt x="111" y="6340"/>
                      <a:pt x="220" y="11841"/>
                      <a:pt x="518" y="17327"/>
                    </a:cubicBezTo>
                    <a:cubicBezTo>
                      <a:pt x="355" y="17505"/>
                      <a:pt x="501" y="17880"/>
                      <a:pt x="809" y="17880"/>
                    </a:cubicBezTo>
                    <a:cubicBezTo>
                      <a:pt x="826" y="17880"/>
                      <a:pt x="844" y="17878"/>
                      <a:pt x="863" y="17876"/>
                    </a:cubicBezTo>
                    <a:cubicBezTo>
                      <a:pt x="2967" y="17545"/>
                      <a:pt x="5087" y="17381"/>
                      <a:pt x="7211" y="17381"/>
                    </a:cubicBezTo>
                    <a:cubicBezTo>
                      <a:pt x="8710" y="17381"/>
                      <a:pt x="10211" y="17463"/>
                      <a:pt x="11710" y="17625"/>
                    </a:cubicBezTo>
                    <a:cubicBezTo>
                      <a:pt x="11719" y="17626"/>
                      <a:pt x="11728" y="17626"/>
                      <a:pt x="11737" y="17626"/>
                    </a:cubicBezTo>
                    <a:cubicBezTo>
                      <a:pt x="11923" y="17626"/>
                      <a:pt x="12023" y="17476"/>
                      <a:pt x="12023" y="17312"/>
                    </a:cubicBezTo>
                    <a:cubicBezTo>
                      <a:pt x="12084" y="17397"/>
                      <a:pt x="12185" y="17440"/>
                      <a:pt x="12286" y="17440"/>
                    </a:cubicBezTo>
                    <a:cubicBezTo>
                      <a:pt x="12445" y="17440"/>
                      <a:pt x="12603" y="17334"/>
                      <a:pt x="12603" y="17124"/>
                    </a:cubicBezTo>
                    <a:cubicBezTo>
                      <a:pt x="12634" y="11591"/>
                      <a:pt x="12446" y="6073"/>
                      <a:pt x="12055" y="556"/>
                    </a:cubicBezTo>
                    <a:cubicBezTo>
                      <a:pt x="12039" y="352"/>
                      <a:pt x="11866" y="242"/>
                      <a:pt x="11710" y="242"/>
                    </a:cubicBezTo>
                    <a:cubicBezTo>
                      <a:pt x="11678" y="117"/>
                      <a:pt x="11569" y="23"/>
                      <a:pt x="11412" y="7"/>
                    </a:cubicBezTo>
                    <a:cubicBezTo>
                      <a:pt x="10900" y="3"/>
                      <a:pt x="10388" y="1"/>
                      <a:pt x="98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99" name="Google Shape;5799;p98"/>
          <p:cNvGrpSpPr/>
          <p:nvPr/>
        </p:nvGrpSpPr>
        <p:grpSpPr>
          <a:xfrm>
            <a:off x="3730474" y="2782506"/>
            <a:ext cx="1580213" cy="317594"/>
            <a:chOff x="6015800" y="2536581"/>
            <a:chExt cx="922500" cy="317594"/>
          </a:xfrm>
        </p:grpSpPr>
        <p:sp>
          <p:nvSpPr>
            <p:cNvPr id="5800" name="Google Shape;5800;p98"/>
            <p:cNvSpPr/>
            <p:nvPr/>
          </p:nvSpPr>
          <p:spPr>
            <a:xfrm>
              <a:off x="6015800" y="2622000"/>
              <a:ext cx="922500" cy="1596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01" name="Google Shape;5801;p98"/>
            <p:cNvGrpSpPr/>
            <p:nvPr/>
          </p:nvGrpSpPr>
          <p:grpSpPr>
            <a:xfrm>
              <a:off x="6832131" y="2536581"/>
              <a:ext cx="106169" cy="317594"/>
              <a:chOff x="6977750" y="1530100"/>
              <a:chExt cx="166435" cy="317594"/>
            </a:xfrm>
          </p:grpSpPr>
          <p:sp>
            <p:nvSpPr>
              <p:cNvPr id="5802" name="Google Shape;5802;p98"/>
              <p:cNvSpPr/>
              <p:nvPr/>
            </p:nvSpPr>
            <p:spPr>
              <a:xfrm>
                <a:off x="6988075" y="1534900"/>
                <a:ext cx="151775" cy="3019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12079" extrusionOk="0">
                    <a:moveTo>
                      <a:pt x="0" y="262"/>
                    </a:moveTo>
                    <a:lnTo>
                      <a:pt x="5875" y="0"/>
                    </a:lnTo>
                    <a:lnTo>
                      <a:pt x="6071" y="12079"/>
                    </a:lnTo>
                    <a:lnTo>
                      <a:pt x="130" y="12013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803" name="Google Shape;5803;p98"/>
              <p:cNvSpPr/>
              <p:nvPr/>
            </p:nvSpPr>
            <p:spPr>
              <a:xfrm>
                <a:off x="6977750" y="1530100"/>
                <a:ext cx="166435" cy="317594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17880" extrusionOk="0">
                    <a:moveTo>
                      <a:pt x="9900" y="659"/>
                    </a:moveTo>
                    <a:cubicBezTo>
                      <a:pt x="10404" y="659"/>
                      <a:pt x="10908" y="661"/>
                      <a:pt x="11412" y="666"/>
                    </a:cubicBezTo>
                    <a:cubicBezTo>
                      <a:pt x="11804" y="6136"/>
                      <a:pt x="11992" y="11622"/>
                      <a:pt x="11960" y="17124"/>
                    </a:cubicBezTo>
                    <a:cubicBezTo>
                      <a:pt x="11913" y="17045"/>
                      <a:pt x="11819" y="16983"/>
                      <a:pt x="11710" y="16967"/>
                    </a:cubicBezTo>
                    <a:cubicBezTo>
                      <a:pt x="10240" y="16810"/>
                      <a:pt x="8773" y="16732"/>
                      <a:pt x="7307" y="16732"/>
                    </a:cubicBezTo>
                    <a:cubicBezTo>
                      <a:pt x="5256" y="16732"/>
                      <a:pt x="3209" y="16885"/>
                      <a:pt x="1161" y="17186"/>
                    </a:cubicBezTo>
                    <a:cubicBezTo>
                      <a:pt x="879" y="11747"/>
                      <a:pt x="769" y="6324"/>
                      <a:pt x="832" y="901"/>
                    </a:cubicBezTo>
                    <a:cubicBezTo>
                      <a:pt x="3855" y="739"/>
                      <a:pt x="6878" y="659"/>
                      <a:pt x="9900" y="659"/>
                    </a:cubicBezTo>
                    <a:close/>
                    <a:moveTo>
                      <a:pt x="9877" y="1"/>
                    </a:moveTo>
                    <a:cubicBezTo>
                      <a:pt x="6771" y="1"/>
                      <a:pt x="3674" y="83"/>
                      <a:pt x="565" y="258"/>
                    </a:cubicBezTo>
                    <a:cubicBezTo>
                      <a:pt x="542" y="250"/>
                      <a:pt x="518" y="246"/>
                      <a:pt x="495" y="246"/>
                    </a:cubicBezTo>
                    <a:cubicBezTo>
                      <a:pt x="471" y="246"/>
                      <a:pt x="448" y="250"/>
                      <a:pt x="424" y="258"/>
                    </a:cubicBezTo>
                    <a:lnTo>
                      <a:pt x="393" y="258"/>
                    </a:lnTo>
                    <a:cubicBezTo>
                      <a:pt x="79" y="274"/>
                      <a:pt x="1" y="681"/>
                      <a:pt x="189" y="838"/>
                    </a:cubicBezTo>
                    <a:cubicBezTo>
                      <a:pt x="111" y="6340"/>
                      <a:pt x="220" y="11841"/>
                      <a:pt x="518" y="17327"/>
                    </a:cubicBezTo>
                    <a:cubicBezTo>
                      <a:pt x="355" y="17505"/>
                      <a:pt x="501" y="17880"/>
                      <a:pt x="809" y="17880"/>
                    </a:cubicBezTo>
                    <a:cubicBezTo>
                      <a:pt x="826" y="17880"/>
                      <a:pt x="844" y="17878"/>
                      <a:pt x="863" y="17876"/>
                    </a:cubicBezTo>
                    <a:cubicBezTo>
                      <a:pt x="2967" y="17545"/>
                      <a:pt x="5087" y="17381"/>
                      <a:pt x="7211" y="17381"/>
                    </a:cubicBezTo>
                    <a:cubicBezTo>
                      <a:pt x="8710" y="17381"/>
                      <a:pt x="10211" y="17463"/>
                      <a:pt x="11710" y="17625"/>
                    </a:cubicBezTo>
                    <a:cubicBezTo>
                      <a:pt x="11719" y="17626"/>
                      <a:pt x="11728" y="17626"/>
                      <a:pt x="11737" y="17626"/>
                    </a:cubicBezTo>
                    <a:cubicBezTo>
                      <a:pt x="11923" y="17626"/>
                      <a:pt x="12023" y="17476"/>
                      <a:pt x="12023" y="17312"/>
                    </a:cubicBezTo>
                    <a:cubicBezTo>
                      <a:pt x="12084" y="17397"/>
                      <a:pt x="12185" y="17440"/>
                      <a:pt x="12286" y="17440"/>
                    </a:cubicBezTo>
                    <a:cubicBezTo>
                      <a:pt x="12445" y="17440"/>
                      <a:pt x="12603" y="17334"/>
                      <a:pt x="12603" y="17124"/>
                    </a:cubicBezTo>
                    <a:cubicBezTo>
                      <a:pt x="12634" y="11591"/>
                      <a:pt x="12446" y="6073"/>
                      <a:pt x="12055" y="556"/>
                    </a:cubicBezTo>
                    <a:cubicBezTo>
                      <a:pt x="12039" y="352"/>
                      <a:pt x="11866" y="242"/>
                      <a:pt x="11710" y="242"/>
                    </a:cubicBezTo>
                    <a:cubicBezTo>
                      <a:pt x="11678" y="117"/>
                      <a:pt x="11569" y="23"/>
                      <a:pt x="11412" y="7"/>
                    </a:cubicBezTo>
                    <a:cubicBezTo>
                      <a:pt x="10900" y="3"/>
                      <a:pt x="10388" y="1"/>
                      <a:pt x="98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9525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04" name="Google Shape;5804;p98"/>
          <p:cNvSpPr/>
          <p:nvPr/>
        </p:nvSpPr>
        <p:spPr>
          <a:xfrm>
            <a:off x="3730475" y="1978650"/>
            <a:ext cx="1764600" cy="159600"/>
          </a:xfrm>
          <a:prstGeom prst="roundRect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05" name="Google Shape;5805;p98"/>
          <p:cNvGrpSpPr/>
          <p:nvPr/>
        </p:nvGrpSpPr>
        <p:grpSpPr>
          <a:xfrm>
            <a:off x="3730474" y="1899681"/>
            <a:ext cx="1019945" cy="317594"/>
            <a:chOff x="6015800" y="1653756"/>
            <a:chExt cx="1133100" cy="317594"/>
          </a:xfrm>
        </p:grpSpPr>
        <p:sp>
          <p:nvSpPr>
            <p:cNvPr id="5806" name="Google Shape;5806;p98"/>
            <p:cNvSpPr/>
            <p:nvPr/>
          </p:nvSpPr>
          <p:spPr>
            <a:xfrm>
              <a:off x="6015800" y="1732738"/>
              <a:ext cx="1133100" cy="1596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07" name="Google Shape;5807;p98"/>
            <p:cNvGrpSpPr/>
            <p:nvPr/>
          </p:nvGrpSpPr>
          <p:grpSpPr>
            <a:xfrm>
              <a:off x="7042731" y="1653756"/>
              <a:ext cx="106169" cy="317594"/>
              <a:chOff x="6977750" y="1530100"/>
              <a:chExt cx="166435" cy="317594"/>
            </a:xfrm>
          </p:grpSpPr>
          <p:sp>
            <p:nvSpPr>
              <p:cNvPr id="5808" name="Google Shape;5808;p98"/>
              <p:cNvSpPr/>
              <p:nvPr/>
            </p:nvSpPr>
            <p:spPr>
              <a:xfrm>
                <a:off x="6988075" y="1534900"/>
                <a:ext cx="151775" cy="301975"/>
              </a:xfrm>
              <a:custGeom>
                <a:avLst/>
                <a:gdLst/>
                <a:ahLst/>
                <a:cxnLst/>
                <a:rect l="l" t="t" r="r" b="b"/>
                <a:pathLst>
                  <a:path w="6071" h="12079" extrusionOk="0">
                    <a:moveTo>
                      <a:pt x="0" y="262"/>
                    </a:moveTo>
                    <a:lnTo>
                      <a:pt x="5875" y="0"/>
                    </a:lnTo>
                    <a:lnTo>
                      <a:pt x="6071" y="12079"/>
                    </a:lnTo>
                    <a:lnTo>
                      <a:pt x="130" y="1201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/>
              <a:lstStyle/>
              <a:p>
                <a:endParaRPr lang="fr-FR"/>
              </a:p>
            </p:txBody>
          </p:sp>
          <p:sp>
            <p:nvSpPr>
              <p:cNvPr id="5809" name="Google Shape;5809;p98"/>
              <p:cNvSpPr/>
              <p:nvPr/>
            </p:nvSpPr>
            <p:spPr>
              <a:xfrm>
                <a:off x="6977750" y="1530100"/>
                <a:ext cx="166435" cy="317594"/>
              </a:xfrm>
              <a:custGeom>
                <a:avLst/>
                <a:gdLst/>
                <a:ahLst/>
                <a:cxnLst/>
                <a:rect l="l" t="t" r="r" b="b"/>
                <a:pathLst>
                  <a:path w="12635" h="17880" extrusionOk="0">
                    <a:moveTo>
                      <a:pt x="9900" y="659"/>
                    </a:moveTo>
                    <a:cubicBezTo>
                      <a:pt x="10404" y="659"/>
                      <a:pt x="10908" y="661"/>
                      <a:pt x="11412" y="666"/>
                    </a:cubicBezTo>
                    <a:cubicBezTo>
                      <a:pt x="11804" y="6136"/>
                      <a:pt x="11992" y="11622"/>
                      <a:pt x="11960" y="17124"/>
                    </a:cubicBezTo>
                    <a:cubicBezTo>
                      <a:pt x="11913" y="17045"/>
                      <a:pt x="11819" y="16983"/>
                      <a:pt x="11710" y="16967"/>
                    </a:cubicBezTo>
                    <a:cubicBezTo>
                      <a:pt x="10240" y="16810"/>
                      <a:pt x="8773" y="16732"/>
                      <a:pt x="7307" y="16732"/>
                    </a:cubicBezTo>
                    <a:cubicBezTo>
                      <a:pt x="5256" y="16732"/>
                      <a:pt x="3209" y="16885"/>
                      <a:pt x="1161" y="17186"/>
                    </a:cubicBezTo>
                    <a:cubicBezTo>
                      <a:pt x="879" y="11747"/>
                      <a:pt x="769" y="6324"/>
                      <a:pt x="832" y="901"/>
                    </a:cubicBezTo>
                    <a:cubicBezTo>
                      <a:pt x="3855" y="739"/>
                      <a:pt x="6878" y="659"/>
                      <a:pt x="9900" y="659"/>
                    </a:cubicBezTo>
                    <a:close/>
                    <a:moveTo>
                      <a:pt x="9877" y="1"/>
                    </a:moveTo>
                    <a:cubicBezTo>
                      <a:pt x="6771" y="1"/>
                      <a:pt x="3674" y="83"/>
                      <a:pt x="565" y="258"/>
                    </a:cubicBezTo>
                    <a:cubicBezTo>
                      <a:pt x="542" y="250"/>
                      <a:pt x="518" y="246"/>
                      <a:pt x="495" y="246"/>
                    </a:cubicBezTo>
                    <a:cubicBezTo>
                      <a:pt x="471" y="246"/>
                      <a:pt x="448" y="250"/>
                      <a:pt x="424" y="258"/>
                    </a:cubicBezTo>
                    <a:lnTo>
                      <a:pt x="393" y="258"/>
                    </a:lnTo>
                    <a:cubicBezTo>
                      <a:pt x="79" y="274"/>
                      <a:pt x="1" y="681"/>
                      <a:pt x="189" y="838"/>
                    </a:cubicBezTo>
                    <a:cubicBezTo>
                      <a:pt x="111" y="6340"/>
                      <a:pt x="220" y="11841"/>
                      <a:pt x="518" y="17327"/>
                    </a:cubicBezTo>
                    <a:cubicBezTo>
                      <a:pt x="355" y="17505"/>
                      <a:pt x="501" y="17880"/>
                      <a:pt x="809" y="17880"/>
                    </a:cubicBezTo>
                    <a:cubicBezTo>
                      <a:pt x="826" y="17880"/>
                      <a:pt x="844" y="17878"/>
                      <a:pt x="863" y="17876"/>
                    </a:cubicBezTo>
                    <a:cubicBezTo>
                      <a:pt x="2967" y="17545"/>
                      <a:pt x="5087" y="17381"/>
                      <a:pt x="7211" y="17381"/>
                    </a:cubicBezTo>
                    <a:cubicBezTo>
                      <a:pt x="8710" y="17381"/>
                      <a:pt x="10211" y="17463"/>
                      <a:pt x="11710" y="17625"/>
                    </a:cubicBezTo>
                    <a:cubicBezTo>
                      <a:pt x="11719" y="17626"/>
                      <a:pt x="11728" y="17626"/>
                      <a:pt x="11737" y="17626"/>
                    </a:cubicBezTo>
                    <a:cubicBezTo>
                      <a:pt x="11923" y="17626"/>
                      <a:pt x="12023" y="17476"/>
                      <a:pt x="12023" y="17312"/>
                    </a:cubicBezTo>
                    <a:cubicBezTo>
                      <a:pt x="12084" y="17397"/>
                      <a:pt x="12185" y="17440"/>
                      <a:pt x="12286" y="17440"/>
                    </a:cubicBezTo>
                    <a:cubicBezTo>
                      <a:pt x="12445" y="17440"/>
                      <a:pt x="12603" y="17334"/>
                      <a:pt x="12603" y="17124"/>
                    </a:cubicBezTo>
                    <a:cubicBezTo>
                      <a:pt x="12634" y="11591"/>
                      <a:pt x="12446" y="6073"/>
                      <a:pt x="12055" y="556"/>
                    </a:cubicBezTo>
                    <a:cubicBezTo>
                      <a:pt x="12039" y="352"/>
                      <a:pt x="11866" y="242"/>
                      <a:pt x="11710" y="242"/>
                    </a:cubicBezTo>
                    <a:cubicBezTo>
                      <a:pt x="11678" y="117"/>
                      <a:pt x="11569" y="23"/>
                      <a:pt x="11412" y="7"/>
                    </a:cubicBezTo>
                    <a:cubicBezTo>
                      <a:pt x="10900" y="3"/>
                      <a:pt x="10388" y="1"/>
                      <a:pt x="987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10" name="Google Shape;5810;p98"/>
          <p:cNvSpPr txBox="1"/>
          <p:nvPr/>
        </p:nvSpPr>
        <p:spPr>
          <a:xfrm>
            <a:off x="2969214" y="1892812"/>
            <a:ext cx="813711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50%</a:t>
            </a:r>
            <a:endParaRPr sz="22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5811" name="Google Shape;5811;p98"/>
          <p:cNvSpPr txBox="1"/>
          <p:nvPr/>
        </p:nvSpPr>
        <p:spPr>
          <a:xfrm>
            <a:off x="3014875" y="2344243"/>
            <a:ext cx="605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41%</a:t>
            </a:r>
            <a:endParaRPr sz="22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5812" name="Google Shape;5812;p98"/>
          <p:cNvSpPr txBox="1"/>
          <p:nvPr/>
        </p:nvSpPr>
        <p:spPr>
          <a:xfrm>
            <a:off x="3014875" y="2788874"/>
            <a:ext cx="6054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90%</a:t>
            </a:r>
            <a:endParaRPr sz="22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5839" name="Google Shape;5839;p98"/>
          <p:cNvSpPr txBox="1"/>
          <p:nvPr/>
        </p:nvSpPr>
        <p:spPr>
          <a:xfrm>
            <a:off x="3091200" y="3312525"/>
            <a:ext cx="2961600" cy="422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500" b="1" dirty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How </a:t>
            </a:r>
            <a:r>
              <a:rPr lang="fr-FR" sz="1500" b="1" dirty="0" err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many</a:t>
            </a:r>
            <a:r>
              <a:rPr lang="fr-FR" sz="1500" b="1" dirty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en" sz="1500" b="1" dirty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jassers are among us:</a:t>
            </a:r>
            <a:endParaRPr sz="15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5840" name="Google Shape;5840;p98"/>
          <p:cNvSpPr txBox="1"/>
          <p:nvPr/>
        </p:nvSpPr>
        <p:spPr>
          <a:xfrm>
            <a:off x="6436500" y="3312525"/>
            <a:ext cx="1764600" cy="1230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0000" rIns="90000" bIns="90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ym typeface="Varela Round"/>
              </a:rPr>
              <a:t>REFORM </a:t>
            </a:r>
            <a:r>
              <a:rPr lang="en" dirty="0">
                <a:solidFill>
                  <a:schemeClr val="dk2"/>
                </a:solidFill>
                <a:latin typeface="Varela Round"/>
                <a:cs typeface="Varela Round"/>
                <a:sym typeface="Varela Round"/>
              </a:rPr>
              <a:t>is jasser’s best chance at becoming the best version of himself</a:t>
            </a:r>
            <a:endParaRPr dirty="0">
              <a:solidFill>
                <a:schemeClr val="dk2"/>
              </a:solidFill>
              <a:latin typeface="Varela Round"/>
              <a:cs typeface="Varela Round"/>
              <a:sym typeface="Gaegu"/>
            </a:endParaRPr>
          </a:p>
        </p:txBody>
      </p:sp>
      <p:sp>
        <p:nvSpPr>
          <p:cNvPr id="5841" name="Google Shape;5841;p98"/>
          <p:cNvSpPr txBox="1"/>
          <p:nvPr/>
        </p:nvSpPr>
        <p:spPr>
          <a:xfrm>
            <a:off x="6436501" y="1257950"/>
            <a:ext cx="1764600" cy="422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 b="1" dirty="0" err="1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Struggles</a:t>
            </a:r>
            <a:endParaRPr sz="26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5842" name="Google Shape;5842;p98"/>
          <p:cNvSpPr txBox="1"/>
          <p:nvPr/>
        </p:nvSpPr>
        <p:spPr>
          <a:xfrm>
            <a:off x="6436500" y="1827800"/>
            <a:ext cx="1764600" cy="127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182880" lvl="0" indent="-14732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Varela Round"/>
              <a:buChar char="●"/>
            </a:pPr>
            <a:r>
              <a:rPr lang="fr-FR" sz="1600" dirty="0" err="1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Negative</a:t>
            </a:r>
            <a:r>
              <a:rPr lang="fr-FR" sz="1600" dirty="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 self-talk </a:t>
            </a:r>
          </a:p>
          <a:p>
            <a:pPr marL="182880" lvl="0" indent="-147320">
              <a:buClr>
                <a:schemeClr val="dk2"/>
              </a:buClr>
              <a:buSzPts val="1600"/>
              <a:buFont typeface="Varela Round"/>
              <a:buChar char="●"/>
            </a:pPr>
            <a:r>
              <a:rPr lang="fr-FR" sz="1600" dirty="0" err="1"/>
              <a:t>Difficulty</a:t>
            </a:r>
            <a:r>
              <a:rPr lang="fr-FR" sz="1600" dirty="0"/>
              <a:t> </a:t>
            </a:r>
            <a:r>
              <a:rPr lang="fr-FR" sz="1600" dirty="0" err="1"/>
              <a:t>staying</a:t>
            </a:r>
            <a:r>
              <a:rPr lang="fr-FR" sz="1600" dirty="0"/>
              <a:t> </a:t>
            </a:r>
            <a:r>
              <a:rPr lang="fr-FR" sz="1600" dirty="0" err="1"/>
              <a:t>motivated</a:t>
            </a:r>
            <a:endParaRPr lang="fr-FR" sz="1600" dirty="0"/>
          </a:p>
          <a:p>
            <a:pPr marL="182880" lvl="0" indent="-147320">
              <a:buClr>
                <a:schemeClr val="dk2"/>
              </a:buClr>
              <a:buSzPts val="1600"/>
              <a:buFont typeface="Varela Round"/>
              <a:buChar char="●"/>
            </a:pPr>
            <a:r>
              <a:rPr lang="fr-FR" dirty="0" err="1"/>
              <a:t>P</a:t>
            </a:r>
            <a:r>
              <a:rPr lang="fr-FR" sz="1600" dirty="0" err="1"/>
              <a:t>rocrastinating</a:t>
            </a:r>
            <a:r>
              <a:rPr lang="fr-FR" sz="1600" dirty="0"/>
              <a:t> </a:t>
            </a:r>
            <a:r>
              <a:rPr lang="fr-FR" sz="1600" dirty="0" err="1"/>
              <a:t>tasks</a:t>
            </a:r>
            <a:endParaRPr lang="fr-FR" sz="1600" dirty="0"/>
          </a:p>
        </p:txBody>
      </p:sp>
      <p:sp>
        <p:nvSpPr>
          <p:cNvPr id="5843" name="Google Shape;5843;p98"/>
          <p:cNvSpPr/>
          <p:nvPr/>
        </p:nvSpPr>
        <p:spPr>
          <a:xfrm>
            <a:off x="5694403" y="1835734"/>
            <a:ext cx="358382" cy="38147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5859" name="Google Shape;5859;p98"/>
          <p:cNvSpPr txBox="1"/>
          <p:nvPr/>
        </p:nvSpPr>
        <p:spPr>
          <a:xfrm>
            <a:off x="1319325" y="4014824"/>
            <a:ext cx="1491300" cy="4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5860" name="Google Shape;5860;p98"/>
          <p:cNvSpPr/>
          <p:nvPr/>
        </p:nvSpPr>
        <p:spPr>
          <a:xfrm>
            <a:off x="3091200" y="3908675"/>
            <a:ext cx="2961600" cy="6348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1" name="Google Shape;5861;p98"/>
          <p:cNvSpPr txBox="1"/>
          <p:nvPr/>
        </p:nvSpPr>
        <p:spPr>
          <a:xfrm>
            <a:off x="3200816" y="4036532"/>
            <a:ext cx="2747400" cy="3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72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000" b="1" dirty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~166 million</a:t>
            </a:r>
            <a:endParaRPr sz="30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5862" name="Google Shape;5862;p98"/>
          <p:cNvSpPr txBox="1"/>
          <p:nvPr/>
        </p:nvSpPr>
        <p:spPr>
          <a:xfrm>
            <a:off x="942900" y="3312525"/>
            <a:ext cx="1764600" cy="1230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00" tIns="90000" rIns="90000" bIns="90000" anchor="ctr" anchorCtr="0">
            <a:noAutofit/>
          </a:bodyPr>
          <a:lstStyle/>
          <a:p>
            <a:pPr lvl="0" algn="ctr"/>
            <a:r>
              <a:rPr lang="fr-FR" dirty="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J</a:t>
            </a:r>
            <a:r>
              <a:rPr lang="en" dirty="0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asser represents most of our </a:t>
            </a:r>
            <a:r>
              <a:rPr lang="fr-FR" sz="1200" b="1" dirty="0" err="1"/>
              <a:t>students</a:t>
            </a:r>
            <a:r>
              <a:rPr lang="fr-FR" sz="1200" b="1" dirty="0"/>
              <a:t> and </a:t>
            </a:r>
            <a:r>
              <a:rPr lang="fr-FR" sz="1200" b="1" dirty="0" err="1"/>
              <a:t>young</a:t>
            </a:r>
            <a:r>
              <a:rPr lang="fr-FR" sz="1200" b="1" dirty="0"/>
              <a:t> </a:t>
            </a:r>
            <a:r>
              <a:rPr lang="fr-FR" sz="1200" b="1" dirty="0" err="1"/>
              <a:t>professionals</a:t>
            </a:r>
            <a:r>
              <a:rPr lang="fr-FR" sz="1200" b="1" dirty="0"/>
              <a:t>. </a:t>
            </a:r>
            <a:r>
              <a:rPr lang="fr-FR" dirty="0" err="1">
                <a:solidFill>
                  <a:schemeClr val="dk2"/>
                </a:solidFill>
                <a:latin typeface="Varela Round"/>
                <a:cs typeface="Varela Round"/>
              </a:rPr>
              <a:t>Nowadays</a:t>
            </a:r>
            <a:r>
              <a:rPr lang="fr-FR" dirty="0">
                <a:solidFill>
                  <a:schemeClr val="dk2"/>
                </a:solidFill>
                <a:latin typeface="Varela Round"/>
                <a:cs typeface="Varela Round"/>
              </a:rPr>
              <a:t> </a:t>
            </a:r>
            <a:endParaRPr dirty="0">
              <a:solidFill>
                <a:schemeClr val="dk2"/>
              </a:solidFill>
              <a:latin typeface="Varela Round"/>
              <a:cs typeface="Varela Round"/>
              <a:sym typeface="Gaegu"/>
            </a:endParaRPr>
          </a:p>
        </p:txBody>
      </p:sp>
      <p:sp>
        <p:nvSpPr>
          <p:cNvPr id="5863" name="Google Shape;5863;p98"/>
          <p:cNvSpPr txBox="1"/>
          <p:nvPr/>
        </p:nvSpPr>
        <p:spPr>
          <a:xfrm>
            <a:off x="942899" y="1257950"/>
            <a:ext cx="1764600" cy="4221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 b="1" dirty="0">
                <a:solidFill>
                  <a:schemeClr val="accent3"/>
                </a:solidFill>
                <a:latin typeface="Gaegu"/>
                <a:ea typeface="Gaegu"/>
                <a:cs typeface="Gaegu"/>
                <a:sym typeface="Gaegu"/>
              </a:rPr>
              <a:t>PROFILE</a:t>
            </a:r>
            <a:endParaRPr sz="26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grpSp>
        <p:nvGrpSpPr>
          <p:cNvPr id="2" name="Google Shape;8270;p113">
            <a:extLst>
              <a:ext uri="{FF2B5EF4-FFF2-40B4-BE49-F238E27FC236}">
                <a16:creationId xmlns:a16="http://schemas.microsoft.com/office/drawing/2014/main" id="{924668ED-E7DC-0504-3A8A-4C163C5DFE5D}"/>
              </a:ext>
            </a:extLst>
          </p:cNvPr>
          <p:cNvGrpSpPr/>
          <p:nvPr/>
        </p:nvGrpSpPr>
        <p:grpSpPr>
          <a:xfrm>
            <a:off x="1401385" y="1926772"/>
            <a:ext cx="680610" cy="1060672"/>
            <a:chOff x="881850" y="1373463"/>
            <a:chExt cx="844800" cy="1307650"/>
          </a:xfrm>
        </p:grpSpPr>
        <p:sp>
          <p:nvSpPr>
            <p:cNvPr id="3" name="Google Shape;8271;p113">
              <a:extLst>
                <a:ext uri="{FF2B5EF4-FFF2-40B4-BE49-F238E27FC236}">
                  <a16:creationId xmlns:a16="http://schemas.microsoft.com/office/drawing/2014/main" id="{5E630A1C-D12B-72BF-3FED-66AA0F701C4B}"/>
                </a:ext>
              </a:extLst>
            </p:cNvPr>
            <p:cNvSpPr/>
            <p:nvPr/>
          </p:nvSpPr>
          <p:spPr>
            <a:xfrm>
              <a:off x="1123275" y="1390450"/>
              <a:ext cx="399475" cy="191400"/>
            </a:xfrm>
            <a:custGeom>
              <a:avLst/>
              <a:gdLst/>
              <a:ahLst/>
              <a:cxnLst/>
              <a:rect l="l" t="t" r="r" b="b"/>
              <a:pathLst>
                <a:path w="15979" h="7656" extrusionOk="0">
                  <a:moveTo>
                    <a:pt x="8402" y="1"/>
                  </a:moveTo>
                  <a:cubicBezTo>
                    <a:pt x="8060" y="1"/>
                    <a:pt x="7717" y="8"/>
                    <a:pt x="7373" y="22"/>
                  </a:cubicBezTo>
                  <a:cubicBezTo>
                    <a:pt x="6038" y="122"/>
                    <a:pt x="4804" y="422"/>
                    <a:pt x="3803" y="1390"/>
                  </a:cubicBezTo>
                  <a:cubicBezTo>
                    <a:pt x="2603" y="2490"/>
                    <a:pt x="1535" y="3758"/>
                    <a:pt x="801" y="5259"/>
                  </a:cubicBezTo>
                  <a:cubicBezTo>
                    <a:pt x="34" y="6793"/>
                    <a:pt x="1" y="6760"/>
                    <a:pt x="1669" y="7260"/>
                  </a:cubicBezTo>
                  <a:cubicBezTo>
                    <a:pt x="2508" y="7528"/>
                    <a:pt x="3306" y="7655"/>
                    <a:pt x="4070" y="7655"/>
                  </a:cubicBezTo>
                  <a:cubicBezTo>
                    <a:pt x="6160" y="7655"/>
                    <a:pt x="7989" y="6705"/>
                    <a:pt x="9674" y="5092"/>
                  </a:cubicBezTo>
                  <a:cubicBezTo>
                    <a:pt x="11442" y="3424"/>
                    <a:pt x="13310" y="1923"/>
                    <a:pt x="15979" y="1890"/>
                  </a:cubicBezTo>
                  <a:cubicBezTo>
                    <a:pt x="15512" y="1623"/>
                    <a:pt x="15112" y="1390"/>
                    <a:pt x="14611" y="1156"/>
                  </a:cubicBezTo>
                  <a:cubicBezTo>
                    <a:pt x="12626" y="293"/>
                    <a:pt x="10542" y="1"/>
                    <a:pt x="84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8272;p113">
              <a:extLst>
                <a:ext uri="{FF2B5EF4-FFF2-40B4-BE49-F238E27FC236}">
                  <a16:creationId xmlns:a16="http://schemas.microsoft.com/office/drawing/2014/main" id="{2B95EC14-CDD7-C575-FD6A-610871B3F23E}"/>
                </a:ext>
              </a:extLst>
            </p:cNvPr>
            <p:cNvSpPr/>
            <p:nvPr/>
          </p:nvSpPr>
          <p:spPr>
            <a:xfrm>
              <a:off x="1094925" y="1401000"/>
              <a:ext cx="136800" cy="155975"/>
            </a:xfrm>
            <a:custGeom>
              <a:avLst/>
              <a:gdLst/>
              <a:ahLst/>
              <a:cxnLst/>
              <a:rect l="l" t="t" r="r" b="b"/>
              <a:pathLst>
                <a:path w="5472" h="6239" extrusionOk="0">
                  <a:moveTo>
                    <a:pt x="5471" y="0"/>
                  </a:moveTo>
                  <a:cubicBezTo>
                    <a:pt x="4837" y="167"/>
                    <a:pt x="4170" y="167"/>
                    <a:pt x="3703" y="501"/>
                  </a:cubicBezTo>
                  <a:cubicBezTo>
                    <a:pt x="1802" y="1868"/>
                    <a:pt x="634" y="3703"/>
                    <a:pt x="1" y="6038"/>
                  </a:cubicBezTo>
                  <a:cubicBezTo>
                    <a:pt x="434" y="6171"/>
                    <a:pt x="668" y="6205"/>
                    <a:pt x="835" y="6238"/>
                  </a:cubicBezTo>
                  <a:cubicBezTo>
                    <a:pt x="1568" y="5037"/>
                    <a:pt x="2102" y="3870"/>
                    <a:pt x="2836" y="2869"/>
                  </a:cubicBezTo>
                  <a:cubicBezTo>
                    <a:pt x="3603" y="1868"/>
                    <a:pt x="4537" y="1001"/>
                    <a:pt x="547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" name="Google Shape;8273;p113">
              <a:extLst>
                <a:ext uri="{FF2B5EF4-FFF2-40B4-BE49-F238E27FC236}">
                  <a16:creationId xmlns:a16="http://schemas.microsoft.com/office/drawing/2014/main" id="{0E8D34FE-4C74-38F6-CE91-4EA7296CDA8D}"/>
                </a:ext>
              </a:extLst>
            </p:cNvPr>
            <p:cNvGrpSpPr/>
            <p:nvPr/>
          </p:nvGrpSpPr>
          <p:grpSpPr>
            <a:xfrm>
              <a:off x="881850" y="1373463"/>
              <a:ext cx="844800" cy="1307650"/>
              <a:chOff x="881850" y="1373463"/>
              <a:chExt cx="844800" cy="1307650"/>
            </a:xfrm>
          </p:grpSpPr>
          <p:sp>
            <p:nvSpPr>
              <p:cNvPr id="6" name="Google Shape;8274;p113">
                <a:extLst>
                  <a:ext uri="{FF2B5EF4-FFF2-40B4-BE49-F238E27FC236}">
                    <a16:creationId xmlns:a16="http://schemas.microsoft.com/office/drawing/2014/main" id="{D8B2AB3F-E58B-FB45-ABA2-23AC01F5F1CB}"/>
                  </a:ext>
                </a:extLst>
              </p:cNvPr>
              <p:cNvSpPr/>
              <p:nvPr/>
            </p:nvSpPr>
            <p:spPr>
              <a:xfrm>
                <a:off x="1032375" y="1968075"/>
                <a:ext cx="140125" cy="139275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5571" extrusionOk="0">
                    <a:moveTo>
                      <a:pt x="2803" y="0"/>
                    </a:moveTo>
                    <a:cubicBezTo>
                      <a:pt x="1268" y="0"/>
                      <a:pt x="1" y="1234"/>
                      <a:pt x="1" y="2802"/>
                    </a:cubicBezTo>
                    <a:cubicBezTo>
                      <a:pt x="1" y="4337"/>
                      <a:pt x="1268" y="5571"/>
                      <a:pt x="2803" y="5571"/>
                    </a:cubicBezTo>
                    <a:cubicBezTo>
                      <a:pt x="4337" y="5571"/>
                      <a:pt x="5605" y="4337"/>
                      <a:pt x="5605" y="2802"/>
                    </a:cubicBezTo>
                    <a:cubicBezTo>
                      <a:pt x="5605" y="1234"/>
                      <a:pt x="4337" y="0"/>
                      <a:pt x="2803" y="0"/>
                    </a:cubicBezTo>
                    <a:close/>
                  </a:path>
                </a:pathLst>
              </a:custGeom>
              <a:solidFill>
                <a:srgbClr val="F3BC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" name="Google Shape;8275;p113">
                <a:extLst>
                  <a:ext uri="{FF2B5EF4-FFF2-40B4-BE49-F238E27FC236}">
                    <a16:creationId xmlns:a16="http://schemas.microsoft.com/office/drawing/2014/main" id="{F09CF462-3B36-3C51-C88D-A2F02B5525D3}"/>
                  </a:ext>
                </a:extLst>
              </p:cNvPr>
              <p:cNvSpPr/>
              <p:nvPr/>
            </p:nvSpPr>
            <p:spPr>
              <a:xfrm>
                <a:off x="1434325" y="1957225"/>
                <a:ext cx="139300" cy="140125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5605" extrusionOk="0">
                    <a:moveTo>
                      <a:pt x="2770" y="1"/>
                    </a:moveTo>
                    <a:cubicBezTo>
                      <a:pt x="1235" y="1"/>
                      <a:pt x="1" y="1268"/>
                      <a:pt x="1" y="2803"/>
                    </a:cubicBezTo>
                    <a:cubicBezTo>
                      <a:pt x="1" y="4337"/>
                      <a:pt x="1235" y="5605"/>
                      <a:pt x="2770" y="5605"/>
                    </a:cubicBezTo>
                    <a:cubicBezTo>
                      <a:pt x="4337" y="5605"/>
                      <a:pt x="5572" y="4337"/>
                      <a:pt x="5572" y="2803"/>
                    </a:cubicBezTo>
                    <a:cubicBezTo>
                      <a:pt x="5572" y="1268"/>
                      <a:pt x="4337" y="1"/>
                      <a:pt x="2770" y="1"/>
                    </a:cubicBezTo>
                    <a:close/>
                  </a:path>
                </a:pathLst>
              </a:custGeom>
              <a:solidFill>
                <a:srgbClr val="F3BC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" name="Google Shape;8276;p113">
                <a:extLst>
                  <a:ext uri="{FF2B5EF4-FFF2-40B4-BE49-F238E27FC236}">
                    <a16:creationId xmlns:a16="http://schemas.microsoft.com/office/drawing/2014/main" id="{0752C4EA-7880-5CD0-FBEE-D32E15C29A7E}"/>
                  </a:ext>
                </a:extLst>
              </p:cNvPr>
              <p:cNvSpPr/>
              <p:nvPr/>
            </p:nvSpPr>
            <p:spPr>
              <a:xfrm>
                <a:off x="1344275" y="1445700"/>
                <a:ext cx="332750" cy="465500"/>
              </a:xfrm>
              <a:custGeom>
                <a:avLst/>
                <a:gdLst/>
                <a:ahLst/>
                <a:cxnLst/>
                <a:rect l="l" t="t" r="r" b="b"/>
                <a:pathLst>
                  <a:path w="13310" h="18620" extrusionOk="0">
                    <a:moveTo>
                      <a:pt x="6825" y="0"/>
                    </a:moveTo>
                    <a:cubicBezTo>
                      <a:pt x="6306" y="0"/>
                      <a:pt x="5786" y="154"/>
                      <a:pt x="5304" y="347"/>
                    </a:cubicBezTo>
                    <a:cubicBezTo>
                      <a:pt x="3169" y="1081"/>
                      <a:pt x="1501" y="2615"/>
                      <a:pt x="0" y="4250"/>
                    </a:cubicBezTo>
                    <a:cubicBezTo>
                      <a:pt x="1168" y="3716"/>
                      <a:pt x="2302" y="3116"/>
                      <a:pt x="3336" y="2415"/>
                    </a:cubicBezTo>
                    <a:cubicBezTo>
                      <a:pt x="4666" y="1410"/>
                      <a:pt x="6101" y="641"/>
                      <a:pt x="7779" y="641"/>
                    </a:cubicBezTo>
                    <a:cubicBezTo>
                      <a:pt x="7995" y="641"/>
                      <a:pt x="8215" y="654"/>
                      <a:pt x="8440" y="681"/>
                    </a:cubicBezTo>
                    <a:cubicBezTo>
                      <a:pt x="7938" y="179"/>
                      <a:pt x="7383" y="0"/>
                      <a:pt x="6825" y="0"/>
                    </a:cubicBezTo>
                    <a:close/>
                    <a:moveTo>
                      <a:pt x="8440" y="681"/>
                    </a:moveTo>
                    <a:cubicBezTo>
                      <a:pt x="8140" y="747"/>
                      <a:pt x="7839" y="948"/>
                      <a:pt x="7539" y="948"/>
                    </a:cubicBezTo>
                    <a:cubicBezTo>
                      <a:pt x="5604" y="1014"/>
                      <a:pt x="4203" y="2282"/>
                      <a:pt x="2702" y="3249"/>
                    </a:cubicBezTo>
                    <a:cubicBezTo>
                      <a:pt x="2702" y="3349"/>
                      <a:pt x="2702" y="3416"/>
                      <a:pt x="2769" y="3449"/>
                    </a:cubicBezTo>
                    <a:cubicBezTo>
                      <a:pt x="4604" y="3683"/>
                      <a:pt x="6438" y="3883"/>
                      <a:pt x="8473" y="4116"/>
                    </a:cubicBezTo>
                    <a:cubicBezTo>
                      <a:pt x="7939" y="4283"/>
                      <a:pt x="7539" y="4417"/>
                      <a:pt x="7039" y="4583"/>
                    </a:cubicBezTo>
                    <a:cubicBezTo>
                      <a:pt x="7773" y="5451"/>
                      <a:pt x="8473" y="6285"/>
                      <a:pt x="9107" y="7119"/>
                    </a:cubicBezTo>
                    <a:cubicBezTo>
                      <a:pt x="9674" y="7919"/>
                      <a:pt x="10508" y="8620"/>
                      <a:pt x="10608" y="9720"/>
                    </a:cubicBezTo>
                    <a:cubicBezTo>
                      <a:pt x="10675" y="11222"/>
                      <a:pt x="10841" y="12756"/>
                      <a:pt x="10942" y="14257"/>
                    </a:cubicBezTo>
                    <a:cubicBezTo>
                      <a:pt x="11008" y="15725"/>
                      <a:pt x="11108" y="17126"/>
                      <a:pt x="11142" y="18560"/>
                    </a:cubicBezTo>
                    <a:cubicBezTo>
                      <a:pt x="11310" y="18598"/>
                      <a:pt x="11455" y="18619"/>
                      <a:pt x="11579" y="18619"/>
                    </a:cubicBezTo>
                    <a:cubicBezTo>
                      <a:pt x="11997" y="18619"/>
                      <a:pt x="12176" y="18384"/>
                      <a:pt x="12176" y="17793"/>
                    </a:cubicBezTo>
                    <a:cubicBezTo>
                      <a:pt x="12176" y="17126"/>
                      <a:pt x="12142" y="16425"/>
                      <a:pt x="12443" y="15858"/>
                    </a:cubicBezTo>
                    <a:cubicBezTo>
                      <a:pt x="12943" y="14791"/>
                      <a:pt x="13010" y="13757"/>
                      <a:pt x="13010" y="12689"/>
                    </a:cubicBezTo>
                    <a:cubicBezTo>
                      <a:pt x="13010" y="12256"/>
                      <a:pt x="13043" y="11789"/>
                      <a:pt x="13110" y="11388"/>
                    </a:cubicBezTo>
                    <a:cubicBezTo>
                      <a:pt x="13310" y="9387"/>
                      <a:pt x="13176" y="7385"/>
                      <a:pt x="12676" y="5417"/>
                    </a:cubicBezTo>
                    <a:cubicBezTo>
                      <a:pt x="12042" y="3249"/>
                      <a:pt x="10108" y="2048"/>
                      <a:pt x="8440" y="68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8277;p113">
                <a:extLst>
                  <a:ext uri="{FF2B5EF4-FFF2-40B4-BE49-F238E27FC236}">
                    <a16:creationId xmlns:a16="http://schemas.microsoft.com/office/drawing/2014/main" id="{6CB4C74E-9F12-7487-F593-045AAF650DA6}"/>
                  </a:ext>
                </a:extLst>
              </p:cNvPr>
              <p:cNvSpPr/>
              <p:nvPr/>
            </p:nvSpPr>
            <p:spPr>
              <a:xfrm>
                <a:off x="988175" y="1542625"/>
                <a:ext cx="631325" cy="737675"/>
              </a:xfrm>
              <a:custGeom>
                <a:avLst/>
                <a:gdLst/>
                <a:ahLst/>
                <a:cxnLst/>
                <a:rect l="l" t="t" r="r" b="b"/>
                <a:pathLst>
                  <a:path w="25253" h="29507" extrusionOk="0">
                    <a:moveTo>
                      <a:pt x="16851" y="1"/>
                    </a:moveTo>
                    <a:cubicBezTo>
                      <a:pt x="16647" y="1"/>
                      <a:pt x="16443" y="11"/>
                      <a:pt x="16246" y="39"/>
                    </a:cubicBezTo>
                    <a:cubicBezTo>
                      <a:pt x="15512" y="173"/>
                      <a:pt x="14745" y="406"/>
                      <a:pt x="14011" y="640"/>
                    </a:cubicBezTo>
                    <a:cubicBezTo>
                      <a:pt x="13444" y="807"/>
                      <a:pt x="12910" y="973"/>
                      <a:pt x="12410" y="1207"/>
                    </a:cubicBezTo>
                    <a:cubicBezTo>
                      <a:pt x="11541" y="1728"/>
                      <a:pt x="10636" y="2009"/>
                      <a:pt x="9694" y="2009"/>
                    </a:cubicBezTo>
                    <a:cubicBezTo>
                      <a:pt x="9369" y="2009"/>
                      <a:pt x="9040" y="1976"/>
                      <a:pt x="8707" y="1907"/>
                    </a:cubicBezTo>
                    <a:cubicBezTo>
                      <a:pt x="7173" y="1741"/>
                      <a:pt x="5672" y="1307"/>
                      <a:pt x="4204" y="973"/>
                    </a:cubicBezTo>
                    <a:cubicBezTo>
                      <a:pt x="3070" y="2708"/>
                      <a:pt x="1902" y="4376"/>
                      <a:pt x="835" y="6144"/>
                    </a:cubicBezTo>
                    <a:cubicBezTo>
                      <a:pt x="668" y="6411"/>
                      <a:pt x="501" y="6878"/>
                      <a:pt x="501" y="7244"/>
                    </a:cubicBezTo>
                    <a:cubicBezTo>
                      <a:pt x="368" y="9379"/>
                      <a:pt x="301" y="11514"/>
                      <a:pt x="234" y="13582"/>
                    </a:cubicBezTo>
                    <a:cubicBezTo>
                      <a:pt x="201" y="14516"/>
                      <a:pt x="1" y="15417"/>
                      <a:pt x="68" y="16351"/>
                    </a:cubicBezTo>
                    <a:cubicBezTo>
                      <a:pt x="168" y="17519"/>
                      <a:pt x="401" y="18653"/>
                      <a:pt x="668" y="19753"/>
                    </a:cubicBezTo>
                    <a:cubicBezTo>
                      <a:pt x="935" y="21188"/>
                      <a:pt x="1068" y="22722"/>
                      <a:pt x="2002" y="23856"/>
                    </a:cubicBezTo>
                    <a:cubicBezTo>
                      <a:pt x="3403" y="25658"/>
                      <a:pt x="5071" y="27225"/>
                      <a:pt x="7273" y="27993"/>
                    </a:cubicBezTo>
                    <a:cubicBezTo>
                      <a:pt x="8841" y="28526"/>
                      <a:pt x="10408" y="29027"/>
                      <a:pt x="12009" y="29360"/>
                    </a:cubicBezTo>
                    <a:cubicBezTo>
                      <a:pt x="12523" y="29457"/>
                      <a:pt x="13059" y="29507"/>
                      <a:pt x="13592" y="29507"/>
                    </a:cubicBezTo>
                    <a:cubicBezTo>
                      <a:pt x="14169" y="29507"/>
                      <a:pt x="14741" y="29448"/>
                      <a:pt x="15278" y="29327"/>
                    </a:cubicBezTo>
                    <a:cubicBezTo>
                      <a:pt x="17547" y="28827"/>
                      <a:pt x="19448" y="27592"/>
                      <a:pt x="21283" y="26258"/>
                    </a:cubicBezTo>
                    <a:cubicBezTo>
                      <a:pt x="23017" y="25024"/>
                      <a:pt x="24418" y="23489"/>
                      <a:pt x="24785" y="21355"/>
                    </a:cubicBezTo>
                    <a:cubicBezTo>
                      <a:pt x="25052" y="20054"/>
                      <a:pt x="25119" y="18753"/>
                      <a:pt x="25219" y="17485"/>
                    </a:cubicBezTo>
                    <a:cubicBezTo>
                      <a:pt x="25252" y="16751"/>
                      <a:pt x="25252" y="16017"/>
                      <a:pt x="25186" y="15250"/>
                    </a:cubicBezTo>
                    <a:cubicBezTo>
                      <a:pt x="25085" y="14516"/>
                      <a:pt x="24885" y="13749"/>
                      <a:pt x="24852" y="13015"/>
                    </a:cubicBezTo>
                    <a:cubicBezTo>
                      <a:pt x="24752" y="11481"/>
                      <a:pt x="24785" y="9913"/>
                      <a:pt x="24719" y="8379"/>
                    </a:cubicBezTo>
                    <a:cubicBezTo>
                      <a:pt x="24618" y="6744"/>
                      <a:pt x="24452" y="5176"/>
                      <a:pt x="23284" y="3842"/>
                    </a:cubicBezTo>
                    <a:cubicBezTo>
                      <a:pt x="22417" y="2875"/>
                      <a:pt x="21683" y="1807"/>
                      <a:pt x="20882" y="740"/>
                    </a:cubicBezTo>
                    <a:cubicBezTo>
                      <a:pt x="20749" y="640"/>
                      <a:pt x="20549" y="540"/>
                      <a:pt x="20349" y="506"/>
                    </a:cubicBezTo>
                    <a:cubicBezTo>
                      <a:pt x="19448" y="340"/>
                      <a:pt x="18581" y="173"/>
                      <a:pt x="17680" y="39"/>
                    </a:cubicBezTo>
                    <a:cubicBezTo>
                      <a:pt x="17411" y="20"/>
                      <a:pt x="17130" y="1"/>
                      <a:pt x="1685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8278;p113">
                <a:extLst>
                  <a:ext uri="{FF2B5EF4-FFF2-40B4-BE49-F238E27FC236}">
                    <a16:creationId xmlns:a16="http://schemas.microsoft.com/office/drawing/2014/main" id="{5F34306D-738F-DDE0-556E-534D0CF60835}"/>
                  </a:ext>
                </a:extLst>
              </p:cNvPr>
              <p:cNvSpPr/>
              <p:nvPr/>
            </p:nvSpPr>
            <p:spPr>
              <a:xfrm>
                <a:off x="1019875" y="2377525"/>
                <a:ext cx="637150" cy="291075"/>
              </a:xfrm>
              <a:custGeom>
                <a:avLst/>
                <a:gdLst/>
                <a:ahLst/>
                <a:cxnLst/>
                <a:rect l="l" t="t" r="r" b="b"/>
                <a:pathLst>
                  <a:path w="25486" h="11643" extrusionOk="0">
                    <a:moveTo>
                      <a:pt x="6005" y="1"/>
                    </a:moveTo>
                    <a:cubicBezTo>
                      <a:pt x="3703" y="1201"/>
                      <a:pt x="1702" y="2502"/>
                      <a:pt x="1435" y="5271"/>
                    </a:cubicBezTo>
                    <a:cubicBezTo>
                      <a:pt x="1435" y="5371"/>
                      <a:pt x="1335" y="5538"/>
                      <a:pt x="1335" y="5671"/>
                    </a:cubicBezTo>
                    <a:cubicBezTo>
                      <a:pt x="868" y="7639"/>
                      <a:pt x="467" y="9607"/>
                      <a:pt x="0" y="11642"/>
                    </a:cubicBezTo>
                    <a:lnTo>
                      <a:pt x="5371" y="11642"/>
                    </a:lnTo>
                    <a:cubicBezTo>
                      <a:pt x="5504" y="10875"/>
                      <a:pt x="5671" y="10174"/>
                      <a:pt x="5805" y="9474"/>
                    </a:cubicBezTo>
                    <a:cubicBezTo>
                      <a:pt x="5871" y="9474"/>
                      <a:pt x="6005" y="9507"/>
                      <a:pt x="6105" y="9507"/>
                    </a:cubicBezTo>
                    <a:lnTo>
                      <a:pt x="6105" y="11609"/>
                    </a:lnTo>
                    <a:lnTo>
                      <a:pt x="19648" y="11609"/>
                    </a:lnTo>
                    <a:cubicBezTo>
                      <a:pt x="19614" y="10808"/>
                      <a:pt x="19548" y="10108"/>
                      <a:pt x="19514" y="9341"/>
                    </a:cubicBezTo>
                    <a:cubicBezTo>
                      <a:pt x="19648" y="9341"/>
                      <a:pt x="19715" y="9341"/>
                      <a:pt x="19848" y="9307"/>
                    </a:cubicBezTo>
                    <a:cubicBezTo>
                      <a:pt x="19981" y="10041"/>
                      <a:pt x="20048" y="10808"/>
                      <a:pt x="20182" y="11542"/>
                    </a:cubicBezTo>
                    <a:cubicBezTo>
                      <a:pt x="21983" y="11609"/>
                      <a:pt x="23684" y="11609"/>
                      <a:pt x="25485" y="11609"/>
                    </a:cubicBezTo>
                    <a:cubicBezTo>
                      <a:pt x="25452" y="11309"/>
                      <a:pt x="25419" y="11108"/>
                      <a:pt x="25352" y="10875"/>
                    </a:cubicBezTo>
                    <a:cubicBezTo>
                      <a:pt x="24952" y="8874"/>
                      <a:pt x="24451" y="6872"/>
                      <a:pt x="24118" y="4871"/>
                    </a:cubicBezTo>
                    <a:cubicBezTo>
                      <a:pt x="23717" y="2536"/>
                      <a:pt x="22016" y="1368"/>
                      <a:pt x="20382" y="267"/>
                    </a:cubicBezTo>
                    <a:cubicBezTo>
                      <a:pt x="19614" y="1969"/>
                      <a:pt x="18847" y="3670"/>
                      <a:pt x="18013" y="5304"/>
                    </a:cubicBezTo>
                    <a:cubicBezTo>
                      <a:pt x="17822" y="5669"/>
                      <a:pt x="17659" y="5835"/>
                      <a:pt x="17470" y="5835"/>
                    </a:cubicBezTo>
                    <a:cubicBezTo>
                      <a:pt x="17296" y="5835"/>
                      <a:pt x="17102" y="5694"/>
                      <a:pt x="16846" y="5438"/>
                    </a:cubicBezTo>
                    <a:cubicBezTo>
                      <a:pt x="15979" y="4537"/>
                      <a:pt x="15111" y="3670"/>
                      <a:pt x="14177" y="2836"/>
                    </a:cubicBezTo>
                    <a:cubicBezTo>
                      <a:pt x="13877" y="2536"/>
                      <a:pt x="13510" y="2436"/>
                      <a:pt x="13043" y="2169"/>
                    </a:cubicBezTo>
                    <a:lnTo>
                      <a:pt x="13043" y="2169"/>
                    </a:lnTo>
                    <a:cubicBezTo>
                      <a:pt x="13010" y="3970"/>
                      <a:pt x="13310" y="5638"/>
                      <a:pt x="13143" y="7306"/>
                    </a:cubicBezTo>
                    <a:lnTo>
                      <a:pt x="12810" y="7306"/>
                    </a:lnTo>
                    <a:cubicBezTo>
                      <a:pt x="12676" y="5638"/>
                      <a:pt x="12543" y="3970"/>
                      <a:pt x="12443" y="2135"/>
                    </a:cubicBezTo>
                    <a:cubicBezTo>
                      <a:pt x="10675" y="3370"/>
                      <a:pt x="9107" y="4537"/>
                      <a:pt x="7339" y="5805"/>
                    </a:cubicBezTo>
                    <a:cubicBezTo>
                      <a:pt x="6872" y="3770"/>
                      <a:pt x="6438" y="1935"/>
                      <a:pt x="60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8279;p113">
                <a:extLst>
                  <a:ext uri="{FF2B5EF4-FFF2-40B4-BE49-F238E27FC236}">
                    <a16:creationId xmlns:a16="http://schemas.microsoft.com/office/drawing/2014/main" id="{E1F862FE-5D16-A31B-EAC9-F935773AD0F6}"/>
                  </a:ext>
                </a:extLst>
              </p:cNvPr>
              <p:cNvSpPr/>
              <p:nvPr/>
            </p:nvSpPr>
            <p:spPr>
              <a:xfrm>
                <a:off x="925650" y="1416850"/>
                <a:ext cx="240175" cy="530400"/>
              </a:xfrm>
              <a:custGeom>
                <a:avLst/>
                <a:gdLst/>
                <a:ahLst/>
                <a:cxnLst/>
                <a:rect l="l" t="t" r="r" b="b"/>
                <a:pathLst>
                  <a:path w="9607" h="21216" extrusionOk="0">
                    <a:moveTo>
                      <a:pt x="9607" y="0"/>
                    </a:moveTo>
                    <a:lnTo>
                      <a:pt x="9607" y="0"/>
                    </a:lnTo>
                    <a:cubicBezTo>
                      <a:pt x="6738" y="734"/>
                      <a:pt x="4003" y="1701"/>
                      <a:pt x="1868" y="3836"/>
                    </a:cubicBezTo>
                    <a:cubicBezTo>
                      <a:pt x="1268" y="4403"/>
                      <a:pt x="601" y="4937"/>
                      <a:pt x="534" y="5871"/>
                    </a:cubicBezTo>
                    <a:cubicBezTo>
                      <a:pt x="400" y="7172"/>
                      <a:pt x="234" y="8439"/>
                      <a:pt x="167" y="9774"/>
                    </a:cubicBezTo>
                    <a:cubicBezTo>
                      <a:pt x="67" y="11742"/>
                      <a:pt x="33" y="13710"/>
                      <a:pt x="0" y="15678"/>
                    </a:cubicBezTo>
                    <a:cubicBezTo>
                      <a:pt x="0" y="16212"/>
                      <a:pt x="100" y="16779"/>
                      <a:pt x="234" y="17346"/>
                    </a:cubicBezTo>
                    <a:cubicBezTo>
                      <a:pt x="534" y="18347"/>
                      <a:pt x="867" y="19347"/>
                      <a:pt x="1234" y="20281"/>
                    </a:cubicBezTo>
                    <a:cubicBezTo>
                      <a:pt x="1368" y="20682"/>
                      <a:pt x="1668" y="20915"/>
                      <a:pt x="1901" y="21215"/>
                    </a:cubicBezTo>
                    <a:cubicBezTo>
                      <a:pt x="2002" y="21182"/>
                      <a:pt x="2035" y="21115"/>
                      <a:pt x="2102" y="21082"/>
                    </a:cubicBezTo>
                    <a:cubicBezTo>
                      <a:pt x="2235" y="19247"/>
                      <a:pt x="2368" y="17413"/>
                      <a:pt x="2435" y="15544"/>
                    </a:cubicBezTo>
                    <a:cubicBezTo>
                      <a:pt x="2502" y="14444"/>
                      <a:pt x="2435" y="13410"/>
                      <a:pt x="2535" y="12342"/>
                    </a:cubicBezTo>
                    <a:cubicBezTo>
                      <a:pt x="2569" y="11842"/>
                      <a:pt x="2602" y="11241"/>
                      <a:pt x="2902" y="10841"/>
                    </a:cubicBezTo>
                    <a:cubicBezTo>
                      <a:pt x="3870" y="9340"/>
                      <a:pt x="4937" y="7906"/>
                      <a:pt x="5938" y="6438"/>
                    </a:cubicBezTo>
                    <a:cubicBezTo>
                      <a:pt x="6205" y="6071"/>
                      <a:pt x="6371" y="5604"/>
                      <a:pt x="6571" y="5204"/>
                    </a:cubicBezTo>
                    <a:cubicBezTo>
                      <a:pt x="7105" y="4036"/>
                      <a:pt x="7606" y="2835"/>
                      <a:pt x="8239" y="1668"/>
                    </a:cubicBezTo>
                    <a:cubicBezTo>
                      <a:pt x="8573" y="1034"/>
                      <a:pt x="9173" y="534"/>
                      <a:pt x="960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8280;p113">
                <a:extLst>
                  <a:ext uri="{FF2B5EF4-FFF2-40B4-BE49-F238E27FC236}">
                    <a16:creationId xmlns:a16="http://schemas.microsoft.com/office/drawing/2014/main" id="{573EB324-9108-442D-5F93-EA328680ED8F}"/>
                  </a:ext>
                </a:extLst>
              </p:cNvPr>
              <p:cNvSpPr/>
              <p:nvPr/>
            </p:nvSpPr>
            <p:spPr>
              <a:xfrm>
                <a:off x="1365125" y="2285800"/>
                <a:ext cx="156800" cy="222675"/>
              </a:xfrm>
              <a:custGeom>
                <a:avLst/>
                <a:gdLst/>
                <a:ahLst/>
                <a:cxnLst/>
                <a:rect l="l" t="t" r="r" b="b"/>
                <a:pathLst>
                  <a:path w="6272" h="8907" extrusionOk="0">
                    <a:moveTo>
                      <a:pt x="2502" y="0"/>
                    </a:moveTo>
                    <a:cubicBezTo>
                      <a:pt x="2535" y="701"/>
                      <a:pt x="2369" y="1668"/>
                      <a:pt x="2669" y="1868"/>
                    </a:cubicBezTo>
                    <a:cubicBezTo>
                      <a:pt x="3503" y="2435"/>
                      <a:pt x="2836" y="2669"/>
                      <a:pt x="2569" y="2936"/>
                    </a:cubicBezTo>
                    <a:cubicBezTo>
                      <a:pt x="1802" y="3803"/>
                      <a:pt x="868" y="4604"/>
                      <a:pt x="0" y="5371"/>
                    </a:cubicBezTo>
                    <a:cubicBezTo>
                      <a:pt x="1168" y="6472"/>
                      <a:pt x="2369" y="7639"/>
                      <a:pt x="3770" y="8907"/>
                    </a:cubicBezTo>
                    <a:cubicBezTo>
                      <a:pt x="4504" y="7205"/>
                      <a:pt x="5204" y="5538"/>
                      <a:pt x="5871" y="3870"/>
                    </a:cubicBezTo>
                    <a:cubicBezTo>
                      <a:pt x="6271" y="2902"/>
                      <a:pt x="6038" y="2168"/>
                      <a:pt x="5171" y="1501"/>
                    </a:cubicBezTo>
                    <a:cubicBezTo>
                      <a:pt x="4370" y="934"/>
                      <a:pt x="3603" y="334"/>
                      <a:pt x="250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8281;p113">
                <a:extLst>
                  <a:ext uri="{FF2B5EF4-FFF2-40B4-BE49-F238E27FC236}">
                    <a16:creationId xmlns:a16="http://schemas.microsoft.com/office/drawing/2014/main" id="{9393CCF2-EDBB-0ED0-340D-BCCD37B63637}"/>
                  </a:ext>
                </a:extLst>
              </p:cNvPr>
              <p:cNvSpPr/>
              <p:nvPr/>
            </p:nvSpPr>
            <p:spPr>
              <a:xfrm>
                <a:off x="1182500" y="2301650"/>
                <a:ext cx="150125" cy="198500"/>
              </a:xfrm>
              <a:custGeom>
                <a:avLst/>
                <a:gdLst/>
                <a:ahLst/>
                <a:cxnLst/>
                <a:rect l="l" t="t" r="r" b="b"/>
                <a:pathLst>
                  <a:path w="6005" h="7940" extrusionOk="0">
                    <a:moveTo>
                      <a:pt x="3336" y="0"/>
                    </a:moveTo>
                    <a:lnTo>
                      <a:pt x="3336" y="0"/>
                    </a:lnTo>
                    <a:cubicBezTo>
                      <a:pt x="2602" y="234"/>
                      <a:pt x="2068" y="367"/>
                      <a:pt x="1501" y="567"/>
                    </a:cubicBezTo>
                    <a:cubicBezTo>
                      <a:pt x="601" y="901"/>
                      <a:pt x="0" y="1701"/>
                      <a:pt x="167" y="2702"/>
                    </a:cubicBezTo>
                    <a:cubicBezTo>
                      <a:pt x="467" y="4403"/>
                      <a:pt x="834" y="6071"/>
                      <a:pt x="1268" y="7939"/>
                    </a:cubicBezTo>
                    <a:cubicBezTo>
                      <a:pt x="2936" y="6705"/>
                      <a:pt x="4437" y="5637"/>
                      <a:pt x="6004" y="4503"/>
                    </a:cubicBezTo>
                    <a:cubicBezTo>
                      <a:pt x="5738" y="4303"/>
                      <a:pt x="5437" y="4070"/>
                      <a:pt x="5170" y="3869"/>
                    </a:cubicBezTo>
                    <a:cubicBezTo>
                      <a:pt x="4503" y="3269"/>
                      <a:pt x="3903" y="2669"/>
                      <a:pt x="3236" y="2035"/>
                    </a:cubicBezTo>
                    <a:cubicBezTo>
                      <a:pt x="3136" y="1968"/>
                      <a:pt x="3102" y="1735"/>
                      <a:pt x="3136" y="1601"/>
                    </a:cubicBezTo>
                    <a:cubicBezTo>
                      <a:pt x="3169" y="1134"/>
                      <a:pt x="3269" y="600"/>
                      <a:pt x="33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8282;p113">
                <a:extLst>
                  <a:ext uri="{FF2B5EF4-FFF2-40B4-BE49-F238E27FC236}">
                    <a16:creationId xmlns:a16="http://schemas.microsoft.com/office/drawing/2014/main" id="{A55ED547-F5CB-170B-C592-AA45C173A03A}"/>
                  </a:ext>
                </a:extLst>
              </p:cNvPr>
              <p:cNvSpPr/>
              <p:nvPr/>
            </p:nvSpPr>
            <p:spPr>
              <a:xfrm>
                <a:off x="1274225" y="2277450"/>
                <a:ext cx="145125" cy="126725"/>
              </a:xfrm>
              <a:custGeom>
                <a:avLst/>
                <a:gdLst/>
                <a:ahLst/>
                <a:cxnLst/>
                <a:rect l="l" t="t" r="r" b="b"/>
                <a:pathLst>
                  <a:path w="5805" h="5069" extrusionOk="0">
                    <a:moveTo>
                      <a:pt x="5571" y="1"/>
                    </a:moveTo>
                    <a:cubicBezTo>
                      <a:pt x="4291" y="309"/>
                      <a:pt x="3011" y="684"/>
                      <a:pt x="1719" y="684"/>
                    </a:cubicBezTo>
                    <a:cubicBezTo>
                      <a:pt x="1193" y="684"/>
                      <a:pt x="665" y="622"/>
                      <a:pt x="134" y="468"/>
                    </a:cubicBezTo>
                    <a:lnTo>
                      <a:pt x="134" y="468"/>
                    </a:lnTo>
                    <a:cubicBezTo>
                      <a:pt x="134" y="1135"/>
                      <a:pt x="167" y="1635"/>
                      <a:pt x="134" y="2102"/>
                    </a:cubicBezTo>
                    <a:cubicBezTo>
                      <a:pt x="0" y="2969"/>
                      <a:pt x="434" y="3503"/>
                      <a:pt x="1135" y="3970"/>
                    </a:cubicBezTo>
                    <a:cubicBezTo>
                      <a:pt x="1602" y="4237"/>
                      <a:pt x="2069" y="4604"/>
                      <a:pt x="2502" y="4837"/>
                    </a:cubicBezTo>
                    <a:cubicBezTo>
                      <a:pt x="2686" y="4942"/>
                      <a:pt x="2952" y="5068"/>
                      <a:pt x="3123" y="5068"/>
                    </a:cubicBezTo>
                    <a:cubicBezTo>
                      <a:pt x="3169" y="5068"/>
                      <a:pt x="3208" y="5059"/>
                      <a:pt x="3236" y="5038"/>
                    </a:cubicBezTo>
                    <a:cubicBezTo>
                      <a:pt x="4103" y="4437"/>
                      <a:pt x="4937" y="3703"/>
                      <a:pt x="5771" y="3036"/>
                    </a:cubicBezTo>
                    <a:cubicBezTo>
                      <a:pt x="5805" y="3003"/>
                      <a:pt x="5805" y="2969"/>
                      <a:pt x="5805" y="2903"/>
                    </a:cubicBezTo>
                    <a:cubicBezTo>
                      <a:pt x="5738" y="1969"/>
                      <a:pt x="5638" y="1001"/>
                      <a:pt x="55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8283;p113">
                <a:extLst>
                  <a:ext uri="{FF2B5EF4-FFF2-40B4-BE49-F238E27FC236}">
                    <a16:creationId xmlns:a16="http://schemas.microsoft.com/office/drawing/2014/main" id="{23C4FFF7-D03C-9E50-3111-5CFD1D64FF6B}"/>
                  </a:ext>
                </a:extLst>
              </p:cNvPr>
              <p:cNvSpPr/>
              <p:nvPr/>
            </p:nvSpPr>
            <p:spPr>
              <a:xfrm>
                <a:off x="1626975" y="1834650"/>
                <a:ext cx="89250" cy="175775"/>
              </a:xfrm>
              <a:custGeom>
                <a:avLst/>
                <a:gdLst/>
                <a:ahLst/>
                <a:cxnLst/>
                <a:rect l="l" t="t" r="r" b="b"/>
                <a:pathLst>
                  <a:path w="3570" h="7031" extrusionOk="0">
                    <a:moveTo>
                      <a:pt x="1768" y="0"/>
                    </a:moveTo>
                    <a:cubicBezTo>
                      <a:pt x="1201" y="734"/>
                      <a:pt x="1168" y="1168"/>
                      <a:pt x="1568" y="1468"/>
                    </a:cubicBezTo>
                    <a:cubicBezTo>
                      <a:pt x="2903" y="2368"/>
                      <a:pt x="2736" y="4503"/>
                      <a:pt x="1602" y="5537"/>
                    </a:cubicBezTo>
                    <a:cubicBezTo>
                      <a:pt x="1535" y="5637"/>
                      <a:pt x="1435" y="5671"/>
                      <a:pt x="1368" y="5671"/>
                    </a:cubicBezTo>
                    <a:cubicBezTo>
                      <a:pt x="1001" y="5804"/>
                      <a:pt x="534" y="5871"/>
                      <a:pt x="0" y="6004"/>
                    </a:cubicBezTo>
                    <a:cubicBezTo>
                      <a:pt x="67" y="6405"/>
                      <a:pt x="134" y="6972"/>
                      <a:pt x="234" y="7005"/>
                    </a:cubicBezTo>
                    <a:cubicBezTo>
                      <a:pt x="309" y="7022"/>
                      <a:pt x="394" y="7030"/>
                      <a:pt x="484" y="7030"/>
                    </a:cubicBezTo>
                    <a:cubicBezTo>
                      <a:pt x="753" y="7030"/>
                      <a:pt x="1060" y="6955"/>
                      <a:pt x="1235" y="6805"/>
                    </a:cubicBezTo>
                    <a:cubicBezTo>
                      <a:pt x="1668" y="6471"/>
                      <a:pt x="2069" y="6004"/>
                      <a:pt x="2369" y="5537"/>
                    </a:cubicBezTo>
                    <a:cubicBezTo>
                      <a:pt x="3136" y="4336"/>
                      <a:pt x="3570" y="3036"/>
                      <a:pt x="2936" y="1635"/>
                    </a:cubicBezTo>
                    <a:cubicBezTo>
                      <a:pt x="2702" y="1034"/>
                      <a:pt x="2502" y="334"/>
                      <a:pt x="17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8284;p113">
                <a:extLst>
                  <a:ext uri="{FF2B5EF4-FFF2-40B4-BE49-F238E27FC236}">
                    <a16:creationId xmlns:a16="http://schemas.microsoft.com/office/drawing/2014/main" id="{21A90E94-B1DF-D0A9-872D-6D6D3B9C1566}"/>
                  </a:ext>
                </a:extLst>
              </p:cNvPr>
              <p:cNvSpPr/>
              <p:nvPr/>
            </p:nvSpPr>
            <p:spPr>
              <a:xfrm>
                <a:off x="896450" y="1855475"/>
                <a:ext cx="90100" cy="159325"/>
              </a:xfrm>
              <a:custGeom>
                <a:avLst/>
                <a:gdLst/>
                <a:ahLst/>
                <a:cxnLst/>
                <a:rect l="l" t="t" r="r" b="b"/>
                <a:pathLst>
                  <a:path w="3604" h="6373" extrusionOk="0">
                    <a:moveTo>
                      <a:pt x="1035" y="1"/>
                    </a:moveTo>
                    <a:cubicBezTo>
                      <a:pt x="734" y="401"/>
                      <a:pt x="501" y="635"/>
                      <a:pt x="368" y="902"/>
                    </a:cubicBezTo>
                    <a:cubicBezTo>
                      <a:pt x="1" y="1836"/>
                      <a:pt x="34" y="2836"/>
                      <a:pt x="267" y="3804"/>
                    </a:cubicBezTo>
                    <a:cubicBezTo>
                      <a:pt x="768" y="5738"/>
                      <a:pt x="1435" y="6305"/>
                      <a:pt x="3603" y="6372"/>
                    </a:cubicBezTo>
                    <a:cubicBezTo>
                      <a:pt x="3536" y="6172"/>
                      <a:pt x="3470" y="5972"/>
                      <a:pt x="3370" y="5872"/>
                    </a:cubicBezTo>
                    <a:cubicBezTo>
                      <a:pt x="2836" y="5638"/>
                      <a:pt x="2269" y="5405"/>
                      <a:pt x="1735" y="5171"/>
                    </a:cubicBezTo>
                    <a:cubicBezTo>
                      <a:pt x="1568" y="5071"/>
                      <a:pt x="1402" y="4971"/>
                      <a:pt x="1368" y="4804"/>
                    </a:cubicBezTo>
                    <a:cubicBezTo>
                      <a:pt x="1168" y="4204"/>
                      <a:pt x="935" y="3570"/>
                      <a:pt x="835" y="2970"/>
                    </a:cubicBezTo>
                    <a:cubicBezTo>
                      <a:pt x="734" y="2569"/>
                      <a:pt x="701" y="2203"/>
                      <a:pt x="601" y="1736"/>
                    </a:cubicBezTo>
                    <a:cubicBezTo>
                      <a:pt x="935" y="1702"/>
                      <a:pt x="1335" y="1702"/>
                      <a:pt x="1769" y="1669"/>
                    </a:cubicBezTo>
                    <a:cubicBezTo>
                      <a:pt x="1502" y="1135"/>
                      <a:pt x="1335" y="701"/>
                      <a:pt x="10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8285;p113">
                <a:extLst>
                  <a:ext uri="{FF2B5EF4-FFF2-40B4-BE49-F238E27FC236}">
                    <a16:creationId xmlns:a16="http://schemas.microsoft.com/office/drawing/2014/main" id="{9471105C-C6C5-43CE-4930-8D0E4EE52B3E}"/>
                  </a:ext>
                </a:extLst>
              </p:cNvPr>
              <p:cNvSpPr/>
              <p:nvPr/>
            </p:nvSpPr>
            <p:spPr>
              <a:xfrm>
                <a:off x="1623650" y="1880500"/>
                <a:ext cx="65050" cy="85100"/>
              </a:xfrm>
              <a:custGeom>
                <a:avLst/>
                <a:gdLst/>
                <a:ahLst/>
                <a:cxnLst/>
                <a:rect l="l" t="t" r="r" b="b"/>
                <a:pathLst>
                  <a:path w="2602" h="3404" extrusionOk="0">
                    <a:moveTo>
                      <a:pt x="1601" y="1"/>
                    </a:moveTo>
                    <a:cubicBezTo>
                      <a:pt x="1468" y="401"/>
                      <a:pt x="1368" y="735"/>
                      <a:pt x="1234" y="1068"/>
                    </a:cubicBezTo>
                    <a:cubicBezTo>
                      <a:pt x="1201" y="1235"/>
                      <a:pt x="1201" y="1568"/>
                      <a:pt x="1134" y="1635"/>
                    </a:cubicBezTo>
                    <a:cubicBezTo>
                      <a:pt x="0" y="1902"/>
                      <a:pt x="300" y="2803"/>
                      <a:pt x="300" y="3403"/>
                    </a:cubicBezTo>
                    <a:lnTo>
                      <a:pt x="1234" y="3403"/>
                    </a:lnTo>
                    <a:cubicBezTo>
                      <a:pt x="1401" y="3403"/>
                      <a:pt x="1635" y="3370"/>
                      <a:pt x="1701" y="3303"/>
                    </a:cubicBezTo>
                    <a:cubicBezTo>
                      <a:pt x="2602" y="2236"/>
                      <a:pt x="2535" y="1068"/>
                      <a:pt x="160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8286;p113">
                <a:extLst>
                  <a:ext uri="{FF2B5EF4-FFF2-40B4-BE49-F238E27FC236}">
                    <a16:creationId xmlns:a16="http://schemas.microsoft.com/office/drawing/2014/main" id="{037B0D7D-B201-49E4-E9EA-69A35DCF3BD5}"/>
                  </a:ext>
                </a:extLst>
              </p:cNvPr>
              <p:cNvSpPr/>
              <p:nvPr/>
            </p:nvSpPr>
            <p:spPr>
              <a:xfrm>
                <a:off x="918975" y="1908850"/>
                <a:ext cx="65900" cy="77600"/>
              </a:xfrm>
              <a:custGeom>
                <a:avLst/>
                <a:gdLst/>
                <a:ahLst/>
                <a:cxnLst/>
                <a:rect l="l" t="t" r="r" b="b"/>
                <a:pathLst>
                  <a:path w="2636" h="3104" extrusionOk="0">
                    <a:moveTo>
                      <a:pt x="0" y="1"/>
                    </a:moveTo>
                    <a:cubicBezTo>
                      <a:pt x="167" y="768"/>
                      <a:pt x="334" y="1469"/>
                      <a:pt x="534" y="2202"/>
                    </a:cubicBezTo>
                    <a:cubicBezTo>
                      <a:pt x="567" y="2369"/>
                      <a:pt x="801" y="2569"/>
                      <a:pt x="968" y="2603"/>
                    </a:cubicBezTo>
                    <a:cubicBezTo>
                      <a:pt x="1401" y="2769"/>
                      <a:pt x="1935" y="2903"/>
                      <a:pt x="2635" y="3103"/>
                    </a:cubicBezTo>
                    <a:cubicBezTo>
                      <a:pt x="2435" y="2703"/>
                      <a:pt x="2335" y="2169"/>
                      <a:pt x="2035" y="2069"/>
                    </a:cubicBezTo>
                    <a:cubicBezTo>
                      <a:pt x="1401" y="1835"/>
                      <a:pt x="1101" y="1402"/>
                      <a:pt x="1001" y="768"/>
                    </a:cubicBezTo>
                    <a:cubicBezTo>
                      <a:pt x="968" y="268"/>
                      <a:pt x="701" y="1"/>
                      <a:pt x="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8287;p113">
                <a:extLst>
                  <a:ext uri="{FF2B5EF4-FFF2-40B4-BE49-F238E27FC236}">
                    <a16:creationId xmlns:a16="http://schemas.microsoft.com/office/drawing/2014/main" id="{5A979E29-493A-0B1F-C604-AD09BDD85D72}"/>
                  </a:ext>
                </a:extLst>
              </p:cNvPr>
              <p:cNvSpPr/>
              <p:nvPr/>
            </p:nvSpPr>
            <p:spPr>
              <a:xfrm>
                <a:off x="1460200" y="1861325"/>
                <a:ext cx="76725" cy="85950"/>
              </a:xfrm>
              <a:custGeom>
                <a:avLst/>
                <a:gdLst/>
                <a:ahLst/>
                <a:cxnLst/>
                <a:rect l="l" t="t" r="r" b="b"/>
                <a:pathLst>
                  <a:path w="3069" h="3438" extrusionOk="0">
                    <a:moveTo>
                      <a:pt x="1635" y="0"/>
                    </a:moveTo>
                    <a:cubicBezTo>
                      <a:pt x="967" y="0"/>
                      <a:pt x="0" y="1001"/>
                      <a:pt x="0" y="1768"/>
                    </a:cubicBezTo>
                    <a:cubicBezTo>
                      <a:pt x="0" y="2436"/>
                      <a:pt x="867" y="3436"/>
                      <a:pt x="1534" y="3436"/>
                    </a:cubicBezTo>
                    <a:cubicBezTo>
                      <a:pt x="1551" y="3437"/>
                      <a:pt x="1568" y="3437"/>
                      <a:pt x="1585" y="3437"/>
                    </a:cubicBezTo>
                    <a:cubicBezTo>
                      <a:pt x="2334" y="3437"/>
                      <a:pt x="3036" y="2718"/>
                      <a:pt x="3036" y="1935"/>
                    </a:cubicBezTo>
                    <a:cubicBezTo>
                      <a:pt x="3069" y="1001"/>
                      <a:pt x="2368" y="67"/>
                      <a:pt x="1635" y="0"/>
                    </a:cubicBezTo>
                    <a:close/>
                  </a:path>
                </a:pathLst>
              </a:custGeom>
              <a:solidFill>
                <a:srgbClr val="F3BC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8288;p113">
                <a:extLst>
                  <a:ext uri="{FF2B5EF4-FFF2-40B4-BE49-F238E27FC236}">
                    <a16:creationId xmlns:a16="http://schemas.microsoft.com/office/drawing/2014/main" id="{E44CAB59-E755-7CEB-48E8-27A03AFDA76D}"/>
                  </a:ext>
                </a:extLst>
              </p:cNvPr>
              <p:cNvSpPr/>
              <p:nvPr/>
            </p:nvSpPr>
            <p:spPr>
              <a:xfrm>
                <a:off x="1069900" y="1879675"/>
                <a:ext cx="80925" cy="76750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3070" extrusionOk="0">
                    <a:moveTo>
                      <a:pt x="1569" y="0"/>
                    </a:moveTo>
                    <a:cubicBezTo>
                      <a:pt x="735" y="0"/>
                      <a:pt x="1" y="701"/>
                      <a:pt x="1" y="1568"/>
                    </a:cubicBezTo>
                    <a:cubicBezTo>
                      <a:pt x="1" y="2369"/>
                      <a:pt x="768" y="3069"/>
                      <a:pt x="1602" y="3069"/>
                    </a:cubicBezTo>
                    <a:cubicBezTo>
                      <a:pt x="2436" y="3069"/>
                      <a:pt x="3170" y="2335"/>
                      <a:pt x="3170" y="1501"/>
                    </a:cubicBezTo>
                    <a:cubicBezTo>
                      <a:pt x="3237" y="701"/>
                      <a:pt x="2469" y="0"/>
                      <a:pt x="1569" y="0"/>
                    </a:cubicBezTo>
                    <a:close/>
                  </a:path>
                </a:pathLst>
              </a:custGeom>
              <a:solidFill>
                <a:srgbClr val="F3BC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8289;p113">
                <a:extLst>
                  <a:ext uri="{FF2B5EF4-FFF2-40B4-BE49-F238E27FC236}">
                    <a16:creationId xmlns:a16="http://schemas.microsoft.com/office/drawing/2014/main" id="{BC2EC0AE-5806-A2D5-756B-1AB45A65F73A}"/>
                  </a:ext>
                </a:extLst>
              </p:cNvPr>
              <p:cNvSpPr/>
              <p:nvPr/>
            </p:nvSpPr>
            <p:spPr>
              <a:xfrm>
                <a:off x="1185825" y="2034400"/>
                <a:ext cx="236850" cy="47775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1911" extrusionOk="0">
                    <a:moveTo>
                      <a:pt x="322" y="1"/>
                    </a:moveTo>
                    <a:cubicBezTo>
                      <a:pt x="223" y="1"/>
                      <a:pt x="89" y="16"/>
                      <a:pt x="1" y="16"/>
                    </a:cubicBezTo>
                    <a:cubicBezTo>
                      <a:pt x="34" y="183"/>
                      <a:pt x="34" y="383"/>
                      <a:pt x="134" y="483"/>
                    </a:cubicBezTo>
                    <a:cubicBezTo>
                      <a:pt x="1354" y="1316"/>
                      <a:pt x="2681" y="1910"/>
                      <a:pt x="4113" y="1910"/>
                    </a:cubicBezTo>
                    <a:cubicBezTo>
                      <a:pt x="4286" y="1910"/>
                      <a:pt x="4461" y="1902"/>
                      <a:pt x="4637" y="1884"/>
                    </a:cubicBezTo>
                    <a:cubicBezTo>
                      <a:pt x="4802" y="1894"/>
                      <a:pt x="4965" y="1899"/>
                      <a:pt x="5127" y="1899"/>
                    </a:cubicBezTo>
                    <a:cubicBezTo>
                      <a:pt x="6595" y="1899"/>
                      <a:pt x="7908" y="1484"/>
                      <a:pt x="9140" y="583"/>
                    </a:cubicBezTo>
                    <a:cubicBezTo>
                      <a:pt x="9274" y="483"/>
                      <a:pt x="9341" y="249"/>
                      <a:pt x="9474" y="82"/>
                    </a:cubicBezTo>
                    <a:lnTo>
                      <a:pt x="9474" y="82"/>
                    </a:lnTo>
                    <a:cubicBezTo>
                      <a:pt x="9274" y="149"/>
                      <a:pt x="8974" y="82"/>
                      <a:pt x="8840" y="216"/>
                    </a:cubicBezTo>
                    <a:cubicBezTo>
                      <a:pt x="7658" y="1172"/>
                      <a:pt x="6324" y="1464"/>
                      <a:pt x="4953" y="1464"/>
                    </a:cubicBezTo>
                    <a:cubicBezTo>
                      <a:pt x="4506" y="1464"/>
                      <a:pt x="4054" y="1433"/>
                      <a:pt x="3603" y="1383"/>
                    </a:cubicBezTo>
                    <a:cubicBezTo>
                      <a:pt x="2436" y="1250"/>
                      <a:pt x="1201" y="1083"/>
                      <a:pt x="434" y="16"/>
                    </a:cubicBezTo>
                    <a:cubicBezTo>
                      <a:pt x="412" y="5"/>
                      <a:pt x="371" y="1"/>
                      <a:pt x="322" y="1"/>
                    </a:cubicBezTo>
                    <a:close/>
                  </a:path>
                </a:pathLst>
              </a:custGeom>
              <a:solidFill>
                <a:srgbClr val="F3BC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8290;p113">
                <a:extLst>
                  <a:ext uri="{FF2B5EF4-FFF2-40B4-BE49-F238E27FC236}">
                    <a16:creationId xmlns:a16="http://schemas.microsoft.com/office/drawing/2014/main" id="{464BCDDA-A15D-1479-1272-2C45AEB925FF}"/>
                  </a:ext>
                </a:extLst>
              </p:cNvPr>
              <p:cNvSpPr/>
              <p:nvPr/>
            </p:nvSpPr>
            <p:spPr>
              <a:xfrm>
                <a:off x="1273575" y="1872175"/>
                <a:ext cx="38200" cy="138000"/>
              </a:xfrm>
              <a:custGeom>
                <a:avLst/>
                <a:gdLst/>
                <a:ahLst/>
                <a:cxnLst/>
                <a:rect l="l" t="t" r="r" b="b"/>
                <a:pathLst>
                  <a:path w="1528" h="5520" extrusionOk="0">
                    <a:moveTo>
                      <a:pt x="827" y="0"/>
                    </a:moveTo>
                    <a:cubicBezTo>
                      <a:pt x="593" y="1401"/>
                      <a:pt x="293" y="2835"/>
                      <a:pt x="93" y="4303"/>
                    </a:cubicBezTo>
                    <a:cubicBezTo>
                      <a:pt x="1" y="4826"/>
                      <a:pt x="930" y="5519"/>
                      <a:pt x="1415" y="5519"/>
                    </a:cubicBezTo>
                    <a:cubicBezTo>
                      <a:pt x="1456" y="5519"/>
                      <a:pt x="1494" y="5514"/>
                      <a:pt x="1527" y="5504"/>
                    </a:cubicBezTo>
                    <a:cubicBezTo>
                      <a:pt x="1194" y="5070"/>
                      <a:pt x="760" y="4737"/>
                      <a:pt x="593" y="4303"/>
                    </a:cubicBezTo>
                    <a:cubicBezTo>
                      <a:pt x="393" y="3769"/>
                      <a:pt x="593" y="3202"/>
                      <a:pt x="627" y="2669"/>
                    </a:cubicBezTo>
                    <a:cubicBezTo>
                      <a:pt x="627" y="2535"/>
                      <a:pt x="660" y="2368"/>
                      <a:pt x="694" y="2235"/>
                    </a:cubicBezTo>
                    <a:cubicBezTo>
                      <a:pt x="827" y="1501"/>
                      <a:pt x="960" y="767"/>
                      <a:pt x="1094" y="33"/>
                    </a:cubicBezTo>
                    <a:cubicBezTo>
                      <a:pt x="994" y="33"/>
                      <a:pt x="927" y="0"/>
                      <a:pt x="827" y="0"/>
                    </a:cubicBezTo>
                    <a:close/>
                  </a:path>
                </a:pathLst>
              </a:custGeom>
              <a:solidFill>
                <a:srgbClr val="F3BC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8291;p113">
                <a:extLst>
                  <a:ext uri="{FF2B5EF4-FFF2-40B4-BE49-F238E27FC236}">
                    <a16:creationId xmlns:a16="http://schemas.microsoft.com/office/drawing/2014/main" id="{32BFE73D-2E88-D820-9527-23CDEB0CC096}"/>
                  </a:ext>
                </a:extLst>
              </p:cNvPr>
              <p:cNvSpPr/>
              <p:nvPr/>
            </p:nvSpPr>
            <p:spPr>
              <a:xfrm>
                <a:off x="1359300" y="2480925"/>
                <a:ext cx="458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871" extrusionOk="0">
                    <a:moveTo>
                      <a:pt x="1001" y="468"/>
                    </a:moveTo>
                    <a:cubicBezTo>
                      <a:pt x="1167" y="701"/>
                      <a:pt x="1334" y="901"/>
                      <a:pt x="1501" y="1102"/>
                    </a:cubicBezTo>
                    <a:cubicBezTo>
                      <a:pt x="1334" y="1235"/>
                      <a:pt x="1167" y="1469"/>
                      <a:pt x="934" y="1502"/>
                    </a:cubicBezTo>
                    <a:cubicBezTo>
                      <a:pt x="867" y="1502"/>
                      <a:pt x="700" y="1235"/>
                      <a:pt x="433" y="1002"/>
                    </a:cubicBezTo>
                    <a:cubicBezTo>
                      <a:pt x="700" y="735"/>
                      <a:pt x="834" y="568"/>
                      <a:pt x="1001" y="468"/>
                    </a:cubicBezTo>
                    <a:close/>
                    <a:moveTo>
                      <a:pt x="867" y="1"/>
                    </a:moveTo>
                    <a:cubicBezTo>
                      <a:pt x="267" y="34"/>
                      <a:pt x="67" y="468"/>
                      <a:pt x="33" y="901"/>
                    </a:cubicBezTo>
                    <a:cubicBezTo>
                      <a:pt x="1" y="1355"/>
                      <a:pt x="502" y="1870"/>
                      <a:pt x="867" y="1870"/>
                    </a:cubicBezTo>
                    <a:cubicBezTo>
                      <a:pt x="878" y="1870"/>
                      <a:pt x="889" y="1870"/>
                      <a:pt x="900" y="1869"/>
                    </a:cubicBezTo>
                    <a:cubicBezTo>
                      <a:pt x="1334" y="1835"/>
                      <a:pt x="1834" y="1735"/>
                      <a:pt x="1834" y="1335"/>
                    </a:cubicBezTo>
                    <a:cubicBezTo>
                      <a:pt x="1834" y="568"/>
                      <a:pt x="1367" y="1"/>
                      <a:pt x="867" y="1"/>
                    </a:cubicBezTo>
                    <a:close/>
                  </a:path>
                </a:pathLst>
              </a:custGeom>
              <a:solidFill>
                <a:srgbClr val="F3BC7B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8292;p113">
                <a:extLst>
                  <a:ext uri="{FF2B5EF4-FFF2-40B4-BE49-F238E27FC236}">
                    <a16:creationId xmlns:a16="http://schemas.microsoft.com/office/drawing/2014/main" id="{9772B4B2-D44A-C125-74EA-43F514D54BC0}"/>
                  </a:ext>
                </a:extLst>
              </p:cNvPr>
              <p:cNvSpPr/>
              <p:nvPr/>
            </p:nvSpPr>
            <p:spPr>
              <a:xfrm>
                <a:off x="1032375" y="1968075"/>
                <a:ext cx="140125" cy="139275"/>
              </a:xfrm>
              <a:custGeom>
                <a:avLst/>
                <a:gdLst/>
                <a:ahLst/>
                <a:cxnLst/>
                <a:rect l="l" t="t" r="r" b="b"/>
                <a:pathLst>
                  <a:path w="5605" h="5571" extrusionOk="0">
                    <a:moveTo>
                      <a:pt x="2803" y="0"/>
                    </a:moveTo>
                    <a:cubicBezTo>
                      <a:pt x="1268" y="0"/>
                      <a:pt x="1" y="1234"/>
                      <a:pt x="1" y="2802"/>
                    </a:cubicBezTo>
                    <a:cubicBezTo>
                      <a:pt x="1" y="4337"/>
                      <a:pt x="1268" y="5571"/>
                      <a:pt x="2803" y="5571"/>
                    </a:cubicBezTo>
                    <a:cubicBezTo>
                      <a:pt x="4337" y="5571"/>
                      <a:pt x="5605" y="4337"/>
                      <a:pt x="5605" y="2802"/>
                    </a:cubicBezTo>
                    <a:cubicBezTo>
                      <a:pt x="5605" y="1234"/>
                      <a:pt x="4337" y="0"/>
                      <a:pt x="280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8293;p113">
                <a:extLst>
                  <a:ext uri="{FF2B5EF4-FFF2-40B4-BE49-F238E27FC236}">
                    <a16:creationId xmlns:a16="http://schemas.microsoft.com/office/drawing/2014/main" id="{8AE8D2AD-B41D-EC88-96A9-13A9510A0D5B}"/>
                  </a:ext>
                </a:extLst>
              </p:cNvPr>
              <p:cNvSpPr/>
              <p:nvPr/>
            </p:nvSpPr>
            <p:spPr>
              <a:xfrm>
                <a:off x="1434325" y="1957225"/>
                <a:ext cx="139300" cy="140125"/>
              </a:xfrm>
              <a:custGeom>
                <a:avLst/>
                <a:gdLst/>
                <a:ahLst/>
                <a:cxnLst/>
                <a:rect l="l" t="t" r="r" b="b"/>
                <a:pathLst>
                  <a:path w="5572" h="5605" extrusionOk="0">
                    <a:moveTo>
                      <a:pt x="2770" y="1"/>
                    </a:moveTo>
                    <a:cubicBezTo>
                      <a:pt x="1235" y="1"/>
                      <a:pt x="1" y="1268"/>
                      <a:pt x="1" y="2803"/>
                    </a:cubicBezTo>
                    <a:cubicBezTo>
                      <a:pt x="1" y="4337"/>
                      <a:pt x="1235" y="5605"/>
                      <a:pt x="2770" y="5605"/>
                    </a:cubicBezTo>
                    <a:cubicBezTo>
                      <a:pt x="4337" y="5605"/>
                      <a:pt x="5572" y="4337"/>
                      <a:pt x="5572" y="2803"/>
                    </a:cubicBezTo>
                    <a:cubicBezTo>
                      <a:pt x="5572" y="1268"/>
                      <a:pt x="4337" y="1"/>
                      <a:pt x="27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8294;p113">
                <a:extLst>
                  <a:ext uri="{FF2B5EF4-FFF2-40B4-BE49-F238E27FC236}">
                    <a16:creationId xmlns:a16="http://schemas.microsoft.com/office/drawing/2014/main" id="{25A7DBEA-919D-3711-3BFA-E7098835E1CD}"/>
                  </a:ext>
                </a:extLst>
              </p:cNvPr>
              <p:cNvSpPr/>
              <p:nvPr/>
            </p:nvSpPr>
            <p:spPr>
              <a:xfrm>
                <a:off x="881850" y="1373463"/>
                <a:ext cx="844800" cy="1307650"/>
              </a:xfrm>
              <a:custGeom>
                <a:avLst/>
                <a:gdLst/>
                <a:ahLst/>
                <a:cxnLst/>
                <a:rect l="l" t="t" r="r" b="b"/>
                <a:pathLst>
                  <a:path w="33792" h="52306" extrusionOk="0">
                    <a:moveTo>
                      <a:pt x="13844" y="1102"/>
                    </a:moveTo>
                    <a:cubicBezTo>
                      <a:pt x="12910" y="2103"/>
                      <a:pt x="11976" y="2970"/>
                      <a:pt x="11209" y="3971"/>
                    </a:cubicBezTo>
                    <a:cubicBezTo>
                      <a:pt x="10475" y="4972"/>
                      <a:pt x="9941" y="6139"/>
                      <a:pt x="9208" y="7340"/>
                    </a:cubicBezTo>
                    <a:cubicBezTo>
                      <a:pt x="9041" y="7307"/>
                      <a:pt x="8807" y="7273"/>
                      <a:pt x="8374" y="7140"/>
                    </a:cubicBezTo>
                    <a:cubicBezTo>
                      <a:pt x="9007" y="4805"/>
                      <a:pt x="10175" y="2970"/>
                      <a:pt x="12076" y="1603"/>
                    </a:cubicBezTo>
                    <a:cubicBezTo>
                      <a:pt x="12543" y="1269"/>
                      <a:pt x="13210" y="1269"/>
                      <a:pt x="13844" y="1102"/>
                    </a:cubicBezTo>
                    <a:close/>
                    <a:moveTo>
                      <a:pt x="17909" y="681"/>
                    </a:moveTo>
                    <a:cubicBezTo>
                      <a:pt x="20049" y="681"/>
                      <a:pt x="22133" y="973"/>
                      <a:pt x="24118" y="1836"/>
                    </a:cubicBezTo>
                    <a:cubicBezTo>
                      <a:pt x="24619" y="2070"/>
                      <a:pt x="25019" y="2303"/>
                      <a:pt x="25486" y="2570"/>
                    </a:cubicBezTo>
                    <a:cubicBezTo>
                      <a:pt x="22817" y="2603"/>
                      <a:pt x="20949" y="4104"/>
                      <a:pt x="19181" y="5772"/>
                    </a:cubicBezTo>
                    <a:cubicBezTo>
                      <a:pt x="17496" y="7385"/>
                      <a:pt x="15667" y="8335"/>
                      <a:pt x="13577" y="8335"/>
                    </a:cubicBezTo>
                    <a:cubicBezTo>
                      <a:pt x="12813" y="8335"/>
                      <a:pt x="12015" y="8208"/>
                      <a:pt x="11176" y="7940"/>
                    </a:cubicBezTo>
                    <a:cubicBezTo>
                      <a:pt x="9508" y="7440"/>
                      <a:pt x="9541" y="7473"/>
                      <a:pt x="10308" y="5939"/>
                    </a:cubicBezTo>
                    <a:cubicBezTo>
                      <a:pt x="11042" y="4438"/>
                      <a:pt x="12110" y="3170"/>
                      <a:pt x="13310" y="2070"/>
                    </a:cubicBezTo>
                    <a:cubicBezTo>
                      <a:pt x="14311" y="1102"/>
                      <a:pt x="15545" y="802"/>
                      <a:pt x="16880" y="702"/>
                    </a:cubicBezTo>
                    <a:cubicBezTo>
                      <a:pt x="17224" y="688"/>
                      <a:pt x="17567" y="681"/>
                      <a:pt x="17909" y="681"/>
                    </a:cubicBezTo>
                    <a:close/>
                    <a:moveTo>
                      <a:pt x="25172" y="2890"/>
                    </a:moveTo>
                    <a:cubicBezTo>
                      <a:pt x="25730" y="2890"/>
                      <a:pt x="26285" y="3069"/>
                      <a:pt x="26787" y="3571"/>
                    </a:cubicBezTo>
                    <a:cubicBezTo>
                      <a:pt x="28455" y="4938"/>
                      <a:pt x="30389" y="6139"/>
                      <a:pt x="31023" y="8307"/>
                    </a:cubicBezTo>
                    <a:cubicBezTo>
                      <a:pt x="31523" y="10275"/>
                      <a:pt x="31657" y="12277"/>
                      <a:pt x="31457" y="14278"/>
                    </a:cubicBezTo>
                    <a:cubicBezTo>
                      <a:pt x="31390" y="14679"/>
                      <a:pt x="31357" y="15146"/>
                      <a:pt x="31357" y="15579"/>
                    </a:cubicBezTo>
                    <a:cubicBezTo>
                      <a:pt x="31357" y="16647"/>
                      <a:pt x="31290" y="17681"/>
                      <a:pt x="30790" y="18748"/>
                    </a:cubicBezTo>
                    <a:cubicBezTo>
                      <a:pt x="30489" y="19315"/>
                      <a:pt x="30523" y="20016"/>
                      <a:pt x="30523" y="20683"/>
                    </a:cubicBezTo>
                    <a:cubicBezTo>
                      <a:pt x="30523" y="21274"/>
                      <a:pt x="30344" y="21509"/>
                      <a:pt x="29926" y="21509"/>
                    </a:cubicBezTo>
                    <a:cubicBezTo>
                      <a:pt x="29802" y="21509"/>
                      <a:pt x="29657" y="21488"/>
                      <a:pt x="29489" y="21450"/>
                    </a:cubicBezTo>
                    <a:cubicBezTo>
                      <a:pt x="29455" y="20016"/>
                      <a:pt x="29355" y="18615"/>
                      <a:pt x="29289" y="17147"/>
                    </a:cubicBezTo>
                    <a:cubicBezTo>
                      <a:pt x="29188" y="15646"/>
                      <a:pt x="29022" y="14112"/>
                      <a:pt x="28955" y="12610"/>
                    </a:cubicBezTo>
                    <a:cubicBezTo>
                      <a:pt x="28855" y="11510"/>
                      <a:pt x="28021" y="10809"/>
                      <a:pt x="27454" y="10009"/>
                    </a:cubicBezTo>
                    <a:cubicBezTo>
                      <a:pt x="26820" y="9175"/>
                      <a:pt x="26120" y="8341"/>
                      <a:pt x="25386" y="7473"/>
                    </a:cubicBezTo>
                    <a:cubicBezTo>
                      <a:pt x="25886" y="7307"/>
                      <a:pt x="26286" y="7173"/>
                      <a:pt x="26820" y="7006"/>
                    </a:cubicBezTo>
                    <a:cubicBezTo>
                      <a:pt x="24785" y="6773"/>
                      <a:pt x="22951" y="6573"/>
                      <a:pt x="21116" y="6339"/>
                    </a:cubicBezTo>
                    <a:cubicBezTo>
                      <a:pt x="21049" y="6306"/>
                      <a:pt x="21049" y="6239"/>
                      <a:pt x="21049" y="6139"/>
                    </a:cubicBezTo>
                    <a:cubicBezTo>
                      <a:pt x="22550" y="5172"/>
                      <a:pt x="23951" y="3904"/>
                      <a:pt x="25886" y="3838"/>
                    </a:cubicBezTo>
                    <a:cubicBezTo>
                      <a:pt x="26186" y="3838"/>
                      <a:pt x="26487" y="3637"/>
                      <a:pt x="26787" y="3571"/>
                    </a:cubicBezTo>
                    <a:cubicBezTo>
                      <a:pt x="26562" y="3544"/>
                      <a:pt x="26342" y="3531"/>
                      <a:pt x="26126" y="3531"/>
                    </a:cubicBezTo>
                    <a:cubicBezTo>
                      <a:pt x="24448" y="3531"/>
                      <a:pt x="23013" y="4300"/>
                      <a:pt x="21683" y="5305"/>
                    </a:cubicBezTo>
                    <a:cubicBezTo>
                      <a:pt x="20649" y="6006"/>
                      <a:pt x="19515" y="6606"/>
                      <a:pt x="18347" y="7140"/>
                    </a:cubicBezTo>
                    <a:cubicBezTo>
                      <a:pt x="19848" y="5505"/>
                      <a:pt x="21516" y="3971"/>
                      <a:pt x="23651" y="3237"/>
                    </a:cubicBezTo>
                    <a:cubicBezTo>
                      <a:pt x="24133" y="3044"/>
                      <a:pt x="24653" y="2890"/>
                      <a:pt x="25172" y="2890"/>
                    </a:cubicBezTo>
                    <a:close/>
                    <a:moveTo>
                      <a:pt x="11209" y="1736"/>
                    </a:moveTo>
                    <a:lnTo>
                      <a:pt x="11209" y="1736"/>
                    </a:lnTo>
                    <a:cubicBezTo>
                      <a:pt x="10775" y="2270"/>
                      <a:pt x="10175" y="2770"/>
                      <a:pt x="9841" y="3404"/>
                    </a:cubicBezTo>
                    <a:cubicBezTo>
                      <a:pt x="9208" y="4571"/>
                      <a:pt x="8707" y="5772"/>
                      <a:pt x="8173" y="6940"/>
                    </a:cubicBezTo>
                    <a:cubicBezTo>
                      <a:pt x="7973" y="7340"/>
                      <a:pt x="7807" y="7807"/>
                      <a:pt x="7540" y="8174"/>
                    </a:cubicBezTo>
                    <a:cubicBezTo>
                      <a:pt x="6539" y="9642"/>
                      <a:pt x="5472" y="11076"/>
                      <a:pt x="4504" y="12577"/>
                    </a:cubicBezTo>
                    <a:cubicBezTo>
                      <a:pt x="4204" y="12977"/>
                      <a:pt x="4171" y="13578"/>
                      <a:pt x="4137" y="14078"/>
                    </a:cubicBezTo>
                    <a:cubicBezTo>
                      <a:pt x="4037" y="15146"/>
                      <a:pt x="4104" y="16180"/>
                      <a:pt x="4037" y="17280"/>
                    </a:cubicBezTo>
                    <a:cubicBezTo>
                      <a:pt x="3970" y="19149"/>
                      <a:pt x="3837" y="20983"/>
                      <a:pt x="3704" y="22818"/>
                    </a:cubicBezTo>
                    <a:cubicBezTo>
                      <a:pt x="3637" y="22851"/>
                      <a:pt x="3604" y="22918"/>
                      <a:pt x="3503" y="22951"/>
                    </a:cubicBezTo>
                    <a:cubicBezTo>
                      <a:pt x="3270" y="22651"/>
                      <a:pt x="2970" y="22418"/>
                      <a:pt x="2836" y="22017"/>
                    </a:cubicBezTo>
                    <a:cubicBezTo>
                      <a:pt x="2469" y="21083"/>
                      <a:pt x="2136" y="20083"/>
                      <a:pt x="1836" y="19082"/>
                    </a:cubicBezTo>
                    <a:cubicBezTo>
                      <a:pt x="1702" y="18515"/>
                      <a:pt x="1602" y="17948"/>
                      <a:pt x="1602" y="17414"/>
                    </a:cubicBezTo>
                    <a:cubicBezTo>
                      <a:pt x="1635" y="15446"/>
                      <a:pt x="1669" y="13478"/>
                      <a:pt x="1769" y="11510"/>
                    </a:cubicBezTo>
                    <a:cubicBezTo>
                      <a:pt x="1836" y="10175"/>
                      <a:pt x="2002" y="8908"/>
                      <a:pt x="2136" y="7607"/>
                    </a:cubicBezTo>
                    <a:cubicBezTo>
                      <a:pt x="2203" y="6673"/>
                      <a:pt x="2870" y="6139"/>
                      <a:pt x="3470" y="5572"/>
                    </a:cubicBezTo>
                    <a:cubicBezTo>
                      <a:pt x="5605" y="3437"/>
                      <a:pt x="8340" y="2470"/>
                      <a:pt x="11209" y="1736"/>
                    </a:cubicBezTo>
                    <a:close/>
                    <a:moveTo>
                      <a:pt x="31123" y="20283"/>
                    </a:moveTo>
                    <a:cubicBezTo>
                      <a:pt x="32057" y="21350"/>
                      <a:pt x="32124" y="22518"/>
                      <a:pt x="31223" y="23585"/>
                    </a:cubicBezTo>
                    <a:cubicBezTo>
                      <a:pt x="31157" y="23652"/>
                      <a:pt x="30923" y="23685"/>
                      <a:pt x="30756" y="23685"/>
                    </a:cubicBezTo>
                    <a:lnTo>
                      <a:pt x="29822" y="23685"/>
                    </a:lnTo>
                    <a:cubicBezTo>
                      <a:pt x="29822" y="23085"/>
                      <a:pt x="29522" y="22184"/>
                      <a:pt x="30656" y="21917"/>
                    </a:cubicBezTo>
                    <a:cubicBezTo>
                      <a:pt x="30723" y="21850"/>
                      <a:pt x="30723" y="21517"/>
                      <a:pt x="30756" y="21350"/>
                    </a:cubicBezTo>
                    <a:cubicBezTo>
                      <a:pt x="30890" y="21017"/>
                      <a:pt x="30990" y="20683"/>
                      <a:pt x="31123" y="20283"/>
                    </a:cubicBezTo>
                    <a:close/>
                    <a:moveTo>
                      <a:pt x="1335" y="21417"/>
                    </a:moveTo>
                    <a:cubicBezTo>
                      <a:pt x="2036" y="21417"/>
                      <a:pt x="2303" y="21684"/>
                      <a:pt x="2336" y="22184"/>
                    </a:cubicBezTo>
                    <a:cubicBezTo>
                      <a:pt x="2436" y="22818"/>
                      <a:pt x="2736" y="23251"/>
                      <a:pt x="3370" y="23485"/>
                    </a:cubicBezTo>
                    <a:cubicBezTo>
                      <a:pt x="3670" y="23585"/>
                      <a:pt x="3770" y="24119"/>
                      <a:pt x="3970" y="24519"/>
                    </a:cubicBezTo>
                    <a:cubicBezTo>
                      <a:pt x="3270" y="24319"/>
                      <a:pt x="2736" y="24185"/>
                      <a:pt x="2303" y="24019"/>
                    </a:cubicBezTo>
                    <a:cubicBezTo>
                      <a:pt x="2136" y="23985"/>
                      <a:pt x="1902" y="23785"/>
                      <a:pt x="1869" y="23618"/>
                    </a:cubicBezTo>
                    <a:cubicBezTo>
                      <a:pt x="1669" y="22885"/>
                      <a:pt x="1502" y="22184"/>
                      <a:pt x="1335" y="21417"/>
                    </a:cubicBezTo>
                    <a:close/>
                    <a:moveTo>
                      <a:pt x="31423" y="18448"/>
                    </a:moveTo>
                    <a:cubicBezTo>
                      <a:pt x="32157" y="18782"/>
                      <a:pt x="32357" y="19482"/>
                      <a:pt x="32591" y="20083"/>
                    </a:cubicBezTo>
                    <a:cubicBezTo>
                      <a:pt x="33225" y="21484"/>
                      <a:pt x="32791" y="22784"/>
                      <a:pt x="32024" y="23985"/>
                    </a:cubicBezTo>
                    <a:cubicBezTo>
                      <a:pt x="31724" y="24452"/>
                      <a:pt x="31323" y="24919"/>
                      <a:pt x="30890" y="25253"/>
                    </a:cubicBezTo>
                    <a:cubicBezTo>
                      <a:pt x="30715" y="25403"/>
                      <a:pt x="30408" y="25478"/>
                      <a:pt x="30139" y="25478"/>
                    </a:cubicBezTo>
                    <a:cubicBezTo>
                      <a:pt x="30049" y="25478"/>
                      <a:pt x="29964" y="25470"/>
                      <a:pt x="29889" y="25453"/>
                    </a:cubicBezTo>
                    <a:cubicBezTo>
                      <a:pt x="29789" y="25420"/>
                      <a:pt x="29722" y="24853"/>
                      <a:pt x="29655" y="24452"/>
                    </a:cubicBezTo>
                    <a:cubicBezTo>
                      <a:pt x="30189" y="24319"/>
                      <a:pt x="30656" y="24252"/>
                      <a:pt x="31023" y="24119"/>
                    </a:cubicBezTo>
                    <a:cubicBezTo>
                      <a:pt x="31090" y="24119"/>
                      <a:pt x="31190" y="24085"/>
                      <a:pt x="31257" y="23985"/>
                    </a:cubicBezTo>
                    <a:cubicBezTo>
                      <a:pt x="32391" y="22951"/>
                      <a:pt x="32558" y="20816"/>
                      <a:pt x="31223" y="19916"/>
                    </a:cubicBezTo>
                    <a:cubicBezTo>
                      <a:pt x="30823" y="19616"/>
                      <a:pt x="30856" y="19182"/>
                      <a:pt x="31423" y="18448"/>
                    </a:cubicBezTo>
                    <a:close/>
                    <a:moveTo>
                      <a:pt x="1469" y="19282"/>
                    </a:moveTo>
                    <a:cubicBezTo>
                      <a:pt x="1769" y="19982"/>
                      <a:pt x="1936" y="20416"/>
                      <a:pt x="2203" y="20950"/>
                    </a:cubicBezTo>
                    <a:cubicBezTo>
                      <a:pt x="1769" y="20983"/>
                      <a:pt x="1369" y="20983"/>
                      <a:pt x="1035" y="21017"/>
                    </a:cubicBezTo>
                    <a:cubicBezTo>
                      <a:pt x="1135" y="21484"/>
                      <a:pt x="1168" y="21850"/>
                      <a:pt x="1269" y="22251"/>
                    </a:cubicBezTo>
                    <a:cubicBezTo>
                      <a:pt x="1369" y="22851"/>
                      <a:pt x="1602" y="23485"/>
                      <a:pt x="1802" y="24085"/>
                    </a:cubicBezTo>
                    <a:cubicBezTo>
                      <a:pt x="1836" y="24252"/>
                      <a:pt x="2002" y="24352"/>
                      <a:pt x="2169" y="24452"/>
                    </a:cubicBezTo>
                    <a:cubicBezTo>
                      <a:pt x="2703" y="24686"/>
                      <a:pt x="3270" y="24919"/>
                      <a:pt x="3804" y="25153"/>
                    </a:cubicBezTo>
                    <a:cubicBezTo>
                      <a:pt x="3904" y="25253"/>
                      <a:pt x="3970" y="25453"/>
                      <a:pt x="4037" y="25653"/>
                    </a:cubicBezTo>
                    <a:cubicBezTo>
                      <a:pt x="1869" y="25586"/>
                      <a:pt x="1202" y="25019"/>
                      <a:pt x="701" y="23085"/>
                    </a:cubicBezTo>
                    <a:cubicBezTo>
                      <a:pt x="468" y="22117"/>
                      <a:pt x="435" y="21117"/>
                      <a:pt x="802" y="20183"/>
                    </a:cubicBezTo>
                    <a:cubicBezTo>
                      <a:pt x="935" y="19916"/>
                      <a:pt x="1168" y="19682"/>
                      <a:pt x="1469" y="19282"/>
                    </a:cubicBezTo>
                    <a:close/>
                    <a:moveTo>
                      <a:pt x="20954" y="6768"/>
                    </a:moveTo>
                    <a:cubicBezTo>
                      <a:pt x="21233" y="6768"/>
                      <a:pt x="21514" y="6787"/>
                      <a:pt x="21783" y="6806"/>
                    </a:cubicBezTo>
                    <a:cubicBezTo>
                      <a:pt x="22684" y="6940"/>
                      <a:pt x="23551" y="7107"/>
                      <a:pt x="24452" y="7273"/>
                    </a:cubicBezTo>
                    <a:cubicBezTo>
                      <a:pt x="24652" y="7307"/>
                      <a:pt x="24852" y="7407"/>
                      <a:pt x="24985" y="7507"/>
                    </a:cubicBezTo>
                    <a:cubicBezTo>
                      <a:pt x="25786" y="8574"/>
                      <a:pt x="26520" y="9642"/>
                      <a:pt x="27387" y="10609"/>
                    </a:cubicBezTo>
                    <a:cubicBezTo>
                      <a:pt x="28555" y="11943"/>
                      <a:pt x="28721" y="13511"/>
                      <a:pt x="28822" y="15146"/>
                    </a:cubicBezTo>
                    <a:cubicBezTo>
                      <a:pt x="28888" y="16680"/>
                      <a:pt x="28855" y="18248"/>
                      <a:pt x="28955" y="19782"/>
                    </a:cubicBezTo>
                    <a:cubicBezTo>
                      <a:pt x="28988" y="20516"/>
                      <a:pt x="29188" y="21283"/>
                      <a:pt x="29289" y="22017"/>
                    </a:cubicBezTo>
                    <a:cubicBezTo>
                      <a:pt x="29355" y="22784"/>
                      <a:pt x="29355" y="23518"/>
                      <a:pt x="29322" y="24252"/>
                    </a:cubicBezTo>
                    <a:cubicBezTo>
                      <a:pt x="29222" y="25520"/>
                      <a:pt x="29155" y="26821"/>
                      <a:pt x="28888" y="28122"/>
                    </a:cubicBezTo>
                    <a:cubicBezTo>
                      <a:pt x="28521" y="30256"/>
                      <a:pt x="27120" y="31791"/>
                      <a:pt x="25386" y="33025"/>
                    </a:cubicBezTo>
                    <a:cubicBezTo>
                      <a:pt x="23551" y="34359"/>
                      <a:pt x="21650" y="35594"/>
                      <a:pt x="19381" y="36094"/>
                    </a:cubicBezTo>
                    <a:cubicBezTo>
                      <a:pt x="18844" y="36215"/>
                      <a:pt x="18272" y="36274"/>
                      <a:pt x="17695" y="36274"/>
                    </a:cubicBezTo>
                    <a:cubicBezTo>
                      <a:pt x="17162" y="36274"/>
                      <a:pt x="16626" y="36224"/>
                      <a:pt x="16112" y="36127"/>
                    </a:cubicBezTo>
                    <a:cubicBezTo>
                      <a:pt x="14511" y="35794"/>
                      <a:pt x="12944" y="35293"/>
                      <a:pt x="11376" y="34760"/>
                    </a:cubicBezTo>
                    <a:cubicBezTo>
                      <a:pt x="9174" y="33992"/>
                      <a:pt x="7506" y="32425"/>
                      <a:pt x="6105" y="30623"/>
                    </a:cubicBezTo>
                    <a:cubicBezTo>
                      <a:pt x="5171" y="29489"/>
                      <a:pt x="5038" y="27955"/>
                      <a:pt x="4771" y="26520"/>
                    </a:cubicBezTo>
                    <a:cubicBezTo>
                      <a:pt x="4504" y="25420"/>
                      <a:pt x="4271" y="24286"/>
                      <a:pt x="4171" y="23118"/>
                    </a:cubicBezTo>
                    <a:cubicBezTo>
                      <a:pt x="4104" y="22184"/>
                      <a:pt x="4304" y="21283"/>
                      <a:pt x="4337" y="20349"/>
                    </a:cubicBezTo>
                    <a:cubicBezTo>
                      <a:pt x="4404" y="18281"/>
                      <a:pt x="4471" y="16146"/>
                      <a:pt x="4604" y="14011"/>
                    </a:cubicBezTo>
                    <a:cubicBezTo>
                      <a:pt x="4604" y="13645"/>
                      <a:pt x="4771" y="13178"/>
                      <a:pt x="4938" y="12911"/>
                    </a:cubicBezTo>
                    <a:cubicBezTo>
                      <a:pt x="6005" y="11143"/>
                      <a:pt x="7173" y="9475"/>
                      <a:pt x="8307" y="7740"/>
                    </a:cubicBezTo>
                    <a:cubicBezTo>
                      <a:pt x="9775" y="8074"/>
                      <a:pt x="11276" y="8508"/>
                      <a:pt x="12810" y="8674"/>
                    </a:cubicBezTo>
                    <a:cubicBezTo>
                      <a:pt x="13143" y="8743"/>
                      <a:pt x="13472" y="8776"/>
                      <a:pt x="13797" y="8776"/>
                    </a:cubicBezTo>
                    <a:cubicBezTo>
                      <a:pt x="14739" y="8776"/>
                      <a:pt x="15644" y="8495"/>
                      <a:pt x="16513" y="7974"/>
                    </a:cubicBezTo>
                    <a:cubicBezTo>
                      <a:pt x="17013" y="7740"/>
                      <a:pt x="17547" y="7574"/>
                      <a:pt x="18114" y="7407"/>
                    </a:cubicBezTo>
                    <a:cubicBezTo>
                      <a:pt x="18848" y="7173"/>
                      <a:pt x="19615" y="6940"/>
                      <a:pt x="20349" y="6806"/>
                    </a:cubicBezTo>
                    <a:cubicBezTo>
                      <a:pt x="20546" y="6778"/>
                      <a:pt x="20750" y="6768"/>
                      <a:pt x="20954" y="6768"/>
                    </a:cubicBezTo>
                    <a:close/>
                    <a:moveTo>
                      <a:pt x="21116" y="36161"/>
                    </a:moveTo>
                    <a:cubicBezTo>
                      <a:pt x="21183" y="37161"/>
                      <a:pt x="21283" y="38129"/>
                      <a:pt x="21350" y="39063"/>
                    </a:cubicBezTo>
                    <a:cubicBezTo>
                      <a:pt x="21350" y="39129"/>
                      <a:pt x="21350" y="39163"/>
                      <a:pt x="21316" y="39196"/>
                    </a:cubicBezTo>
                    <a:cubicBezTo>
                      <a:pt x="20482" y="39863"/>
                      <a:pt x="19648" y="40597"/>
                      <a:pt x="18781" y="41198"/>
                    </a:cubicBezTo>
                    <a:cubicBezTo>
                      <a:pt x="18753" y="41219"/>
                      <a:pt x="18714" y="41228"/>
                      <a:pt x="18668" y="41228"/>
                    </a:cubicBezTo>
                    <a:cubicBezTo>
                      <a:pt x="18497" y="41228"/>
                      <a:pt x="18231" y="41102"/>
                      <a:pt x="18047" y="40997"/>
                    </a:cubicBezTo>
                    <a:cubicBezTo>
                      <a:pt x="17614" y="40764"/>
                      <a:pt x="17147" y="40397"/>
                      <a:pt x="16680" y="40130"/>
                    </a:cubicBezTo>
                    <a:cubicBezTo>
                      <a:pt x="15979" y="39663"/>
                      <a:pt x="15545" y="39129"/>
                      <a:pt x="15679" y="38262"/>
                    </a:cubicBezTo>
                    <a:cubicBezTo>
                      <a:pt x="15712" y="37795"/>
                      <a:pt x="15679" y="37295"/>
                      <a:pt x="15679" y="36628"/>
                    </a:cubicBezTo>
                    <a:lnTo>
                      <a:pt x="15679" y="36628"/>
                    </a:lnTo>
                    <a:cubicBezTo>
                      <a:pt x="16210" y="36782"/>
                      <a:pt x="16738" y="36844"/>
                      <a:pt x="17264" y="36844"/>
                    </a:cubicBezTo>
                    <a:cubicBezTo>
                      <a:pt x="18556" y="36844"/>
                      <a:pt x="19836" y="36469"/>
                      <a:pt x="21116" y="36161"/>
                    </a:cubicBezTo>
                    <a:close/>
                    <a:moveTo>
                      <a:pt x="15212" y="37128"/>
                    </a:moveTo>
                    <a:cubicBezTo>
                      <a:pt x="15145" y="37728"/>
                      <a:pt x="15045" y="38262"/>
                      <a:pt x="15012" y="38729"/>
                    </a:cubicBezTo>
                    <a:cubicBezTo>
                      <a:pt x="14978" y="38863"/>
                      <a:pt x="15012" y="39096"/>
                      <a:pt x="15112" y="39163"/>
                    </a:cubicBezTo>
                    <a:cubicBezTo>
                      <a:pt x="15779" y="39797"/>
                      <a:pt x="16379" y="40397"/>
                      <a:pt x="17046" y="40997"/>
                    </a:cubicBezTo>
                    <a:cubicBezTo>
                      <a:pt x="17313" y="41198"/>
                      <a:pt x="17614" y="41431"/>
                      <a:pt x="17880" y="41631"/>
                    </a:cubicBezTo>
                    <a:cubicBezTo>
                      <a:pt x="16313" y="42765"/>
                      <a:pt x="14812" y="43833"/>
                      <a:pt x="13144" y="45067"/>
                    </a:cubicBezTo>
                    <a:cubicBezTo>
                      <a:pt x="12710" y="43199"/>
                      <a:pt x="12343" y="41531"/>
                      <a:pt x="12043" y="39830"/>
                    </a:cubicBezTo>
                    <a:cubicBezTo>
                      <a:pt x="11876" y="38829"/>
                      <a:pt x="12477" y="38029"/>
                      <a:pt x="13377" y="37695"/>
                    </a:cubicBezTo>
                    <a:cubicBezTo>
                      <a:pt x="13944" y="37495"/>
                      <a:pt x="14478" y="37362"/>
                      <a:pt x="15212" y="37128"/>
                    </a:cubicBezTo>
                    <a:close/>
                    <a:moveTo>
                      <a:pt x="21683" y="36494"/>
                    </a:moveTo>
                    <a:lnTo>
                      <a:pt x="21683" y="36494"/>
                    </a:lnTo>
                    <a:cubicBezTo>
                      <a:pt x="22784" y="36828"/>
                      <a:pt x="23551" y="37428"/>
                      <a:pt x="24352" y="37995"/>
                    </a:cubicBezTo>
                    <a:cubicBezTo>
                      <a:pt x="25219" y="38662"/>
                      <a:pt x="25452" y="39396"/>
                      <a:pt x="25052" y="40364"/>
                    </a:cubicBezTo>
                    <a:cubicBezTo>
                      <a:pt x="24385" y="42032"/>
                      <a:pt x="23685" y="43699"/>
                      <a:pt x="22951" y="45401"/>
                    </a:cubicBezTo>
                    <a:cubicBezTo>
                      <a:pt x="21550" y="44133"/>
                      <a:pt x="20349" y="42966"/>
                      <a:pt x="19181" y="41865"/>
                    </a:cubicBezTo>
                    <a:cubicBezTo>
                      <a:pt x="20049" y="41098"/>
                      <a:pt x="20983" y="40297"/>
                      <a:pt x="21750" y="39430"/>
                    </a:cubicBezTo>
                    <a:cubicBezTo>
                      <a:pt x="22017" y="39163"/>
                      <a:pt x="22684" y="38929"/>
                      <a:pt x="21850" y="38362"/>
                    </a:cubicBezTo>
                    <a:cubicBezTo>
                      <a:pt x="21550" y="38162"/>
                      <a:pt x="21716" y="37195"/>
                      <a:pt x="21683" y="36494"/>
                    </a:cubicBezTo>
                    <a:close/>
                    <a:moveTo>
                      <a:pt x="11376" y="40164"/>
                    </a:moveTo>
                    <a:cubicBezTo>
                      <a:pt x="11809" y="42098"/>
                      <a:pt x="12243" y="43933"/>
                      <a:pt x="12710" y="45968"/>
                    </a:cubicBezTo>
                    <a:cubicBezTo>
                      <a:pt x="14478" y="44700"/>
                      <a:pt x="16046" y="43533"/>
                      <a:pt x="17814" y="42298"/>
                    </a:cubicBezTo>
                    <a:cubicBezTo>
                      <a:pt x="17914" y="44133"/>
                      <a:pt x="18047" y="45801"/>
                      <a:pt x="18181" y="47469"/>
                    </a:cubicBezTo>
                    <a:lnTo>
                      <a:pt x="18514" y="47469"/>
                    </a:lnTo>
                    <a:cubicBezTo>
                      <a:pt x="18681" y="45801"/>
                      <a:pt x="18381" y="44133"/>
                      <a:pt x="18414" y="42332"/>
                    </a:cubicBezTo>
                    <a:lnTo>
                      <a:pt x="18414" y="42332"/>
                    </a:lnTo>
                    <a:cubicBezTo>
                      <a:pt x="18881" y="42599"/>
                      <a:pt x="19248" y="42699"/>
                      <a:pt x="19548" y="42999"/>
                    </a:cubicBezTo>
                    <a:cubicBezTo>
                      <a:pt x="20482" y="43833"/>
                      <a:pt x="21350" y="44700"/>
                      <a:pt x="22217" y="45601"/>
                    </a:cubicBezTo>
                    <a:cubicBezTo>
                      <a:pt x="22473" y="45857"/>
                      <a:pt x="22667" y="45998"/>
                      <a:pt x="22841" y="45998"/>
                    </a:cubicBezTo>
                    <a:cubicBezTo>
                      <a:pt x="23030" y="45998"/>
                      <a:pt x="23193" y="45832"/>
                      <a:pt x="23384" y="45467"/>
                    </a:cubicBezTo>
                    <a:cubicBezTo>
                      <a:pt x="24218" y="43833"/>
                      <a:pt x="24985" y="42132"/>
                      <a:pt x="25753" y="40430"/>
                    </a:cubicBezTo>
                    <a:cubicBezTo>
                      <a:pt x="27387" y="41531"/>
                      <a:pt x="29088" y="42699"/>
                      <a:pt x="29489" y="45034"/>
                    </a:cubicBezTo>
                    <a:cubicBezTo>
                      <a:pt x="29822" y="47035"/>
                      <a:pt x="30323" y="49037"/>
                      <a:pt x="30723" y="51038"/>
                    </a:cubicBezTo>
                    <a:cubicBezTo>
                      <a:pt x="30790" y="51271"/>
                      <a:pt x="30823" y="51472"/>
                      <a:pt x="30856" y="51772"/>
                    </a:cubicBezTo>
                    <a:cubicBezTo>
                      <a:pt x="29055" y="51772"/>
                      <a:pt x="27354" y="51772"/>
                      <a:pt x="25553" y="51705"/>
                    </a:cubicBezTo>
                    <a:cubicBezTo>
                      <a:pt x="25419" y="50971"/>
                      <a:pt x="25352" y="50204"/>
                      <a:pt x="25219" y="49470"/>
                    </a:cubicBezTo>
                    <a:cubicBezTo>
                      <a:pt x="25086" y="49504"/>
                      <a:pt x="25019" y="49504"/>
                      <a:pt x="24885" y="49504"/>
                    </a:cubicBezTo>
                    <a:cubicBezTo>
                      <a:pt x="24919" y="50271"/>
                      <a:pt x="24985" y="50971"/>
                      <a:pt x="25019" y="51772"/>
                    </a:cubicBezTo>
                    <a:lnTo>
                      <a:pt x="11476" y="51772"/>
                    </a:lnTo>
                    <a:lnTo>
                      <a:pt x="11476" y="49670"/>
                    </a:lnTo>
                    <a:cubicBezTo>
                      <a:pt x="11376" y="49670"/>
                      <a:pt x="11242" y="49637"/>
                      <a:pt x="11176" y="49637"/>
                    </a:cubicBezTo>
                    <a:cubicBezTo>
                      <a:pt x="11042" y="50337"/>
                      <a:pt x="10875" y="51038"/>
                      <a:pt x="10742" y="51805"/>
                    </a:cubicBezTo>
                    <a:lnTo>
                      <a:pt x="5371" y="51805"/>
                    </a:lnTo>
                    <a:cubicBezTo>
                      <a:pt x="5838" y="49770"/>
                      <a:pt x="6239" y="47802"/>
                      <a:pt x="6706" y="45834"/>
                    </a:cubicBezTo>
                    <a:cubicBezTo>
                      <a:pt x="6706" y="45701"/>
                      <a:pt x="6806" y="45534"/>
                      <a:pt x="6806" y="45434"/>
                    </a:cubicBezTo>
                    <a:cubicBezTo>
                      <a:pt x="7073" y="42665"/>
                      <a:pt x="9074" y="41364"/>
                      <a:pt x="11376" y="40164"/>
                    </a:cubicBezTo>
                    <a:close/>
                    <a:moveTo>
                      <a:pt x="17412" y="0"/>
                    </a:moveTo>
                    <a:cubicBezTo>
                      <a:pt x="17335" y="0"/>
                      <a:pt x="17257" y="1"/>
                      <a:pt x="17180" y="1"/>
                    </a:cubicBezTo>
                    <a:cubicBezTo>
                      <a:pt x="14278" y="68"/>
                      <a:pt x="11376" y="635"/>
                      <a:pt x="8674" y="1736"/>
                    </a:cubicBezTo>
                    <a:cubicBezTo>
                      <a:pt x="6139" y="2737"/>
                      <a:pt x="3670" y="3904"/>
                      <a:pt x="2036" y="6239"/>
                    </a:cubicBezTo>
                    <a:cubicBezTo>
                      <a:pt x="1869" y="6506"/>
                      <a:pt x="1635" y="6806"/>
                      <a:pt x="1569" y="7140"/>
                    </a:cubicBezTo>
                    <a:cubicBezTo>
                      <a:pt x="1469" y="8407"/>
                      <a:pt x="1302" y="9608"/>
                      <a:pt x="1302" y="10843"/>
                    </a:cubicBezTo>
                    <a:cubicBezTo>
                      <a:pt x="1235" y="13444"/>
                      <a:pt x="1302" y="15980"/>
                      <a:pt x="1302" y="18581"/>
                    </a:cubicBezTo>
                    <a:cubicBezTo>
                      <a:pt x="1302" y="18782"/>
                      <a:pt x="1202" y="19015"/>
                      <a:pt x="1068" y="19115"/>
                    </a:cubicBezTo>
                    <a:cubicBezTo>
                      <a:pt x="401" y="19616"/>
                      <a:pt x="201" y="20316"/>
                      <a:pt x="134" y="21117"/>
                    </a:cubicBezTo>
                    <a:cubicBezTo>
                      <a:pt x="1" y="22284"/>
                      <a:pt x="301" y="23318"/>
                      <a:pt x="802" y="24352"/>
                    </a:cubicBezTo>
                    <a:cubicBezTo>
                      <a:pt x="1235" y="25286"/>
                      <a:pt x="1969" y="25920"/>
                      <a:pt x="3003" y="25987"/>
                    </a:cubicBezTo>
                    <a:cubicBezTo>
                      <a:pt x="3370" y="25987"/>
                      <a:pt x="3737" y="26120"/>
                      <a:pt x="4071" y="26154"/>
                    </a:cubicBezTo>
                    <a:cubicBezTo>
                      <a:pt x="4171" y="26454"/>
                      <a:pt x="4204" y="26654"/>
                      <a:pt x="4237" y="26921"/>
                    </a:cubicBezTo>
                    <a:cubicBezTo>
                      <a:pt x="4671" y="29489"/>
                      <a:pt x="5838" y="31657"/>
                      <a:pt x="8007" y="33159"/>
                    </a:cubicBezTo>
                    <a:cubicBezTo>
                      <a:pt x="9408" y="34159"/>
                      <a:pt x="11042" y="34860"/>
                      <a:pt x="12643" y="35660"/>
                    </a:cubicBezTo>
                    <a:cubicBezTo>
                      <a:pt x="13310" y="35994"/>
                      <a:pt x="14011" y="36161"/>
                      <a:pt x="14812" y="36461"/>
                    </a:cubicBezTo>
                    <a:cubicBezTo>
                      <a:pt x="14044" y="36794"/>
                      <a:pt x="13411" y="37095"/>
                      <a:pt x="12810" y="37328"/>
                    </a:cubicBezTo>
                    <a:cubicBezTo>
                      <a:pt x="12010" y="37662"/>
                      <a:pt x="11643" y="38296"/>
                      <a:pt x="11509" y="39096"/>
                    </a:cubicBezTo>
                    <a:cubicBezTo>
                      <a:pt x="11476" y="39263"/>
                      <a:pt x="11342" y="39463"/>
                      <a:pt x="11209" y="39530"/>
                    </a:cubicBezTo>
                    <a:cubicBezTo>
                      <a:pt x="10308" y="40164"/>
                      <a:pt x="9308" y="40764"/>
                      <a:pt x="8407" y="41431"/>
                    </a:cubicBezTo>
                    <a:cubicBezTo>
                      <a:pt x="7473" y="42165"/>
                      <a:pt x="6839" y="43099"/>
                      <a:pt x="6672" y="44333"/>
                    </a:cubicBezTo>
                    <a:cubicBezTo>
                      <a:pt x="6572" y="44967"/>
                      <a:pt x="6305" y="45534"/>
                      <a:pt x="6172" y="46134"/>
                    </a:cubicBezTo>
                    <a:cubicBezTo>
                      <a:pt x="5838" y="47836"/>
                      <a:pt x="5505" y="49537"/>
                      <a:pt x="5205" y="51305"/>
                    </a:cubicBezTo>
                    <a:cubicBezTo>
                      <a:pt x="5138" y="51839"/>
                      <a:pt x="5371" y="52205"/>
                      <a:pt x="6005" y="52205"/>
                    </a:cubicBezTo>
                    <a:cubicBezTo>
                      <a:pt x="7039" y="52205"/>
                      <a:pt x="8073" y="52272"/>
                      <a:pt x="9141" y="52272"/>
                    </a:cubicBezTo>
                    <a:cubicBezTo>
                      <a:pt x="16246" y="52306"/>
                      <a:pt x="23384" y="52306"/>
                      <a:pt x="30523" y="52306"/>
                    </a:cubicBezTo>
                    <a:cubicBezTo>
                      <a:pt x="30890" y="52306"/>
                      <a:pt x="31323" y="52205"/>
                      <a:pt x="31724" y="52172"/>
                    </a:cubicBezTo>
                    <a:cubicBezTo>
                      <a:pt x="31523" y="51705"/>
                      <a:pt x="31357" y="51472"/>
                      <a:pt x="31290" y="51138"/>
                    </a:cubicBezTo>
                    <a:cubicBezTo>
                      <a:pt x="30856" y="49103"/>
                      <a:pt x="30456" y="47035"/>
                      <a:pt x="30056" y="44967"/>
                    </a:cubicBezTo>
                    <a:cubicBezTo>
                      <a:pt x="29722" y="43166"/>
                      <a:pt x="29022" y="41665"/>
                      <a:pt x="27454" y="40664"/>
                    </a:cubicBezTo>
                    <a:cubicBezTo>
                      <a:pt x="27187" y="40497"/>
                      <a:pt x="26954" y="40297"/>
                      <a:pt x="26687" y="40130"/>
                    </a:cubicBezTo>
                    <a:cubicBezTo>
                      <a:pt x="26186" y="39797"/>
                      <a:pt x="25653" y="39463"/>
                      <a:pt x="25686" y="38696"/>
                    </a:cubicBezTo>
                    <a:cubicBezTo>
                      <a:pt x="25686" y="38496"/>
                      <a:pt x="25519" y="38162"/>
                      <a:pt x="25319" y="38029"/>
                    </a:cubicBezTo>
                    <a:cubicBezTo>
                      <a:pt x="24385" y="37428"/>
                      <a:pt x="23484" y="36861"/>
                      <a:pt x="22517" y="36327"/>
                    </a:cubicBezTo>
                    <a:cubicBezTo>
                      <a:pt x="22317" y="36194"/>
                      <a:pt x="21983" y="36261"/>
                      <a:pt x="21550" y="36161"/>
                    </a:cubicBezTo>
                    <a:cubicBezTo>
                      <a:pt x="21750" y="35961"/>
                      <a:pt x="21850" y="35860"/>
                      <a:pt x="21950" y="35827"/>
                    </a:cubicBezTo>
                    <a:cubicBezTo>
                      <a:pt x="23351" y="34960"/>
                      <a:pt x="24785" y="34126"/>
                      <a:pt x="26153" y="33159"/>
                    </a:cubicBezTo>
                    <a:cubicBezTo>
                      <a:pt x="27854" y="31958"/>
                      <a:pt x="29022" y="30290"/>
                      <a:pt x="29522" y="28188"/>
                    </a:cubicBezTo>
                    <a:cubicBezTo>
                      <a:pt x="29689" y="27488"/>
                      <a:pt x="29822" y="26787"/>
                      <a:pt x="29889" y="26354"/>
                    </a:cubicBezTo>
                    <a:cubicBezTo>
                      <a:pt x="30690" y="25853"/>
                      <a:pt x="31290" y="25520"/>
                      <a:pt x="31857" y="25086"/>
                    </a:cubicBezTo>
                    <a:cubicBezTo>
                      <a:pt x="32057" y="24919"/>
                      <a:pt x="32157" y="24619"/>
                      <a:pt x="32324" y="24352"/>
                    </a:cubicBezTo>
                    <a:cubicBezTo>
                      <a:pt x="33625" y="22451"/>
                      <a:pt x="33792" y="19782"/>
                      <a:pt x="31957" y="18014"/>
                    </a:cubicBezTo>
                    <a:cubicBezTo>
                      <a:pt x="31757" y="17848"/>
                      <a:pt x="31690" y="17614"/>
                      <a:pt x="31690" y="17414"/>
                    </a:cubicBezTo>
                    <a:cubicBezTo>
                      <a:pt x="31690" y="16747"/>
                      <a:pt x="31724" y="16080"/>
                      <a:pt x="31757" y="15412"/>
                    </a:cubicBezTo>
                    <a:cubicBezTo>
                      <a:pt x="31890" y="13344"/>
                      <a:pt x="32057" y="11276"/>
                      <a:pt x="31590" y="9275"/>
                    </a:cubicBezTo>
                    <a:cubicBezTo>
                      <a:pt x="31390" y="8341"/>
                      <a:pt x="31223" y="7340"/>
                      <a:pt x="30756" y="6573"/>
                    </a:cubicBezTo>
                    <a:cubicBezTo>
                      <a:pt x="29822" y="4905"/>
                      <a:pt x="28355" y="3604"/>
                      <a:pt x="26753" y="2570"/>
                    </a:cubicBezTo>
                    <a:cubicBezTo>
                      <a:pt x="23917" y="712"/>
                      <a:pt x="20762" y="0"/>
                      <a:pt x="1741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8295;p113">
                <a:extLst>
                  <a:ext uri="{FF2B5EF4-FFF2-40B4-BE49-F238E27FC236}">
                    <a16:creationId xmlns:a16="http://schemas.microsoft.com/office/drawing/2014/main" id="{5DBF5ABE-8EDE-94C3-1685-16BDEBDB4CEB}"/>
                  </a:ext>
                </a:extLst>
              </p:cNvPr>
              <p:cNvSpPr/>
              <p:nvPr/>
            </p:nvSpPr>
            <p:spPr>
              <a:xfrm>
                <a:off x="1460200" y="1861325"/>
                <a:ext cx="76725" cy="85950"/>
              </a:xfrm>
              <a:custGeom>
                <a:avLst/>
                <a:gdLst/>
                <a:ahLst/>
                <a:cxnLst/>
                <a:rect l="l" t="t" r="r" b="b"/>
                <a:pathLst>
                  <a:path w="3069" h="3438" extrusionOk="0">
                    <a:moveTo>
                      <a:pt x="1635" y="0"/>
                    </a:moveTo>
                    <a:cubicBezTo>
                      <a:pt x="967" y="0"/>
                      <a:pt x="0" y="1001"/>
                      <a:pt x="0" y="1768"/>
                    </a:cubicBezTo>
                    <a:cubicBezTo>
                      <a:pt x="0" y="2436"/>
                      <a:pt x="867" y="3436"/>
                      <a:pt x="1534" y="3436"/>
                    </a:cubicBezTo>
                    <a:cubicBezTo>
                      <a:pt x="1551" y="3437"/>
                      <a:pt x="1568" y="3437"/>
                      <a:pt x="1585" y="3437"/>
                    </a:cubicBezTo>
                    <a:cubicBezTo>
                      <a:pt x="2334" y="3437"/>
                      <a:pt x="3036" y="2718"/>
                      <a:pt x="3036" y="1935"/>
                    </a:cubicBezTo>
                    <a:cubicBezTo>
                      <a:pt x="3069" y="1001"/>
                      <a:pt x="2368" y="67"/>
                      <a:pt x="163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8296;p113">
                <a:extLst>
                  <a:ext uri="{FF2B5EF4-FFF2-40B4-BE49-F238E27FC236}">
                    <a16:creationId xmlns:a16="http://schemas.microsoft.com/office/drawing/2014/main" id="{D179D0D3-5F84-CD71-E3F8-D44DE5A94343}"/>
                  </a:ext>
                </a:extLst>
              </p:cNvPr>
              <p:cNvSpPr/>
              <p:nvPr/>
            </p:nvSpPr>
            <p:spPr>
              <a:xfrm>
                <a:off x="1069900" y="1879675"/>
                <a:ext cx="80925" cy="76750"/>
              </a:xfrm>
              <a:custGeom>
                <a:avLst/>
                <a:gdLst/>
                <a:ahLst/>
                <a:cxnLst/>
                <a:rect l="l" t="t" r="r" b="b"/>
                <a:pathLst>
                  <a:path w="3237" h="3070" extrusionOk="0">
                    <a:moveTo>
                      <a:pt x="1569" y="0"/>
                    </a:moveTo>
                    <a:cubicBezTo>
                      <a:pt x="735" y="0"/>
                      <a:pt x="1" y="701"/>
                      <a:pt x="1" y="1568"/>
                    </a:cubicBezTo>
                    <a:cubicBezTo>
                      <a:pt x="1" y="2369"/>
                      <a:pt x="768" y="3069"/>
                      <a:pt x="1602" y="3069"/>
                    </a:cubicBezTo>
                    <a:cubicBezTo>
                      <a:pt x="2436" y="3069"/>
                      <a:pt x="3170" y="2335"/>
                      <a:pt x="3170" y="1501"/>
                    </a:cubicBezTo>
                    <a:cubicBezTo>
                      <a:pt x="3237" y="701"/>
                      <a:pt x="2469" y="0"/>
                      <a:pt x="15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8297;p113">
                <a:extLst>
                  <a:ext uri="{FF2B5EF4-FFF2-40B4-BE49-F238E27FC236}">
                    <a16:creationId xmlns:a16="http://schemas.microsoft.com/office/drawing/2014/main" id="{034236A2-1218-C139-E7DC-69FEEEC6CACA}"/>
                  </a:ext>
                </a:extLst>
              </p:cNvPr>
              <p:cNvSpPr/>
              <p:nvPr/>
            </p:nvSpPr>
            <p:spPr>
              <a:xfrm>
                <a:off x="1185825" y="2034400"/>
                <a:ext cx="236850" cy="47775"/>
              </a:xfrm>
              <a:custGeom>
                <a:avLst/>
                <a:gdLst/>
                <a:ahLst/>
                <a:cxnLst/>
                <a:rect l="l" t="t" r="r" b="b"/>
                <a:pathLst>
                  <a:path w="9474" h="1911" extrusionOk="0">
                    <a:moveTo>
                      <a:pt x="322" y="1"/>
                    </a:moveTo>
                    <a:cubicBezTo>
                      <a:pt x="223" y="1"/>
                      <a:pt x="89" y="16"/>
                      <a:pt x="1" y="16"/>
                    </a:cubicBezTo>
                    <a:cubicBezTo>
                      <a:pt x="34" y="183"/>
                      <a:pt x="34" y="383"/>
                      <a:pt x="134" y="483"/>
                    </a:cubicBezTo>
                    <a:cubicBezTo>
                      <a:pt x="1354" y="1316"/>
                      <a:pt x="2681" y="1910"/>
                      <a:pt x="4113" y="1910"/>
                    </a:cubicBezTo>
                    <a:cubicBezTo>
                      <a:pt x="4286" y="1910"/>
                      <a:pt x="4461" y="1902"/>
                      <a:pt x="4637" y="1884"/>
                    </a:cubicBezTo>
                    <a:cubicBezTo>
                      <a:pt x="4802" y="1894"/>
                      <a:pt x="4965" y="1899"/>
                      <a:pt x="5127" y="1899"/>
                    </a:cubicBezTo>
                    <a:cubicBezTo>
                      <a:pt x="6595" y="1899"/>
                      <a:pt x="7908" y="1484"/>
                      <a:pt x="9140" y="583"/>
                    </a:cubicBezTo>
                    <a:cubicBezTo>
                      <a:pt x="9274" y="483"/>
                      <a:pt x="9341" y="249"/>
                      <a:pt x="9474" y="82"/>
                    </a:cubicBezTo>
                    <a:lnTo>
                      <a:pt x="9474" y="82"/>
                    </a:lnTo>
                    <a:cubicBezTo>
                      <a:pt x="9274" y="149"/>
                      <a:pt x="8974" y="82"/>
                      <a:pt x="8840" y="216"/>
                    </a:cubicBezTo>
                    <a:cubicBezTo>
                      <a:pt x="7658" y="1172"/>
                      <a:pt x="6324" y="1464"/>
                      <a:pt x="4953" y="1464"/>
                    </a:cubicBezTo>
                    <a:cubicBezTo>
                      <a:pt x="4506" y="1464"/>
                      <a:pt x="4054" y="1433"/>
                      <a:pt x="3603" y="1383"/>
                    </a:cubicBezTo>
                    <a:cubicBezTo>
                      <a:pt x="2436" y="1250"/>
                      <a:pt x="1201" y="1083"/>
                      <a:pt x="434" y="16"/>
                    </a:cubicBezTo>
                    <a:cubicBezTo>
                      <a:pt x="412" y="5"/>
                      <a:pt x="371" y="1"/>
                      <a:pt x="3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8298;p113">
                <a:extLst>
                  <a:ext uri="{FF2B5EF4-FFF2-40B4-BE49-F238E27FC236}">
                    <a16:creationId xmlns:a16="http://schemas.microsoft.com/office/drawing/2014/main" id="{1C60B188-D399-5E2F-B1BA-9AE7916E93A9}"/>
                  </a:ext>
                </a:extLst>
              </p:cNvPr>
              <p:cNvSpPr/>
              <p:nvPr/>
            </p:nvSpPr>
            <p:spPr>
              <a:xfrm>
                <a:off x="1273575" y="1872175"/>
                <a:ext cx="38200" cy="138000"/>
              </a:xfrm>
              <a:custGeom>
                <a:avLst/>
                <a:gdLst/>
                <a:ahLst/>
                <a:cxnLst/>
                <a:rect l="l" t="t" r="r" b="b"/>
                <a:pathLst>
                  <a:path w="1528" h="5520" extrusionOk="0">
                    <a:moveTo>
                      <a:pt x="827" y="0"/>
                    </a:moveTo>
                    <a:cubicBezTo>
                      <a:pt x="593" y="1401"/>
                      <a:pt x="293" y="2835"/>
                      <a:pt x="93" y="4303"/>
                    </a:cubicBezTo>
                    <a:cubicBezTo>
                      <a:pt x="1" y="4826"/>
                      <a:pt x="930" y="5519"/>
                      <a:pt x="1415" y="5519"/>
                    </a:cubicBezTo>
                    <a:cubicBezTo>
                      <a:pt x="1456" y="5519"/>
                      <a:pt x="1494" y="5514"/>
                      <a:pt x="1527" y="5504"/>
                    </a:cubicBezTo>
                    <a:cubicBezTo>
                      <a:pt x="1194" y="5070"/>
                      <a:pt x="760" y="4737"/>
                      <a:pt x="593" y="4303"/>
                    </a:cubicBezTo>
                    <a:cubicBezTo>
                      <a:pt x="393" y="3769"/>
                      <a:pt x="593" y="3202"/>
                      <a:pt x="627" y="2669"/>
                    </a:cubicBezTo>
                    <a:cubicBezTo>
                      <a:pt x="627" y="2535"/>
                      <a:pt x="660" y="2368"/>
                      <a:pt x="694" y="2235"/>
                    </a:cubicBezTo>
                    <a:cubicBezTo>
                      <a:pt x="827" y="1501"/>
                      <a:pt x="960" y="767"/>
                      <a:pt x="1094" y="33"/>
                    </a:cubicBezTo>
                    <a:cubicBezTo>
                      <a:pt x="994" y="33"/>
                      <a:pt x="927" y="0"/>
                      <a:pt x="82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8299;p113">
                <a:extLst>
                  <a:ext uri="{FF2B5EF4-FFF2-40B4-BE49-F238E27FC236}">
                    <a16:creationId xmlns:a16="http://schemas.microsoft.com/office/drawing/2014/main" id="{8A052579-559D-9DF1-FFAA-23238A554ACE}"/>
                  </a:ext>
                </a:extLst>
              </p:cNvPr>
              <p:cNvSpPr/>
              <p:nvPr/>
            </p:nvSpPr>
            <p:spPr>
              <a:xfrm>
                <a:off x="1359300" y="2480925"/>
                <a:ext cx="458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1871" extrusionOk="0">
                    <a:moveTo>
                      <a:pt x="1001" y="468"/>
                    </a:moveTo>
                    <a:cubicBezTo>
                      <a:pt x="1167" y="701"/>
                      <a:pt x="1334" y="901"/>
                      <a:pt x="1501" y="1102"/>
                    </a:cubicBezTo>
                    <a:cubicBezTo>
                      <a:pt x="1334" y="1235"/>
                      <a:pt x="1167" y="1469"/>
                      <a:pt x="934" y="1502"/>
                    </a:cubicBezTo>
                    <a:cubicBezTo>
                      <a:pt x="867" y="1502"/>
                      <a:pt x="700" y="1235"/>
                      <a:pt x="433" y="1002"/>
                    </a:cubicBezTo>
                    <a:cubicBezTo>
                      <a:pt x="700" y="735"/>
                      <a:pt x="834" y="568"/>
                      <a:pt x="1001" y="468"/>
                    </a:cubicBezTo>
                    <a:close/>
                    <a:moveTo>
                      <a:pt x="867" y="1"/>
                    </a:moveTo>
                    <a:cubicBezTo>
                      <a:pt x="267" y="34"/>
                      <a:pt x="67" y="468"/>
                      <a:pt x="33" y="901"/>
                    </a:cubicBezTo>
                    <a:cubicBezTo>
                      <a:pt x="1" y="1355"/>
                      <a:pt x="502" y="1870"/>
                      <a:pt x="867" y="1870"/>
                    </a:cubicBezTo>
                    <a:cubicBezTo>
                      <a:pt x="878" y="1870"/>
                      <a:pt x="889" y="1870"/>
                      <a:pt x="900" y="1869"/>
                    </a:cubicBezTo>
                    <a:cubicBezTo>
                      <a:pt x="1334" y="1835"/>
                      <a:pt x="1834" y="1735"/>
                      <a:pt x="1834" y="1335"/>
                    </a:cubicBezTo>
                    <a:cubicBezTo>
                      <a:pt x="1834" y="568"/>
                      <a:pt x="1367" y="1"/>
                      <a:pt x="86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2" name="Google Shape;25380;p137">
            <a:extLst>
              <a:ext uri="{FF2B5EF4-FFF2-40B4-BE49-F238E27FC236}">
                <a16:creationId xmlns:a16="http://schemas.microsoft.com/office/drawing/2014/main" id="{4026B589-882E-9982-F397-A24E55067D5D}"/>
              </a:ext>
            </a:extLst>
          </p:cNvPr>
          <p:cNvGrpSpPr/>
          <p:nvPr/>
        </p:nvGrpSpPr>
        <p:grpSpPr>
          <a:xfrm>
            <a:off x="5694403" y="1894005"/>
            <a:ext cx="339781" cy="286562"/>
            <a:chOff x="4772437" y="3035799"/>
            <a:chExt cx="348972" cy="349363"/>
          </a:xfrm>
        </p:grpSpPr>
        <p:sp>
          <p:nvSpPr>
            <p:cNvPr id="33" name="Google Shape;25381;p137">
              <a:extLst>
                <a:ext uri="{FF2B5EF4-FFF2-40B4-BE49-F238E27FC236}">
                  <a16:creationId xmlns:a16="http://schemas.microsoft.com/office/drawing/2014/main" id="{BA0A4DD5-91EF-F183-10B0-386AA579F536}"/>
                </a:ext>
              </a:extLst>
            </p:cNvPr>
            <p:cNvSpPr/>
            <p:nvPr/>
          </p:nvSpPr>
          <p:spPr>
            <a:xfrm>
              <a:off x="4772437" y="3035799"/>
              <a:ext cx="226472" cy="165222"/>
            </a:xfrm>
            <a:custGeom>
              <a:avLst/>
              <a:gdLst/>
              <a:ahLst/>
              <a:cxnLst/>
              <a:rect l="l" t="t" r="r" b="b"/>
              <a:pathLst>
                <a:path w="6955" h="5074" extrusionOk="0">
                  <a:moveTo>
                    <a:pt x="2239" y="1"/>
                  </a:moveTo>
                  <a:cubicBezTo>
                    <a:pt x="1024" y="1"/>
                    <a:pt x="0" y="1025"/>
                    <a:pt x="0" y="2240"/>
                  </a:cubicBezTo>
                  <a:cubicBezTo>
                    <a:pt x="0" y="3454"/>
                    <a:pt x="1024" y="4454"/>
                    <a:pt x="2239" y="4454"/>
                  </a:cubicBezTo>
                  <a:lnTo>
                    <a:pt x="4739" y="4454"/>
                  </a:lnTo>
                  <a:cubicBezTo>
                    <a:pt x="4882" y="4454"/>
                    <a:pt x="5049" y="4407"/>
                    <a:pt x="5192" y="4383"/>
                  </a:cubicBezTo>
                  <a:lnTo>
                    <a:pt x="5787" y="4978"/>
                  </a:lnTo>
                  <a:cubicBezTo>
                    <a:pt x="5851" y="5042"/>
                    <a:pt x="5935" y="5073"/>
                    <a:pt x="6013" y="5073"/>
                  </a:cubicBezTo>
                  <a:cubicBezTo>
                    <a:pt x="6052" y="5073"/>
                    <a:pt x="6089" y="5065"/>
                    <a:pt x="6121" y="5050"/>
                  </a:cubicBezTo>
                  <a:cubicBezTo>
                    <a:pt x="6240" y="4978"/>
                    <a:pt x="6311" y="4883"/>
                    <a:pt x="6311" y="4740"/>
                  </a:cubicBezTo>
                  <a:lnTo>
                    <a:pt x="6311" y="3764"/>
                  </a:lnTo>
                  <a:cubicBezTo>
                    <a:pt x="6740" y="3335"/>
                    <a:pt x="6954" y="2811"/>
                    <a:pt x="6954" y="2240"/>
                  </a:cubicBezTo>
                  <a:cubicBezTo>
                    <a:pt x="6954" y="1025"/>
                    <a:pt x="5930" y="1"/>
                    <a:pt x="4739" y="1"/>
                  </a:cubicBezTo>
                  <a:close/>
                </a:path>
              </a:pathLst>
            </a:custGeom>
            <a:solidFill>
              <a:srgbClr val="DEE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5382;p137">
              <a:extLst>
                <a:ext uri="{FF2B5EF4-FFF2-40B4-BE49-F238E27FC236}">
                  <a16:creationId xmlns:a16="http://schemas.microsoft.com/office/drawing/2014/main" id="{D688BBE5-C4C5-FB5C-71D7-757CEE9C60D4}"/>
                </a:ext>
              </a:extLst>
            </p:cNvPr>
            <p:cNvSpPr/>
            <p:nvPr/>
          </p:nvSpPr>
          <p:spPr>
            <a:xfrm>
              <a:off x="4886405" y="3035799"/>
              <a:ext cx="112503" cy="164245"/>
            </a:xfrm>
            <a:custGeom>
              <a:avLst/>
              <a:gdLst/>
              <a:ahLst/>
              <a:cxnLst/>
              <a:rect l="l" t="t" r="r" b="b"/>
              <a:pathLst>
                <a:path w="3455" h="5044" extrusionOk="0">
                  <a:moveTo>
                    <a:pt x="1" y="1"/>
                  </a:moveTo>
                  <a:lnTo>
                    <a:pt x="1" y="4407"/>
                  </a:lnTo>
                  <a:lnTo>
                    <a:pt x="1239" y="4407"/>
                  </a:lnTo>
                  <a:cubicBezTo>
                    <a:pt x="1382" y="4407"/>
                    <a:pt x="1525" y="4383"/>
                    <a:pt x="1692" y="4359"/>
                  </a:cubicBezTo>
                  <a:lnTo>
                    <a:pt x="2287" y="4954"/>
                  </a:lnTo>
                  <a:cubicBezTo>
                    <a:pt x="2345" y="5012"/>
                    <a:pt x="2402" y="5044"/>
                    <a:pt x="2465" y="5044"/>
                  </a:cubicBezTo>
                  <a:cubicBezTo>
                    <a:pt x="2506" y="5044"/>
                    <a:pt x="2550" y="5030"/>
                    <a:pt x="2597" y="5002"/>
                  </a:cubicBezTo>
                  <a:cubicBezTo>
                    <a:pt x="2740" y="4954"/>
                    <a:pt x="2811" y="4835"/>
                    <a:pt x="2811" y="4716"/>
                  </a:cubicBezTo>
                  <a:lnTo>
                    <a:pt x="2811" y="3740"/>
                  </a:lnTo>
                  <a:cubicBezTo>
                    <a:pt x="3216" y="3311"/>
                    <a:pt x="3454" y="2763"/>
                    <a:pt x="3454" y="2216"/>
                  </a:cubicBezTo>
                  <a:cubicBezTo>
                    <a:pt x="3454" y="1025"/>
                    <a:pt x="2430" y="1"/>
                    <a:pt x="1239" y="1"/>
                  </a:cubicBezTo>
                  <a:close/>
                </a:path>
              </a:pathLst>
            </a:custGeom>
            <a:solidFill>
              <a:srgbClr val="CBD2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5383;p137">
              <a:extLst>
                <a:ext uri="{FF2B5EF4-FFF2-40B4-BE49-F238E27FC236}">
                  <a16:creationId xmlns:a16="http://schemas.microsoft.com/office/drawing/2014/main" id="{B7ECBD47-3724-434A-9F40-2228EE5F4B81}"/>
                </a:ext>
              </a:extLst>
            </p:cNvPr>
            <p:cNvSpPr/>
            <p:nvPr/>
          </p:nvSpPr>
          <p:spPr>
            <a:xfrm>
              <a:off x="4833687" y="3097082"/>
              <a:ext cx="21752" cy="20970"/>
            </a:xfrm>
            <a:custGeom>
              <a:avLst/>
              <a:gdLst/>
              <a:ahLst/>
              <a:cxnLst/>
              <a:rect l="l" t="t" r="r" b="b"/>
              <a:pathLst>
                <a:path w="668" h="644" extrusionOk="0">
                  <a:moveTo>
                    <a:pt x="334" y="0"/>
                  </a:moveTo>
                  <a:cubicBezTo>
                    <a:pt x="143" y="0"/>
                    <a:pt x="1" y="143"/>
                    <a:pt x="1" y="334"/>
                  </a:cubicBezTo>
                  <a:cubicBezTo>
                    <a:pt x="1" y="500"/>
                    <a:pt x="143" y="643"/>
                    <a:pt x="334" y="643"/>
                  </a:cubicBezTo>
                  <a:cubicBezTo>
                    <a:pt x="501" y="643"/>
                    <a:pt x="667" y="500"/>
                    <a:pt x="667" y="334"/>
                  </a:cubicBezTo>
                  <a:cubicBezTo>
                    <a:pt x="667" y="143"/>
                    <a:pt x="501" y="0"/>
                    <a:pt x="334" y="0"/>
                  </a:cubicBezTo>
                  <a:close/>
                </a:path>
              </a:pathLst>
            </a:custGeom>
            <a:solidFill>
              <a:srgbClr val="919E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5384;p137">
              <a:extLst>
                <a:ext uri="{FF2B5EF4-FFF2-40B4-BE49-F238E27FC236}">
                  <a16:creationId xmlns:a16="http://schemas.microsoft.com/office/drawing/2014/main" id="{6DE68892-8422-0171-916E-9BB586C27779}"/>
                </a:ext>
              </a:extLst>
            </p:cNvPr>
            <p:cNvSpPr/>
            <p:nvPr/>
          </p:nvSpPr>
          <p:spPr>
            <a:xfrm>
              <a:off x="4873999" y="3097082"/>
              <a:ext cx="21752" cy="20970"/>
            </a:xfrm>
            <a:custGeom>
              <a:avLst/>
              <a:gdLst/>
              <a:ahLst/>
              <a:cxnLst/>
              <a:rect l="l" t="t" r="r" b="b"/>
              <a:pathLst>
                <a:path w="668" h="644" extrusionOk="0">
                  <a:moveTo>
                    <a:pt x="334" y="0"/>
                  </a:moveTo>
                  <a:cubicBezTo>
                    <a:pt x="168" y="0"/>
                    <a:pt x="1" y="143"/>
                    <a:pt x="1" y="334"/>
                  </a:cubicBezTo>
                  <a:cubicBezTo>
                    <a:pt x="1" y="500"/>
                    <a:pt x="168" y="643"/>
                    <a:pt x="334" y="643"/>
                  </a:cubicBezTo>
                  <a:cubicBezTo>
                    <a:pt x="525" y="643"/>
                    <a:pt x="668" y="500"/>
                    <a:pt x="668" y="334"/>
                  </a:cubicBezTo>
                  <a:cubicBezTo>
                    <a:pt x="668" y="143"/>
                    <a:pt x="525" y="0"/>
                    <a:pt x="334" y="0"/>
                  </a:cubicBezTo>
                  <a:close/>
                </a:path>
              </a:pathLst>
            </a:custGeom>
            <a:solidFill>
              <a:srgbClr val="919E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5385;p137">
              <a:extLst>
                <a:ext uri="{FF2B5EF4-FFF2-40B4-BE49-F238E27FC236}">
                  <a16:creationId xmlns:a16="http://schemas.microsoft.com/office/drawing/2014/main" id="{E68401E5-3B7B-C055-816F-CBC28E717477}"/>
                </a:ext>
              </a:extLst>
            </p:cNvPr>
            <p:cNvSpPr/>
            <p:nvPr/>
          </p:nvSpPr>
          <p:spPr>
            <a:xfrm>
              <a:off x="4915874" y="3097082"/>
              <a:ext cx="21752" cy="20970"/>
            </a:xfrm>
            <a:custGeom>
              <a:avLst/>
              <a:gdLst/>
              <a:ahLst/>
              <a:cxnLst/>
              <a:rect l="l" t="t" r="r" b="b"/>
              <a:pathLst>
                <a:path w="668" h="644" extrusionOk="0">
                  <a:moveTo>
                    <a:pt x="334" y="0"/>
                  </a:moveTo>
                  <a:cubicBezTo>
                    <a:pt x="144" y="0"/>
                    <a:pt x="1" y="143"/>
                    <a:pt x="1" y="334"/>
                  </a:cubicBezTo>
                  <a:cubicBezTo>
                    <a:pt x="1" y="500"/>
                    <a:pt x="144" y="643"/>
                    <a:pt x="334" y="643"/>
                  </a:cubicBezTo>
                  <a:cubicBezTo>
                    <a:pt x="525" y="643"/>
                    <a:pt x="668" y="500"/>
                    <a:pt x="668" y="334"/>
                  </a:cubicBezTo>
                  <a:cubicBezTo>
                    <a:pt x="668" y="143"/>
                    <a:pt x="525" y="0"/>
                    <a:pt x="334" y="0"/>
                  </a:cubicBezTo>
                  <a:close/>
                </a:path>
              </a:pathLst>
            </a:custGeom>
            <a:solidFill>
              <a:srgbClr val="7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5386;p137">
              <a:extLst>
                <a:ext uri="{FF2B5EF4-FFF2-40B4-BE49-F238E27FC236}">
                  <a16:creationId xmlns:a16="http://schemas.microsoft.com/office/drawing/2014/main" id="{EDCD7938-2BFC-0252-CD52-32384887AD03}"/>
                </a:ext>
              </a:extLst>
            </p:cNvPr>
            <p:cNvSpPr/>
            <p:nvPr/>
          </p:nvSpPr>
          <p:spPr>
            <a:xfrm>
              <a:off x="4895718" y="3220363"/>
              <a:ext cx="225691" cy="164799"/>
            </a:xfrm>
            <a:custGeom>
              <a:avLst/>
              <a:gdLst/>
              <a:ahLst/>
              <a:cxnLst/>
              <a:rect l="l" t="t" r="r" b="b"/>
              <a:pathLst>
                <a:path w="6931" h="5061" extrusionOk="0">
                  <a:moveTo>
                    <a:pt x="2215" y="1"/>
                  </a:moveTo>
                  <a:cubicBezTo>
                    <a:pt x="977" y="1"/>
                    <a:pt x="1" y="977"/>
                    <a:pt x="1" y="2192"/>
                  </a:cubicBezTo>
                  <a:cubicBezTo>
                    <a:pt x="1" y="2763"/>
                    <a:pt x="239" y="3335"/>
                    <a:pt x="620" y="3740"/>
                  </a:cubicBezTo>
                  <a:lnTo>
                    <a:pt x="620" y="4740"/>
                  </a:lnTo>
                  <a:cubicBezTo>
                    <a:pt x="620" y="4835"/>
                    <a:pt x="715" y="4978"/>
                    <a:pt x="834" y="5026"/>
                  </a:cubicBezTo>
                  <a:cubicBezTo>
                    <a:pt x="876" y="5051"/>
                    <a:pt x="917" y="5061"/>
                    <a:pt x="958" y="5061"/>
                  </a:cubicBezTo>
                  <a:cubicBezTo>
                    <a:pt x="1033" y="5061"/>
                    <a:pt x="1106" y="5025"/>
                    <a:pt x="1168" y="4978"/>
                  </a:cubicBezTo>
                  <a:lnTo>
                    <a:pt x="1763" y="4383"/>
                  </a:lnTo>
                  <a:cubicBezTo>
                    <a:pt x="1906" y="4406"/>
                    <a:pt x="2049" y="4430"/>
                    <a:pt x="2215" y="4430"/>
                  </a:cubicBezTo>
                  <a:lnTo>
                    <a:pt x="4716" y="4430"/>
                  </a:lnTo>
                  <a:cubicBezTo>
                    <a:pt x="5931" y="4430"/>
                    <a:pt x="6931" y="3430"/>
                    <a:pt x="6931" y="2192"/>
                  </a:cubicBezTo>
                  <a:cubicBezTo>
                    <a:pt x="6931" y="1001"/>
                    <a:pt x="5931" y="1"/>
                    <a:pt x="469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5387;p137">
              <a:extLst>
                <a:ext uri="{FF2B5EF4-FFF2-40B4-BE49-F238E27FC236}">
                  <a16:creationId xmlns:a16="http://schemas.microsoft.com/office/drawing/2014/main" id="{0599A9CA-F2C9-D93F-442C-FECC78CBDF82}"/>
                </a:ext>
              </a:extLst>
            </p:cNvPr>
            <p:cNvSpPr/>
            <p:nvPr/>
          </p:nvSpPr>
          <p:spPr>
            <a:xfrm>
              <a:off x="5008157" y="3221145"/>
              <a:ext cx="113252" cy="143503"/>
            </a:xfrm>
            <a:custGeom>
              <a:avLst/>
              <a:gdLst/>
              <a:ahLst/>
              <a:cxnLst/>
              <a:rect l="l" t="t" r="r" b="b"/>
              <a:pathLst>
                <a:path w="3478" h="4407" extrusionOk="0">
                  <a:moveTo>
                    <a:pt x="1282" y="0"/>
                  </a:moveTo>
                  <a:cubicBezTo>
                    <a:pt x="1268" y="0"/>
                    <a:pt x="1254" y="0"/>
                    <a:pt x="1239" y="1"/>
                  </a:cubicBezTo>
                  <a:lnTo>
                    <a:pt x="1" y="1"/>
                  </a:lnTo>
                  <a:lnTo>
                    <a:pt x="1" y="4406"/>
                  </a:lnTo>
                  <a:lnTo>
                    <a:pt x="1239" y="4406"/>
                  </a:lnTo>
                  <a:cubicBezTo>
                    <a:pt x="2478" y="4406"/>
                    <a:pt x="3478" y="3406"/>
                    <a:pt x="3478" y="2168"/>
                  </a:cubicBezTo>
                  <a:cubicBezTo>
                    <a:pt x="3478" y="991"/>
                    <a:pt x="2501" y="0"/>
                    <a:pt x="1282" y="0"/>
                  </a:cubicBezTo>
                  <a:close/>
                </a:path>
              </a:pathLst>
            </a:custGeom>
            <a:solidFill>
              <a:srgbClr val="7C8E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5388;p137">
              <a:extLst>
                <a:ext uri="{FF2B5EF4-FFF2-40B4-BE49-F238E27FC236}">
                  <a16:creationId xmlns:a16="http://schemas.microsoft.com/office/drawing/2014/main" id="{AF0DF42C-D5D9-83C3-620E-EC281D4ADB42}"/>
                </a:ext>
              </a:extLst>
            </p:cNvPr>
            <p:cNvSpPr/>
            <p:nvPr/>
          </p:nvSpPr>
          <p:spPr>
            <a:xfrm>
              <a:off x="4957001" y="3280865"/>
              <a:ext cx="20970" cy="21752"/>
            </a:xfrm>
            <a:custGeom>
              <a:avLst/>
              <a:gdLst/>
              <a:ahLst/>
              <a:cxnLst/>
              <a:rect l="l" t="t" r="r" b="b"/>
              <a:pathLst>
                <a:path w="644" h="668" extrusionOk="0">
                  <a:moveTo>
                    <a:pt x="333" y="0"/>
                  </a:moveTo>
                  <a:cubicBezTo>
                    <a:pt x="143" y="0"/>
                    <a:pt x="0" y="167"/>
                    <a:pt x="0" y="334"/>
                  </a:cubicBezTo>
                  <a:cubicBezTo>
                    <a:pt x="0" y="524"/>
                    <a:pt x="143" y="667"/>
                    <a:pt x="333" y="667"/>
                  </a:cubicBezTo>
                  <a:cubicBezTo>
                    <a:pt x="500" y="667"/>
                    <a:pt x="643" y="524"/>
                    <a:pt x="643" y="334"/>
                  </a:cubicBezTo>
                  <a:cubicBezTo>
                    <a:pt x="643" y="167"/>
                    <a:pt x="500" y="0"/>
                    <a:pt x="333" y="0"/>
                  </a:cubicBezTo>
                  <a:close/>
                </a:path>
              </a:pathLst>
            </a:custGeom>
            <a:solidFill>
              <a:srgbClr val="919E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5389;p137">
              <a:extLst>
                <a:ext uri="{FF2B5EF4-FFF2-40B4-BE49-F238E27FC236}">
                  <a16:creationId xmlns:a16="http://schemas.microsoft.com/office/drawing/2014/main" id="{9A5E6AFB-6551-41A1-12A7-1C5106D7F789}"/>
                </a:ext>
              </a:extLst>
            </p:cNvPr>
            <p:cNvSpPr/>
            <p:nvPr/>
          </p:nvSpPr>
          <p:spPr>
            <a:xfrm>
              <a:off x="4997313" y="3280865"/>
              <a:ext cx="21752" cy="21752"/>
            </a:xfrm>
            <a:custGeom>
              <a:avLst/>
              <a:gdLst/>
              <a:ahLst/>
              <a:cxnLst/>
              <a:rect l="l" t="t" r="r" b="b"/>
              <a:pathLst>
                <a:path w="668" h="668" extrusionOk="0">
                  <a:moveTo>
                    <a:pt x="334" y="0"/>
                  </a:moveTo>
                  <a:cubicBezTo>
                    <a:pt x="143" y="0"/>
                    <a:pt x="0" y="167"/>
                    <a:pt x="0" y="334"/>
                  </a:cubicBezTo>
                  <a:cubicBezTo>
                    <a:pt x="0" y="524"/>
                    <a:pt x="143" y="667"/>
                    <a:pt x="334" y="667"/>
                  </a:cubicBezTo>
                  <a:cubicBezTo>
                    <a:pt x="524" y="667"/>
                    <a:pt x="667" y="524"/>
                    <a:pt x="667" y="334"/>
                  </a:cubicBezTo>
                  <a:cubicBezTo>
                    <a:pt x="667" y="167"/>
                    <a:pt x="524" y="0"/>
                    <a:pt x="334" y="0"/>
                  </a:cubicBezTo>
                  <a:close/>
                </a:path>
              </a:pathLst>
            </a:custGeom>
            <a:solidFill>
              <a:srgbClr val="919E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5390;p137">
              <a:extLst>
                <a:ext uri="{FF2B5EF4-FFF2-40B4-BE49-F238E27FC236}">
                  <a16:creationId xmlns:a16="http://schemas.microsoft.com/office/drawing/2014/main" id="{303D5DC8-ECDB-3C15-81EF-A19D66EF73C3}"/>
                </a:ext>
              </a:extLst>
            </p:cNvPr>
            <p:cNvSpPr/>
            <p:nvPr/>
          </p:nvSpPr>
          <p:spPr>
            <a:xfrm>
              <a:off x="5038407" y="3280865"/>
              <a:ext cx="20970" cy="21752"/>
            </a:xfrm>
            <a:custGeom>
              <a:avLst/>
              <a:gdLst/>
              <a:ahLst/>
              <a:cxnLst/>
              <a:rect l="l" t="t" r="r" b="b"/>
              <a:pathLst>
                <a:path w="644" h="668" extrusionOk="0">
                  <a:moveTo>
                    <a:pt x="310" y="0"/>
                  </a:moveTo>
                  <a:cubicBezTo>
                    <a:pt x="143" y="0"/>
                    <a:pt x="1" y="167"/>
                    <a:pt x="1" y="334"/>
                  </a:cubicBezTo>
                  <a:cubicBezTo>
                    <a:pt x="1" y="524"/>
                    <a:pt x="143" y="667"/>
                    <a:pt x="310" y="667"/>
                  </a:cubicBezTo>
                  <a:cubicBezTo>
                    <a:pt x="501" y="667"/>
                    <a:pt x="644" y="524"/>
                    <a:pt x="644" y="334"/>
                  </a:cubicBezTo>
                  <a:cubicBezTo>
                    <a:pt x="644" y="167"/>
                    <a:pt x="501" y="0"/>
                    <a:pt x="310" y="0"/>
                  </a:cubicBezTo>
                  <a:close/>
                </a:path>
              </a:pathLst>
            </a:custGeom>
            <a:solidFill>
              <a:srgbClr val="CBD2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5391;p137">
              <a:extLst>
                <a:ext uri="{FF2B5EF4-FFF2-40B4-BE49-F238E27FC236}">
                  <a16:creationId xmlns:a16="http://schemas.microsoft.com/office/drawing/2014/main" id="{E8392675-BF76-5A15-3D3E-DD43C83179E0}"/>
                </a:ext>
              </a:extLst>
            </p:cNvPr>
            <p:cNvSpPr/>
            <p:nvPr/>
          </p:nvSpPr>
          <p:spPr>
            <a:xfrm>
              <a:off x="5008157" y="3282395"/>
              <a:ext cx="10908" cy="20221"/>
            </a:xfrm>
            <a:custGeom>
              <a:avLst/>
              <a:gdLst/>
              <a:ahLst/>
              <a:cxnLst/>
              <a:rect l="l" t="t" r="r" b="b"/>
              <a:pathLst>
                <a:path w="335" h="621" extrusionOk="0">
                  <a:moveTo>
                    <a:pt x="1" y="1"/>
                  </a:moveTo>
                  <a:lnTo>
                    <a:pt x="1" y="620"/>
                  </a:lnTo>
                  <a:cubicBezTo>
                    <a:pt x="191" y="620"/>
                    <a:pt x="334" y="477"/>
                    <a:pt x="334" y="287"/>
                  </a:cubicBezTo>
                  <a:cubicBezTo>
                    <a:pt x="334" y="120"/>
                    <a:pt x="191" y="1"/>
                    <a:pt x="1" y="1"/>
                  </a:cubicBezTo>
                  <a:close/>
                </a:path>
              </a:pathLst>
            </a:custGeom>
            <a:solidFill>
              <a:srgbClr val="CBD2D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5392;p137">
              <a:extLst>
                <a:ext uri="{FF2B5EF4-FFF2-40B4-BE49-F238E27FC236}">
                  <a16:creationId xmlns:a16="http://schemas.microsoft.com/office/drawing/2014/main" id="{D233D27A-6471-3333-84AA-41BFBFAA448B}"/>
                </a:ext>
              </a:extLst>
            </p:cNvPr>
            <p:cNvSpPr/>
            <p:nvPr/>
          </p:nvSpPr>
          <p:spPr>
            <a:xfrm>
              <a:off x="4884875" y="3097863"/>
              <a:ext cx="10876" cy="20970"/>
            </a:xfrm>
            <a:custGeom>
              <a:avLst/>
              <a:gdLst/>
              <a:ahLst/>
              <a:cxnLst/>
              <a:rect l="l" t="t" r="r" b="b"/>
              <a:pathLst>
                <a:path w="334" h="644" extrusionOk="0">
                  <a:moveTo>
                    <a:pt x="0" y="0"/>
                  </a:moveTo>
                  <a:lnTo>
                    <a:pt x="0" y="643"/>
                  </a:lnTo>
                  <a:cubicBezTo>
                    <a:pt x="191" y="643"/>
                    <a:pt x="334" y="476"/>
                    <a:pt x="334" y="310"/>
                  </a:cubicBezTo>
                  <a:cubicBezTo>
                    <a:pt x="334" y="119"/>
                    <a:pt x="191" y="0"/>
                    <a:pt x="0" y="0"/>
                  </a:cubicBezTo>
                  <a:close/>
                </a:path>
              </a:pathLst>
            </a:custGeom>
            <a:solidFill>
              <a:srgbClr val="7E8D9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5" name="Google Shape;21914;p132">
            <a:extLst>
              <a:ext uri="{FF2B5EF4-FFF2-40B4-BE49-F238E27FC236}">
                <a16:creationId xmlns:a16="http://schemas.microsoft.com/office/drawing/2014/main" id="{C163A00D-C6B6-F41A-4C1C-C08F548E198C}"/>
              </a:ext>
            </a:extLst>
          </p:cNvPr>
          <p:cNvGrpSpPr/>
          <p:nvPr/>
        </p:nvGrpSpPr>
        <p:grpSpPr>
          <a:xfrm>
            <a:off x="5732187" y="2781932"/>
            <a:ext cx="255841" cy="304790"/>
            <a:chOff x="4891622" y="1502697"/>
            <a:chExt cx="255841" cy="363402"/>
          </a:xfrm>
        </p:grpSpPr>
        <p:sp>
          <p:nvSpPr>
            <p:cNvPr id="46" name="Google Shape;21915;p132">
              <a:extLst>
                <a:ext uri="{FF2B5EF4-FFF2-40B4-BE49-F238E27FC236}">
                  <a16:creationId xmlns:a16="http://schemas.microsoft.com/office/drawing/2014/main" id="{E2CA2427-4A2D-3915-C52A-F3764C7BF6E4}"/>
                </a:ext>
              </a:extLst>
            </p:cNvPr>
            <p:cNvSpPr/>
            <p:nvPr/>
          </p:nvSpPr>
          <p:spPr>
            <a:xfrm>
              <a:off x="4893010" y="1507964"/>
              <a:ext cx="252959" cy="144166"/>
            </a:xfrm>
            <a:custGeom>
              <a:avLst/>
              <a:gdLst/>
              <a:ahLst/>
              <a:cxnLst/>
              <a:rect l="l" t="t" r="r" b="b"/>
              <a:pathLst>
                <a:path w="9654" h="5502" extrusionOk="0">
                  <a:moveTo>
                    <a:pt x="4795" y="1"/>
                  </a:moveTo>
                  <a:lnTo>
                    <a:pt x="4795" y="6"/>
                  </a:lnTo>
                  <a:cubicBezTo>
                    <a:pt x="4546" y="25"/>
                    <a:pt x="4320" y="150"/>
                    <a:pt x="4167" y="346"/>
                  </a:cubicBezTo>
                  <a:cubicBezTo>
                    <a:pt x="4080" y="322"/>
                    <a:pt x="3989" y="313"/>
                    <a:pt x="3898" y="313"/>
                  </a:cubicBezTo>
                  <a:cubicBezTo>
                    <a:pt x="3895" y="313"/>
                    <a:pt x="3891" y="313"/>
                    <a:pt x="3888" y="313"/>
                  </a:cubicBezTo>
                  <a:cubicBezTo>
                    <a:pt x="3355" y="313"/>
                    <a:pt x="2914" y="714"/>
                    <a:pt x="2914" y="1215"/>
                  </a:cubicBezTo>
                  <a:lnTo>
                    <a:pt x="2914" y="1225"/>
                  </a:lnTo>
                  <a:cubicBezTo>
                    <a:pt x="2866" y="1215"/>
                    <a:pt x="2823" y="1215"/>
                    <a:pt x="2775" y="1215"/>
                  </a:cubicBezTo>
                  <a:cubicBezTo>
                    <a:pt x="2771" y="1215"/>
                    <a:pt x="2768" y="1215"/>
                    <a:pt x="2765" y="1215"/>
                  </a:cubicBezTo>
                  <a:cubicBezTo>
                    <a:pt x="2193" y="1215"/>
                    <a:pt x="1728" y="1645"/>
                    <a:pt x="1723" y="2180"/>
                  </a:cubicBezTo>
                  <a:cubicBezTo>
                    <a:pt x="1723" y="2315"/>
                    <a:pt x="1752" y="2449"/>
                    <a:pt x="1810" y="2569"/>
                  </a:cubicBezTo>
                  <a:cubicBezTo>
                    <a:pt x="1781" y="2569"/>
                    <a:pt x="1747" y="2564"/>
                    <a:pt x="1719" y="2564"/>
                  </a:cubicBezTo>
                  <a:cubicBezTo>
                    <a:pt x="1142" y="2564"/>
                    <a:pt x="667" y="2996"/>
                    <a:pt x="667" y="3534"/>
                  </a:cubicBezTo>
                  <a:cubicBezTo>
                    <a:pt x="667" y="3668"/>
                    <a:pt x="696" y="3798"/>
                    <a:pt x="754" y="3923"/>
                  </a:cubicBezTo>
                  <a:cubicBezTo>
                    <a:pt x="720" y="3923"/>
                    <a:pt x="691" y="3918"/>
                    <a:pt x="662" y="3918"/>
                  </a:cubicBezTo>
                  <a:lnTo>
                    <a:pt x="624" y="3918"/>
                  </a:lnTo>
                  <a:cubicBezTo>
                    <a:pt x="619" y="3918"/>
                    <a:pt x="614" y="3918"/>
                    <a:pt x="609" y="3918"/>
                  </a:cubicBezTo>
                  <a:cubicBezTo>
                    <a:pt x="104" y="3918"/>
                    <a:pt x="0" y="4634"/>
                    <a:pt x="490" y="4777"/>
                  </a:cubicBezTo>
                  <a:cubicBezTo>
                    <a:pt x="466" y="4839"/>
                    <a:pt x="451" y="4907"/>
                    <a:pt x="451" y="4974"/>
                  </a:cubicBezTo>
                  <a:cubicBezTo>
                    <a:pt x="451" y="5267"/>
                    <a:pt x="706" y="5502"/>
                    <a:pt x="1022" y="5502"/>
                  </a:cubicBezTo>
                  <a:lnTo>
                    <a:pt x="8631" y="5502"/>
                  </a:lnTo>
                  <a:cubicBezTo>
                    <a:pt x="8948" y="5502"/>
                    <a:pt x="9202" y="5262"/>
                    <a:pt x="9202" y="4974"/>
                  </a:cubicBezTo>
                  <a:cubicBezTo>
                    <a:pt x="9202" y="4907"/>
                    <a:pt x="9188" y="4839"/>
                    <a:pt x="9164" y="4777"/>
                  </a:cubicBezTo>
                  <a:cubicBezTo>
                    <a:pt x="9653" y="4634"/>
                    <a:pt x="9545" y="3918"/>
                    <a:pt x="9044" y="3918"/>
                  </a:cubicBezTo>
                  <a:cubicBezTo>
                    <a:pt x="9039" y="3918"/>
                    <a:pt x="9034" y="3918"/>
                    <a:pt x="9029" y="3918"/>
                  </a:cubicBezTo>
                  <a:lnTo>
                    <a:pt x="8991" y="3918"/>
                  </a:lnTo>
                  <a:cubicBezTo>
                    <a:pt x="8962" y="3918"/>
                    <a:pt x="8929" y="3918"/>
                    <a:pt x="8900" y="3923"/>
                  </a:cubicBezTo>
                  <a:cubicBezTo>
                    <a:pt x="8957" y="3798"/>
                    <a:pt x="8986" y="3668"/>
                    <a:pt x="8986" y="3534"/>
                  </a:cubicBezTo>
                  <a:cubicBezTo>
                    <a:pt x="8986" y="2996"/>
                    <a:pt x="8511" y="2564"/>
                    <a:pt x="7935" y="2564"/>
                  </a:cubicBezTo>
                  <a:cubicBezTo>
                    <a:pt x="7901" y="2564"/>
                    <a:pt x="7872" y="2564"/>
                    <a:pt x="7844" y="2569"/>
                  </a:cubicBezTo>
                  <a:cubicBezTo>
                    <a:pt x="7901" y="2449"/>
                    <a:pt x="7930" y="2315"/>
                    <a:pt x="7930" y="2180"/>
                  </a:cubicBezTo>
                  <a:cubicBezTo>
                    <a:pt x="7925" y="1645"/>
                    <a:pt x="7460" y="1215"/>
                    <a:pt x="6888" y="1215"/>
                  </a:cubicBezTo>
                  <a:cubicBezTo>
                    <a:pt x="6885" y="1215"/>
                    <a:pt x="6882" y="1215"/>
                    <a:pt x="6879" y="1215"/>
                  </a:cubicBezTo>
                  <a:cubicBezTo>
                    <a:pt x="6831" y="1215"/>
                    <a:pt x="6788" y="1215"/>
                    <a:pt x="6740" y="1225"/>
                  </a:cubicBezTo>
                  <a:lnTo>
                    <a:pt x="6740" y="1215"/>
                  </a:lnTo>
                  <a:cubicBezTo>
                    <a:pt x="6740" y="714"/>
                    <a:pt x="6303" y="313"/>
                    <a:pt x="5765" y="313"/>
                  </a:cubicBezTo>
                  <a:cubicBezTo>
                    <a:pt x="5762" y="313"/>
                    <a:pt x="5759" y="313"/>
                    <a:pt x="5756" y="313"/>
                  </a:cubicBezTo>
                  <a:cubicBezTo>
                    <a:pt x="5664" y="313"/>
                    <a:pt x="5573" y="322"/>
                    <a:pt x="5482" y="346"/>
                  </a:cubicBezTo>
                  <a:cubicBezTo>
                    <a:pt x="5333" y="150"/>
                    <a:pt x="5108" y="25"/>
                    <a:pt x="4858" y="6"/>
                  </a:cubicBezTo>
                  <a:lnTo>
                    <a:pt x="4858" y="1"/>
                  </a:lnTo>
                  <a:close/>
                </a:path>
              </a:pathLst>
            </a:custGeom>
            <a:solidFill>
              <a:srgbClr val="CDD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916;p132">
              <a:extLst>
                <a:ext uri="{FF2B5EF4-FFF2-40B4-BE49-F238E27FC236}">
                  <a16:creationId xmlns:a16="http://schemas.microsoft.com/office/drawing/2014/main" id="{8F68D6F7-93FF-A42D-7855-1D28A28471A2}"/>
                </a:ext>
              </a:extLst>
            </p:cNvPr>
            <p:cNvSpPr/>
            <p:nvPr/>
          </p:nvSpPr>
          <p:spPr>
            <a:xfrm>
              <a:off x="5003192" y="1507964"/>
              <a:ext cx="142777" cy="144166"/>
            </a:xfrm>
            <a:custGeom>
              <a:avLst/>
              <a:gdLst/>
              <a:ahLst/>
              <a:cxnLst/>
              <a:rect l="l" t="t" r="r" b="b"/>
              <a:pathLst>
                <a:path w="5449" h="5502" extrusionOk="0">
                  <a:moveTo>
                    <a:pt x="590" y="1"/>
                  </a:moveTo>
                  <a:lnTo>
                    <a:pt x="590" y="6"/>
                  </a:lnTo>
                  <a:cubicBezTo>
                    <a:pt x="360" y="25"/>
                    <a:pt x="149" y="135"/>
                    <a:pt x="0" y="308"/>
                  </a:cubicBezTo>
                  <a:cubicBezTo>
                    <a:pt x="3000" y="1455"/>
                    <a:pt x="3303" y="4479"/>
                    <a:pt x="3408" y="4777"/>
                  </a:cubicBezTo>
                  <a:cubicBezTo>
                    <a:pt x="3437" y="4835"/>
                    <a:pt x="3451" y="4902"/>
                    <a:pt x="3451" y="4974"/>
                  </a:cubicBezTo>
                  <a:cubicBezTo>
                    <a:pt x="3451" y="5267"/>
                    <a:pt x="3192" y="5502"/>
                    <a:pt x="2880" y="5502"/>
                  </a:cubicBezTo>
                  <a:lnTo>
                    <a:pt x="4431" y="5502"/>
                  </a:lnTo>
                  <a:cubicBezTo>
                    <a:pt x="4748" y="5502"/>
                    <a:pt x="5002" y="5262"/>
                    <a:pt x="5002" y="4974"/>
                  </a:cubicBezTo>
                  <a:cubicBezTo>
                    <a:pt x="5002" y="4902"/>
                    <a:pt x="4988" y="4835"/>
                    <a:pt x="4959" y="4777"/>
                  </a:cubicBezTo>
                  <a:cubicBezTo>
                    <a:pt x="5448" y="4630"/>
                    <a:pt x="5340" y="3918"/>
                    <a:pt x="4839" y="3918"/>
                  </a:cubicBezTo>
                  <a:cubicBezTo>
                    <a:pt x="4834" y="3918"/>
                    <a:pt x="4829" y="3918"/>
                    <a:pt x="4824" y="3918"/>
                  </a:cubicBezTo>
                  <a:lnTo>
                    <a:pt x="4786" y="3918"/>
                  </a:lnTo>
                  <a:cubicBezTo>
                    <a:pt x="4757" y="3918"/>
                    <a:pt x="4724" y="3918"/>
                    <a:pt x="4695" y="3923"/>
                  </a:cubicBezTo>
                  <a:cubicBezTo>
                    <a:pt x="4752" y="3798"/>
                    <a:pt x="4781" y="3668"/>
                    <a:pt x="4781" y="3534"/>
                  </a:cubicBezTo>
                  <a:cubicBezTo>
                    <a:pt x="4781" y="2996"/>
                    <a:pt x="4306" y="2564"/>
                    <a:pt x="3730" y="2564"/>
                  </a:cubicBezTo>
                  <a:cubicBezTo>
                    <a:pt x="3696" y="2564"/>
                    <a:pt x="3667" y="2564"/>
                    <a:pt x="3639" y="2569"/>
                  </a:cubicBezTo>
                  <a:cubicBezTo>
                    <a:pt x="3696" y="2449"/>
                    <a:pt x="3725" y="2315"/>
                    <a:pt x="3725" y="2180"/>
                  </a:cubicBezTo>
                  <a:cubicBezTo>
                    <a:pt x="3720" y="1645"/>
                    <a:pt x="3255" y="1215"/>
                    <a:pt x="2683" y="1215"/>
                  </a:cubicBezTo>
                  <a:cubicBezTo>
                    <a:pt x="2680" y="1215"/>
                    <a:pt x="2677" y="1215"/>
                    <a:pt x="2674" y="1215"/>
                  </a:cubicBezTo>
                  <a:cubicBezTo>
                    <a:pt x="2626" y="1215"/>
                    <a:pt x="2583" y="1215"/>
                    <a:pt x="2535" y="1225"/>
                  </a:cubicBezTo>
                  <a:lnTo>
                    <a:pt x="2535" y="1215"/>
                  </a:lnTo>
                  <a:cubicBezTo>
                    <a:pt x="2535" y="714"/>
                    <a:pt x="2098" y="313"/>
                    <a:pt x="1560" y="313"/>
                  </a:cubicBezTo>
                  <a:cubicBezTo>
                    <a:pt x="1557" y="313"/>
                    <a:pt x="1554" y="313"/>
                    <a:pt x="1551" y="313"/>
                  </a:cubicBezTo>
                  <a:cubicBezTo>
                    <a:pt x="1459" y="313"/>
                    <a:pt x="1368" y="322"/>
                    <a:pt x="1277" y="346"/>
                  </a:cubicBezTo>
                  <a:cubicBezTo>
                    <a:pt x="1128" y="150"/>
                    <a:pt x="903" y="25"/>
                    <a:pt x="653" y="6"/>
                  </a:cubicBezTo>
                  <a:lnTo>
                    <a:pt x="653" y="1"/>
                  </a:lnTo>
                  <a:close/>
                </a:path>
              </a:pathLst>
            </a:custGeom>
            <a:solidFill>
              <a:srgbClr val="BECBD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917;p132">
              <a:extLst>
                <a:ext uri="{FF2B5EF4-FFF2-40B4-BE49-F238E27FC236}">
                  <a16:creationId xmlns:a16="http://schemas.microsoft.com/office/drawing/2014/main" id="{FCD72A9C-E931-7DE8-AAB4-5A0FF5497327}"/>
                </a:ext>
              </a:extLst>
            </p:cNvPr>
            <p:cNvSpPr/>
            <p:nvPr/>
          </p:nvSpPr>
          <p:spPr>
            <a:xfrm>
              <a:off x="4903570" y="1627342"/>
              <a:ext cx="232076" cy="233464"/>
            </a:xfrm>
            <a:custGeom>
              <a:avLst/>
              <a:gdLst/>
              <a:ahLst/>
              <a:cxnLst/>
              <a:rect l="l" t="t" r="r" b="b"/>
              <a:pathLst>
                <a:path w="8857" h="8910" extrusionOk="0">
                  <a:moveTo>
                    <a:pt x="6182" y="0"/>
                  </a:moveTo>
                  <a:cubicBezTo>
                    <a:pt x="6179" y="0"/>
                    <a:pt x="6176" y="0"/>
                    <a:pt x="6173" y="0"/>
                  </a:cubicBezTo>
                  <a:lnTo>
                    <a:pt x="6159" y="0"/>
                  </a:lnTo>
                  <a:cubicBezTo>
                    <a:pt x="5694" y="0"/>
                    <a:pt x="5316" y="363"/>
                    <a:pt x="5300" y="828"/>
                  </a:cubicBezTo>
                  <a:lnTo>
                    <a:pt x="5300" y="828"/>
                  </a:lnTo>
                  <a:cubicBezTo>
                    <a:pt x="5283" y="372"/>
                    <a:pt x="4903" y="0"/>
                    <a:pt x="4440" y="0"/>
                  </a:cubicBezTo>
                  <a:lnTo>
                    <a:pt x="4421" y="0"/>
                  </a:lnTo>
                  <a:cubicBezTo>
                    <a:pt x="3954" y="0"/>
                    <a:pt x="3574" y="372"/>
                    <a:pt x="3557" y="828"/>
                  </a:cubicBezTo>
                  <a:lnTo>
                    <a:pt x="3557" y="828"/>
                  </a:lnTo>
                  <a:cubicBezTo>
                    <a:pt x="3541" y="363"/>
                    <a:pt x="3158" y="0"/>
                    <a:pt x="2698" y="0"/>
                  </a:cubicBezTo>
                  <a:lnTo>
                    <a:pt x="2684" y="0"/>
                  </a:lnTo>
                  <a:cubicBezTo>
                    <a:pt x="2172" y="0"/>
                    <a:pt x="1778" y="434"/>
                    <a:pt x="1822" y="939"/>
                  </a:cubicBezTo>
                  <a:lnTo>
                    <a:pt x="1822" y="939"/>
                  </a:lnTo>
                  <a:lnTo>
                    <a:pt x="1805" y="768"/>
                  </a:lnTo>
                  <a:cubicBezTo>
                    <a:pt x="1752" y="331"/>
                    <a:pt x="1388" y="0"/>
                    <a:pt x="946" y="0"/>
                  </a:cubicBezTo>
                  <a:cubicBezTo>
                    <a:pt x="408" y="0"/>
                    <a:pt x="0" y="495"/>
                    <a:pt x="96" y="1023"/>
                  </a:cubicBezTo>
                  <a:lnTo>
                    <a:pt x="1469" y="8439"/>
                  </a:lnTo>
                  <a:cubicBezTo>
                    <a:pt x="1517" y="8708"/>
                    <a:pt x="1757" y="8909"/>
                    <a:pt x="2031" y="8909"/>
                  </a:cubicBezTo>
                  <a:lnTo>
                    <a:pt x="6817" y="8909"/>
                  </a:lnTo>
                  <a:cubicBezTo>
                    <a:pt x="7095" y="8909"/>
                    <a:pt x="7330" y="8708"/>
                    <a:pt x="7383" y="8439"/>
                  </a:cubicBezTo>
                  <a:lnTo>
                    <a:pt x="8756" y="1018"/>
                  </a:lnTo>
                  <a:cubicBezTo>
                    <a:pt x="8857" y="490"/>
                    <a:pt x="8449" y="0"/>
                    <a:pt x="7911" y="0"/>
                  </a:cubicBezTo>
                  <a:cubicBezTo>
                    <a:pt x="7469" y="0"/>
                    <a:pt x="7100" y="331"/>
                    <a:pt x="7052" y="768"/>
                  </a:cubicBezTo>
                  <a:lnTo>
                    <a:pt x="7035" y="939"/>
                  </a:lnTo>
                  <a:lnTo>
                    <a:pt x="7035" y="939"/>
                  </a:lnTo>
                  <a:cubicBezTo>
                    <a:pt x="7079" y="437"/>
                    <a:pt x="6684" y="0"/>
                    <a:pt x="6182" y="0"/>
                  </a:cubicBezTo>
                  <a:close/>
                </a:path>
              </a:pathLst>
            </a:custGeom>
            <a:solidFill>
              <a:srgbClr val="6A7F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918;p132">
              <a:extLst>
                <a:ext uri="{FF2B5EF4-FFF2-40B4-BE49-F238E27FC236}">
                  <a16:creationId xmlns:a16="http://schemas.microsoft.com/office/drawing/2014/main" id="{C20009E6-7DD4-959E-3612-C7B0DA27B686}"/>
                </a:ext>
              </a:extLst>
            </p:cNvPr>
            <p:cNvSpPr/>
            <p:nvPr/>
          </p:nvSpPr>
          <p:spPr>
            <a:xfrm>
              <a:off x="4939415" y="1627316"/>
              <a:ext cx="196100" cy="233490"/>
            </a:xfrm>
            <a:custGeom>
              <a:avLst/>
              <a:gdLst/>
              <a:ahLst/>
              <a:cxnLst/>
              <a:rect l="l" t="t" r="r" b="b"/>
              <a:pathLst>
                <a:path w="7484" h="8911" extrusionOk="0">
                  <a:moveTo>
                    <a:pt x="6542" y="0"/>
                  </a:moveTo>
                  <a:cubicBezTo>
                    <a:pt x="6249" y="0"/>
                    <a:pt x="5970" y="152"/>
                    <a:pt x="5813" y="404"/>
                  </a:cubicBezTo>
                  <a:cubicBezTo>
                    <a:pt x="5929" y="587"/>
                    <a:pt x="5972" y="808"/>
                    <a:pt x="5933" y="1019"/>
                  </a:cubicBezTo>
                  <a:lnTo>
                    <a:pt x="4767" y="7307"/>
                  </a:lnTo>
                  <a:cubicBezTo>
                    <a:pt x="4666" y="7840"/>
                    <a:pt x="4201" y="8229"/>
                    <a:pt x="3663" y="8229"/>
                  </a:cubicBezTo>
                  <a:lnTo>
                    <a:pt x="543" y="8229"/>
                  </a:lnTo>
                  <a:cubicBezTo>
                    <a:pt x="312" y="8229"/>
                    <a:pt x="101" y="8099"/>
                    <a:pt x="0" y="7898"/>
                  </a:cubicBezTo>
                  <a:lnTo>
                    <a:pt x="0" y="7898"/>
                  </a:lnTo>
                  <a:lnTo>
                    <a:pt x="101" y="8440"/>
                  </a:lnTo>
                  <a:cubicBezTo>
                    <a:pt x="154" y="8709"/>
                    <a:pt x="389" y="8910"/>
                    <a:pt x="668" y="8910"/>
                  </a:cubicBezTo>
                  <a:lnTo>
                    <a:pt x="5453" y="8910"/>
                  </a:lnTo>
                  <a:cubicBezTo>
                    <a:pt x="5727" y="8910"/>
                    <a:pt x="5967" y="8709"/>
                    <a:pt x="6015" y="8440"/>
                  </a:cubicBezTo>
                  <a:lnTo>
                    <a:pt x="6116" y="7898"/>
                  </a:lnTo>
                  <a:lnTo>
                    <a:pt x="7388" y="1038"/>
                  </a:lnTo>
                  <a:cubicBezTo>
                    <a:pt x="7484" y="505"/>
                    <a:pt x="7124" y="30"/>
                    <a:pt x="6581" y="1"/>
                  </a:cubicBezTo>
                  <a:cubicBezTo>
                    <a:pt x="6568" y="1"/>
                    <a:pt x="6555" y="0"/>
                    <a:pt x="6542" y="0"/>
                  </a:cubicBezTo>
                  <a:close/>
                </a:path>
              </a:pathLst>
            </a:custGeom>
            <a:solidFill>
              <a:srgbClr val="455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919;p132">
              <a:extLst>
                <a:ext uri="{FF2B5EF4-FFF2-40B4-BE49-F238E27FC236}">
                  <a16:creationId xmlns:a16="http://schemas.microsoft.com/office/drawing/2014/main" id="{6E5A79B8-EC8C-C913-B066-AE5979A9D29E}"/>
                </a:ext>
              </a:extLst>
            </p:cNvPr>
            <p:cNvSpPr/>
            <p:nvPr/>
          </p:nvSpPr>
          <p:spPr>
            <a:xfrm>
              <a:off x="5034635" y="1627342"/>
              <a:ext cx="54737" cy="233464"/>
            </a:xfrm>
            <a:custGeom>
              <a:avLst/>
              <a:gdLst/>
              <a:ahLst/>
              <a:cxnLst/>
              <a:rect l="l" t="t" r="r" b="b"/>
              <a:pathLst>
                <a:path w="2089" h="8910" extrusionOk="0">
                  <a:moveTo>
                    <a:pt x="1162" y="0"/>
                  </a:moveTo>
                  <a:cubicBezTo>
                    <a:pt x="696" y="0"/>
                    <a:pt x="317" y="365"/>
                    <a:pt x="298" y="831"/>
                  </a:cubicBezTo>
                  <a:lnTo>
                    <a:pt x="0" y="8909"/>
                  </a:lnTo>
                  <a:lnTo>
                    <a:pt x="1143" y="8909"/>
                  </a:lnTo>
                  <a:lnTo>
                    <a:pt x="2031" y="960"/>
                  </a:lnTo>
                  <a:cubicBezTo>
                    <a:pt x="2088" y="447"/>
                    <a:pt x="1690" y="0"/>
                    <a:pt x="1176" y="0"/>
                  </a:cubicBezTo>
                  <a:close/>
                </a:path>
              </a:pathLst>
            </a:custGeom>
            <a:solidFill>
              <a:srgbClr val="EDF1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920;p132">
              <a:extLst>
                <a:ext uri="{FF2B5EF4-FFF2-40B4-BE49-F238E27FC236}">
                  <a16:creationId xmlns:a16="http://schemas.microsoft.com/office/drawing/2014/main" id="{D997CB91-6ACD-0F4D-A069-CEBD8051CBF6}"/>
                </a:ext>
              </a:extLst>
            </p:cNvPr>
            <p:cNvSpPr/>
            <p:nvPr/>
          </p:nvSpPr>
          <p:spPr>
            <a:xfrm>
              <a:off x="4939415" y="1627316"/>
              <a:ext cx="196100" cy="233490"/>
            </a:xfrm>
            <a:custGeom>
              <a:avLst/>
              <a:gdLst/>
              <a:ahLst/>
              <a:cxnLst/>
              <a:rect l="l" t="t" r="r" b="b"/>
              <a:pathLst>
                <a:path w="7484" h="8911" extrusionOk="0">
                  <a:moveTo>
                    <a:pt x="6542" y="0"/>
                  </a:moveTo>
                  <a:cubicBezTo>
                    <a:pt x="6249" y="0"/>
                    <a:pt x="5970" y="152"/>
                    <a:pt x="5813" y="404"/>
                  </a:cubicBezTo>
                  <a:cubicBezTo>
                    <a:pt x="5929" y="587"/>
                    <a:pt x="5972" y="808"/>
                    <a:pt x="5933" y="1019"/>
                  </a:cubicBezTo>
                  <a:lnTo>
                    <a:pt x="4767" y="7307"/>
                  </a:lnTo>
                  <a:cubicBezTo>
                    <a:pt x="4666" y="7840"/>
                    <a:pt x="4201" y="8229"/>
                    <a:pt x="3663" y="8229"/>
                  </a:cubicBezTo>
                  <a:lnTo>
                    <a:pt x="543" y="8229"/>
                  </a:lnTo>
                  <a:cubicBezTo>
                    <a:pt x="312" y="8229"/>
                    <a:pt x="101" y="8099"/>
                    <a:pt x="0" y="7898"/>
                  </a:cubicBezTo>
                  <a:lnTo>
                    <a:pt x="0" y="7898"/>
                  </a:lnTo>
                  <a:lnTo>
                    <a:pt x="101" y="8440"/>
                  </a:lnTo>
                  <a:cubicBezTo>
                    <a:pt x="154" y="8709"/>
                    <a:pt x="389" y="8910"/>
                    <a:pt x="668" y="8910"/>
                  </a:cubicBezTo>
                  <a:lnTo>
                    <a:pt x="5453" y="8910"/>
                  </a:lnTo>
                  <a:cubicBezTo>
                    <a:pt x="5727" y="8910"/>
                    <a:pt x="5967" y="8709"/>
                    <a:pt x="6015" y="8440"/>
                  </a:cubicBezTo>
                  <a:lnTo>
                    <a:pt x="6116" y="7898"/>
                  </a:lnTo>
                  <a:lnTo>
                    <a:pt x="7388" y="1038"/>
                  </a:lnTo>
                  <a:cubicBezTo>
                    <a:pt x="7484" y="505"/>
                    <a:pt x="7124" y="30"/>
                    <a:pt x="6581" y="1"/>
                  </a:cubicBezTo>
                  <a:cubicBezTo>
                    <a:pt x="6568" y="1"/>
                    <a:pt x="6555" y="0"/>
                    <a:pt x="6542" y="0"/>
                  </a:cubicBezTo>
                  <a:close/>
                </a:path>
              </a:pathLst>
            </a:custGeom>
            <a:solidFill>
              <a:srgbClr val="455F7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1921;p132">
              <a:extLst>
                <a:ext uri="{FF2B5EF4-FFF2-40B4-BE49-F238E27FC236}">
                  <a16:creationId xmlns:a16="http://schemas.microsoft.com/office/drawing/2014/main" id="{AA4384C7-C6FA-1645-5E5C-802AF0FB1B96}"/>
                </a:ext>
              </a:extLst>
            </p:cNvPr>
            <p:cNvSpPr/>
            <p:nvPr/>
          </p:nvSpPr>
          <p:spPr>
            <a:xfrm>
              <a:off x="5034635" y="1627342"/>
              <a:ext cx="54737" cy="233464"/>
            </a:xfrm>
            <a:custGeom>
              <a:avLst/>
              <a:gdLst/>
              <a:ahLst/>
              <a:cxnLst/>
              <a:rect l="l" t="t" r="r" b="b"/>
              <a:pathLst>
                <a:path w="2089" h="8910" extrusionOk="0">
                  <a:moveTo>
                    <a:pt x="1162" y="0"/>
                  </a:moveTo>
                  <a:cubicBezTo>
                    <a:pt x="696" y="0"/>
                    <a:pt x="317" y="365"/>
                    <a:pt x="298" y="831"/>
                  </a:cubicBezTo>
                  <a:lnTo>
                    <a:pt x="0" y="8909"/>
                  </a:lnTo>
                  <a:lnTo>
                    <a:pt x="1143" y="8909"/>
                  </a:lnTo>
                  <a:lnTo>
                    <a:pt x="2031" y="960"/>
                  </a:lnTo>
                  <a:cubicBezTo>
                    <a:pt x="2088" y="447"/>
                    <a:pt x="1690" y="0"/>
                    <a:pt x="1176" y="0"/>
                  </a:cubicBezTo>
                  <a:close/>
                </a:path>
              </a:pathLst>
            </a:custGeom>
            <a:solidFill>
              <a:srgbClr val="EDF1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1922;p132">
              <a:extLst>
                <a:ext uri="{FF2B5EF4-FFF2-40B4-BE49-F238E27FC236}">
                  <a16:creationId xmlns:a16="http://schemas.microsoft.com/office/drawing/2014/main" id="{C2A76C02-E92B-C7E7-3C45-63998773C022}"/>
                </a:ext>
              </a:extLst>
            </p:cNvPr>
            <p:cNvSpPr/>
            <p:nvPr/>
          </p:nvSpPr>
          <p:spPr>
            <a:xfrm>
              <a:off x="5034504" y="1751725"/>
              <a:ext cx="42291" cy="109081"/>
            </a:xfrm>
            <a:custGeom>
              <a:avLst/>
              <a:gdLst/>
              <a:ahLst/>
              <a:cxnLst/>
              <a:rect l="l" t="t" r="r" b="b"/>
              <a:pathLst>
                <a:path w="1614" h="4163" extrusionOk="0">
                  <a:moveTo>
                    <a:pt x="1613" y="1"/>
                  </a:moveTo>
                  <a:lnTo>
                    <a:pt x="1138" y="2559"/>
                  </a:lnTo>
                  <a:cubicBezTo>
                    <a:pt x="1037" y="3092"/>
                    <a:pt x="572" y="3481"/>
                    <a:pt x="34" y="3481"/>
                  </a:cubicBezTo>
                  <a:lnTo>
                    <a:pt x="29" y="3481"/>
                  </a:lnTo>
                  <a:lnTo>
                    <a:pt x="0" y="4162"/>
                  </a:lnTo>
                  <a:lnTo>
                    <a:pt x="1148" y="4162"/>
                  </a:lnTo>
                  <a:lnTo>
                    <a:pt x="1613" y="1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1923;p132">
              <a:extLst>
                <a:ext uri="{FF2B5EF4-FFF2-40B4-BE49-F238E27FC236}">
                  <a16:creationId xmlns:a16="http://schemas.microsoft.com/office/drawing/2014/main" id="{5F10AB5E-A5A1-2F9B-461A-93BC45DF310D}"/>
                </a:ext>
              </a:extLst>
            </p:cNvPr>
            <p:cNvSpPr/>
            <p:nvPr/>
          </p:nvSpPr>
          <p:spPr>
            <a:xfrm>
              <a:off x="4949739" y="1627342"/>
              <a:ext cx="54737" cy="233464"/>
            </a:xfrm>
            <a:custGeom>
              <a:avLst/>
              <a:gdLst/>
              <a:ahLst/>
              <a:cxnLst/>
              <a:rect l="l" t="t" r="r" b="b"/>
              <a:pathLst>
                <a:path w="2089" h="8910" extrusionOk="0">
                  <a:moveTo>
                    <a:pt x="909" y="0"/>
                  </a:moveTo>
                  <a:cubicBezTo>
                    <a:pt x="394" y="0"/>
                    <a:pt x="0" y="449"/>
                    <a:pt x="58" y="960"/>
                  </a:cubicBezTo>
                  <a:lnTo>
                    <a:pt x="941" y="8909"/>
                  </a:lnTo>
                  <a:lnTo>
                    <a:pt x="2088" y="8909"/>
                  </a:lnTo>
                  <a:lnTo>
                    <a:pt x="1790" y="831"/>
                  </a:lnTo>
                  <a:cubicBezTo>
                    <a:pt x="1776" y="365"/>
                    <a:pt x="1392" y="0"/>
                    <a:pt x="931" y="0"/>
                  </a:cubicBezTo>
                  <a:lnTo>
                    <a:pt x="917" y="0"/>
                  </a:lnTo>
                  <a:cubicBezTo>
                    <a:pt x="914" y="0"/>
                    <a:pt x="911" y="0"/>
                    <a:pt x="909" y="0"/>
                  </a:cubicBezTo>
                  <a:close/>
                </a:path>
              </a:pathLst>
            </a:custGeom>
            <a:solidFill>
              <a:srgbClr val="EDF1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1924;p132">
              <a:extLst>
                <a:ext uri="{FF2B5EF4-FFF2-40B4-BE49-F238E27FC236}">
                  <a16:creationId xmlns:a16="http://schemas.microsoft.com/office/drawing/2014/main" id="{90B58349-97B3-F9BE-18CA-67D2BC0D2210}"/>
                </a:ext>
              </a:extLst>
            </p:cNvPr>
            <p:cNvSpPr/>
            <p:nvPr/>
          </p:nvSpPr>
          <p:spPr>
            <a:xfrm>
              <a:off x="4972352" y="1842910"/>
              <a:ext cx="32124" cy="17896"/>
            </a:xfrm>
            <a:custGeom>
              <a:avLst/>
              <a:gdLst/>
              <a:ahLst/>
              <a:cxnLst/>
              <a:rect l="l" t="t" r="r" b="b"/>
              <a:pathLst>
                <a:path w="1226" h="683" extrusionOk="0">
                  <a:moveTo>
                    <a:pt x="1" y="1"/>
                  </a:moveTo>
                  <a:lnTo>
                    <a:pt x="78" y="682"/>
                  </a:lnTo>
                  <a:lnTo>
                    <a:pt x="1225" y="682"/>
                  </a:lnTo>
                  <a:lnTo>
                    <a:pt x="1201" y="1"/>
                  </a:lnTo>
                  <a:close/>
                </a:path>
              </a:pathLst>
            </a:custGeom>
            <a:solidFill>
              <a:srgbClr val="E1E7E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1925;p132">
              <a:extLst>
                <a:ext uri="{FF2B5EF4-FFF2-40B4-BE49-F238E27FC236}">
                  <a16:creationId xmlns:a16="http://schemas.microsoft.com/office/drawing/2014/main" id="{D1ECB270-42E0-8565-EE41-1275967C8F3D}"/>
                </a:ext>
              </a:extLst>
            </p:cNvPr>
            <p:cNvSpPr/>
            <p:nvPr/>
          </p:nvSpPr>
          <p:spPr>
            <a:xfrm>
              <a:off x="4949215" y="1699268"/>
              <a:ext cx="140524" cy="96897"/>
            </a:xfrm>
            <a:custGeom>
              <a:avLst/>
              <a:gdLst/>
              <a:ahLst/>
              <a:cxnLst/>
              <a:rect l="l" t="t" r="r" b="b"/>
              <a:pathLst>
                <a:path w="5363" h="3698" extrusionOk="0">
                  <a:moveTo>
                    <a:pt x="2679" y="1"/>
                  </a:moveTo>
                  <a:cubicBezTo>
                    <a:pt x="1201" y="1"/>
                    <a:pt x="1" y="827"/>
                    <a:pt x="1" y="1849"/>
                  </a:cubicBezTo>
                  <a:cubicBezTo>
                    <a:pt x="1" y="2871"/>
                    <a:pt x="1201" y="3697"/>
                    <a:pt x="2679" y="3697"/>
                  </a:cubicBezTo>
                  <a:cubicBezTo>
                    <a:pt x="4163" y="3697"/>
                    <a:pt x="5363" y="2871"/>
                    <a:pt x="5363" y="1849"/>
                  </a:cubicBezTo>
                  <a:cubicBezTo>
                    <a:pt x="5363" y="827"/>
                    <a:pt x="4163" y="1"/>
                    <a:pt x="2679" y="1"/>
                  </a:cubicBezTo>
                  <a:close/>
                </a:path>
              </a:pathLst>
            </a:custGeom>
            <a:solidFill>
              <a:srgbClr val="B8C5C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1926;p132">
              <a:extLst>
                <a:ext uri="{FF2B5EF4-FFF2-40B4-BE49-F238E27FC236}">
                  <a16:creationId xmlns:a16="http://schemas.microsoft.com/office/drawing/2014/main" id="{A3AF1ECD-911B-750F-6094-B120F6A5E12D}"/>
                </a:ext>
              </a:extLst>
            </p:cNvPr>
            <p:cNvSpPr/>
            <p:nvPr/>
          </p:nvSpPr>
          <p:spPr>
            <a:xfrm>
              <a:off x="4947328" y="1572998"/>
              <a:ext cx="33356" cy="31600"/>
            </a:xfrm>
            <a:custGeom>
              <a:avLst/>
              <a:gdLst/>
              <a:ahLst/>
              <a:cxnLst/>
              <a:rect l="l" t="t" r="r" b="b"/>
              <a:pathLst>
                <a:path w="1273" h="1206" extrusionOk="0">
                  <a:moveTo>
                    <a:pt x="999" y="1"/>
                  </a:moveTo>
                  <a:cubicBezTo>
                    <a:pt x="447" y="5"/>
                    <a:pt x="1" y="452"/>
                    <a:pt x="1" y="1004"/>
                  </a:cubicBezTo>
                  <a:cubicBezTo>
                    <a:pt x="1" y="1138"/>
                    <a:pt x="103" y="1205"/>
                    <a:pt x="205" y="1205"/>
                  </a:cubicBezTo>
                  <a:cubicBezTo>
                    <a:pt x="307" y="1205"/>
                    <a:pt x="409" y="1138"/>
                    <a:pt x="409" y="1004"/>
                  </a:cubicBezTo>
                  <a:cubicBezTo>
                    <a:pt x="409" y="673"/>
                    <a:pt x="673" y="409"/>
                    <a:pt x="999" y="409"/>
                  </a:cubicBezTo>
                  <a:cubicBezTo>
                    <a:pt x="1273" y="409"/>
                    <a:pt x="1273" y="1"/>
                    <a:pt x="99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1927;p132">
              <a:extLst>
                <a:ext uri="{FF2B5EF4-FFF2-40B4-BE49-F238E27FC236}">
                  <a16:creationId xmlns:a16="http://schemas.microsoft.com/office/drawing/2014/main" id="{E08A801B-2ED9-1AEC-1BA8-288A99409A56}"/>
                </a:ext>
              </a:extLst>
            </p:cNvPr>
            <p:cNvSpPr/>
            <p:nvPr/>
          </p:nvSpPr>
          <p:spPr>
            <a:xfrm>
              <a:off x="5057143" y="1593882"/>
              <a:ext cx="33356" cy="31574"/>
            </a:xfrm>
            <a:custGeom>
              <a:avLst/>
              <a:gdLst/>
              <a:ahLst/>
              <a:cxnLst/>
              <a:rect l="l" t="t" r="r" b="b"/>
              <a:pathLst>
                <a:path w="1273" h="1205" extrusionOk="0">
                  <a:moveTo>
                    <a:pt x="274" y="0"/>
                  </a:moveTo>
                  <a:cubicBezTo>
                    <a:pt x="0" y="0"/>
                    <a:pt x="0" y="408"/>
                    <a:pt x="274" y="408"/>
                  </a:cubicBezTo>
                  <a:cubicBezTo>
                    <a:pt x="600" y="408"/>
                    <a:pt x="864" y="672"/>
                    <a:pt x="864" y="999"/>
                  </a:cubicBezTo>
                  <a:cubicBezTo>
                    <a:pt x="864" y="1136"/>
                    <a:pt x="966" y="1204"/>
                    <a:pt x="1068" y="1204"/>
                  </a:cubicBezTo>
                  <a:cubicBezTo>
                    <a:pt x="1170" y="1204"/>
                    <a:pt x="1272" y="1136"/>
                    <a:pt x="1272" y="999"/>
                  </a:cubicBezTo>
                  <a:cubicBezTo>
                    <a:pt x="1268" y="447"/>
                    <a:pt x="821" y="0"/>
                    <a:pt x="274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1928;p132">
              <a:extLst>
                <a:ext uri="{FF2B5EF4-FFF2-40B4-BE49-F238E27FC236}">
                  <a16:creationId xmlns:a16="http://schemas.microsoft.com/office/drawing/2014/main" id="{3236F29B-F3C9-0FEB-4D06-AF42C8AA4735}"/>
                </a:ext>
              </a:extLst>
            </p:cNvPr>
            <p:cNvSpPr/>
            <p:nvPr/>
          </p:nvSpPr>
          <p:spPr>
            <a:xfrm>
              <a:off x="5006022" y="1532620"/>
              <a:ext cx="38727" cy="26753"/>
            </a:xfrm>
            <a:custGeom>
              <a:avLst/>
              <a:gdLst/>
              <a:ahLst/>
              <a:cxnLst/>
              <a:rect l="l" t="t" r="r" b="b"/>
              <a:pathLst>
                <a:path w="1478" h="1021" extrusionOk="0">
                  <a:moveTo>
                    <a:pt x="479" y="1"/>
                  </a:moveTo>
                  <a:cubicBezTo>
                    <a:pt x="407" y="1"/>
                    <a:pt x="335" y="8"/>
                    <a:pt x="262" y="25"/>
                  </a:cubicBezTo>
                  <a:cubicBezTo>
                    <a:pt x="1" y="69"/>
                    <a:pt x="62" y="431"/>
                    <a:pt x="287" y="431"/>
                  </a:cubicBezTo>
                  <a:cubicBezTo>
                    <a:pt x="306" y="431"/>
                    <a:pt x="327" y="429"/>
                    <a:pt x="348" y="423"/>
                  </a:cubicBezTo>
                  <a:cubicBezTo>
                    <a:pt x="392" y="413"/>
                    <a:pt x="436" y="408"/>
                    <a:pt x="479" y="408"/>
                  </a:cubicBezTo>
                  <a:cubicBezTo>
                    <a:pt x="752" y="408"/>
                    <a:pt x="996" y="596"/>
                    <a:pt x="1059" y="869"/>
                  </a:cubicBezTo>
                  <a:cubicBezTo>
                    <a:pt x="1087" y="974"/>
                    <a:pt x="1168" y="1020"/>
                    <a:pt x="1250" y="1020"/>
                  </a:cubicBezTo>
                  <a:cubicBezTo>
                    <a:pt x="1363" y="1020"/>
                    <a:pt x="1477" y="931"/>
                    <a:pt x="1452" y="783"/>
                  </a:cubicBezTo>
                  <a:cubicBezTo>
                    <a:pt x="1348" y="318"/>
                    <a:pt x="936" y="1"/>
                    <a:pt x="479" y="1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1929;p132">
              <a:extLst>
                <a:ext uri="{FF2B5EF4-FFF2-40B4-BE49-F238E27FC236}">
                  <a16:creationId xmlns:a16="http://schemas.microsoft.com/office/drawing/2014/main" id="{1A1EB69C-763C-ED51-B553-AD2835471D9A}"/>
                </a:ext>
              </a:extLst>
            </p:cNvPr>
            <p:cNvSpPr/>
            <p:nvPr/>
          </p:nvSpPr>
          <p:spPr>
            <a:xfrm>
              <a:off x="4943948" y="1694001"/>
              <a:ext cx="151084" cy="107430"/>
            </a:xfrm>
            <a:custGeom>
              <a:avLst/>
              <a:gdLst/>
              <a:ahLst/>
              <a:cxnLst/>
              <a:rect l="l" t="t" r="r" b="b"/>
              <a:pathLst>
                <a:path w="5766" h="4100" extrusionOk="0">
                  <a:moveTo>
                    <a:pt x="2885" y="404"/>
                  </a:moveTo>
                  <a:cubicBezTo>
                    <a:pt x="3557" y="404"/>
                    <a:pt x="4191" y="586"/>
                    <a:pt x="4661" y="908"/>
                  </a:cubicBezTo>
                  <a:cubicBezTo>
                    <a:pt x="5112" y="1220"/>
                    <a:pt x="5362" y="1623"/>
                    <a:pt x="5362" y="2050"/>
                  </a:cubicBezTo>
                  <a:cubicBezTo>
                    <a:pt x="5362" y="2477"/>
                    <a:pt x="5112" y="2880"/>
                    <a:pt x="4661" y="3188"/>
                  </a:cubicBezTo>
                  <a:cubicBezTo>
                    <a:pt x="4191" y="3514"/>
                    <a:pt x="3557" y="3697"/>
                    <a:pt x="2885" y="3697"/>
                  </a:cubicBezTo>
                  <a:cubicBezTo>
                    <a:pt x="2208" y="3697"/>
                    <a:pt x="1575" y="3514"/>
                    <a:pt x="1104" y="3188"/>
                  </a:cubicBezTo>
                  <a:cubicBezTo>
                    <a:pt x="653" y="2880"/>
                    <a:pt x="408" y="2477"/>
                    <a:pt x="408" y="2050"/>
                  </a:cubicBezTo>
                  <a:cubicBezTo>
                    <a:pt x="408" y="1623"/>
                    <a:pt x="653" y="1220"/>
                    <a:pt x="1104" y="908"/>
                  </a:cubicBezTo>
                  <a:cubicBezTo>
                    <a:pt x="1575" y="581"/>
                    <a:pt x="2208" y="404"/>
                    <a:pt x="2885" y="404"/>
                  </a:cubicBezTo>
                  <a:close/>
                  <a:moveTo>
                    <a:pt x="2880" y="0"/>
                  </a:moveTo>
                  <a:cubicBezTo>
                    <a:pt x="2127" y="0"/>
                    <a:pt x="1411" y="202"/>
                    <a:pt x="874" y="576"/>
                  </a:cubicBezTo>
                  <a:cubicBezTo>
                    <a:pt x="307" y="965"/>
                    <a:pt x="0" y="1488"/>
                    <a:pt x="0" y="2050"/>
                  </a:cubicBezTo>
                  <a:cubicBezTo>
                    <a:pt x="0" y="2612"/>
                    <a:pt x="307" y="3135"/>
                    <a:pt x="874" y="3524"/>
                  </a:cubicBezTo>
                  <a:cubicBezTo>
                    <a:pt x="1411" y="3898"/>
                    <a:pt x="2127" y="4100"/>
                    <a:pt x="2880" y="4100"/>
                  </a:cubicBezTo>
                  <a:cubicBezTo>
                    <a:pt x="3639" y="4100"/>
                    <a:pt x="4354" y="3898"/>
                    <a:pt x="4892" y="3524"/>
                  </a:cubicBezTo>
                  <a:cubicBezTo>
                    <a:pt x="5458" y="3135"/>
                    <a:pt x="5765" y="2612"/>
                    <a:pt x="5765" y="2050"/>
                  </a:cubicBezTo>
                  <a:cubicBezTo>
                    <a:pt x="5765" y="1488"/>
                    <a:pt x="5458" y="965"/>
                    <a:pt x="4892" y="576"/>
                  </a:cubicBezTo>
                  <a:cubicBezTo>
                    <a:pt x="4354" y="202"/>
                    <a:pt x="3639" y="0"/>
                    <a:pt x="2880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1930;p132">
              <a:extLst>
                <a:ext uri="{FF2B5EF4-FFF2-40B4-BE49-F238E27FC236}">
                  <a16:creationId xmlns:a16="http://schemas.microsoft.com/office/drawing/2014/main" id="{9658C8E2-B3DD-AC1F-335A-CCD15AE10162}"/>
                </a:ext>
              </a:extLst>
            </p:cNvPr>
            <p:cNvSpPr/>
            <p:nvPr/>
          </p:nvSpPr>
          <p:spPr>
            <a:xfrm>
              <a:off x="4891622" y="1502697"/>
              <a:ext cx="255841" cy="363402"/>
            </a:xfrm>
            <a:custGeom>
              <a:avLst/>
              <a:gdLst/>
              <a:ahLst/>
              <a:cxnLst/>
              <a:rect l="l" t="t" r="r" b="b"/>
              <a:pathLst>
                <a:path w="9764" h="13869" extrusionOk="0">
                  <a:moveTo>
                    <a:pt x="4892" y="408"/>
                  </a:moveTo>
                  <a:cubicBezTo>
                    <a:pt x="5084" y="423"/>
                    <a:pt x="5257" y="519"/>
                    <a:pt x="5372" y="667"/>
                  </a:cubicBezTo>
                  <a:cubicBezTo>
                    <a:pt x="5412" y="723"/>
                    <a:pt x="5473" y="753"/>
                    <a:pt x="5535" y="753"/>
                  </a:cubicBezTo>
                  <a:cubicBezTo>
                    <a:pt x="5554" y="753"/>
                    <a:pt x="5574" y="750"/>
                    <a:pt x="5593" y="744"/>
                  </a:cubicBezTo>
                  <a:cubicBezTo>
                    <a:pt x="5660" y="725"/>
                    <a:pt x="5737" y="715"/>
                    <a:pt x="5809" y="715"/>
                  </a:cubicBezTo>
                  <a:cubicBezTo>
                    <a:pt x="6236" y="715"/>
                    <a:pt x="6591" y="1027"/>
                    <a:pt x="6591" y="1416"/>
                  </a:cubicBezTo>
                  <a:lnTo>
                    <a:pt x="6591" y="1421"/>
                  </a:lnTo>
                  <a:cubicBezTo>
                    <a:pt x="6587" y="1538"/>
                    <a:pt x="6682" y="1629"/>
                    <a:pt x="6793" y="1629"/>
                  </a:cubicBezTo>
                  <a:cubicBezTo>
                    <a:pt x="6801" y="1629"/>
                    <a:pt x="6809" y="1628"/>
                    <a:pt x="6817" y="1627"/>
                  </a:cubicBezTo>
                  <a:cubicBezTo>
                    <a:pt x="6855" y="1618"/>
                    <a:pt x="6893" y="1618"/>
                    <a:pt x="6927" y="1618"/>
                  </a:cubicBezTo>
                  <a:lnTo>
                    <a:pt x="6932" y="1618"/>
                  </a:lnTo>
                  <a:cubicBezTo>
                    <a:pt x="7397" y="1618"/>
                    <a:pt x="7772" y="1959"/>
                    <a:pt x="7777" y="2381"/>
                  </a:cubicBezTo>
                  <a:cubicBezTo>
                    <a:pt x="7781" y="2487"/>
                    <a:pt x="7757" y="2588"/>
                    <a:pt x="7709" y="2684"/>
                  </a:cubicBezTo>
                  <a:cubicBezTo>
                    <a:pt x="7650" y="2821"/>
                    <a:pt x="7748" y="2972"/>
                    <a:pt x="7892" y="2972"/>
                  </a:cubicBezTo>
                  <a:cubicBezTo>
                    <a:pt x="7898" y="2972"/>
                    <a:pt x="7905" y="2972"/>
                    <a:pt x="7911" y="2972"/>
                  </a:cubicBezTo>
                  <a:lnTo>
                    <a:pt x="7983" y="2972"/>
                  </a:lnTo>
                  <a:cubicBezTo>
                    <a:pt x="7986" y="2972"/>
                    <a:pt x="7990" y="2971"/>
                    <a:pt x="7993" y="2971"/>
                  </a:cubicBezTo>
                  <a:cubicBezTo>
                    <a:pt x="8459" y="2971"/>
                    <a:pt x="8833" y="3311"/>
                    <a:pt x="8833" y="3735"/>
                  </a:cubicBezTo>
                  <a:cubicBezTo>
                    <a:pt x="8838" y="3836"/>
                    <a:pt x="8814" y="3941"/>
                    <a:pt x="8770" y="4037"/>
                  </a:cubicBezTo>
                  <a:cubicBezTo>
                    <a:pt x="8708" y="4172"/>
                    <a:pt x="8804" y="4325"/>
                    <a:pt x="8953" y="4325"/>
                  </a:cubicBezTo>
                  <a:lnTo>
                    <a:pt x="8967" y="4325"/>
                  </a:lnTo>
                  <a:cubicBezTo>
                    <a:pt x="8996" y="4325"/>
                    <a:pt x="9020" y="4320"/>
                    <a:pt x="9044" y="4320"/>
                  </a:cubicBezTo>
                  <a:lnTo>
                    <a:pt x="9078" y="4320"/>
                  </a:lnTo>
                  <a:cubicBezTo>
                    <a:pt x="9279" y="4325"/>
                    <a:pt x="9318" y="4464"/>
                    <a:pt x="9327" y="4522"/>
                  </a:cubicBezTo>
                  <a:cubicBezTo>
                    <a:pt x="9346" y="4637"/>
                    <a:pt x="9274" y="4748"/>
                    <a:pt x="9159" y="4781"/>
                  </a:cubicBezTo>
                  <a:cubicBezTo>
                    <a:pt x="9130" y="4786"/>
                    <a:pt x="9102" y="4805"/>
                    <a:pt x="9078" y="4824"/>
                  </a:cubicBezTo>
                  <a:lnTo>
                    <a:pt x="9073" y="4820"/>
                  </a:lnTo>
                  <a:lnTo>
                    <a:pt x="9044" y="4800"/>
                  </a:lnTo>
                  <a:lnTo>
                    <a:pt x="9034" y="4786"/>
                  </a:lnTo>
                  <a:lnTo>
                    <a:pt x="9006" y="4767"/>
                  </a:lnTo>
                  <a:lnTo>
                    <a:pt x="8996" y="4762"/>
                  </a:lnTo>
                  <a:cubicBezTo>
                    <a:pt x="8948" y="4724"/>
                    <a:pt x="8895" y="4695"/>
                    <a:pt x="8842" y="4666"/>
                  </a:cubicBezTo>
                  <a:lnTo>
                    <a:pt x="8838" y="4661"/>
                  </a:lnTo>
                  <a:lnTo>
                    <a:pt x="8799" y="4647"/>
                  </a:lnTo>
                  <a:lnTo>
                    <a:pt x="8790" y="4642"/>
                  </a:lnTo>
                  <a:lnTo>
                    <a:pt x="8751" y="4623"/>
                  </a:lnTo>
                  <a:lnTo>
                    <a:pt x="8746" y="4623"/>
                  </a:lnTo>
                  <a:cubicBezTo>
                    <a:pt x="8708" y="4608"/>
                    <a:pt x="8665" y="4599"/>
                    <a:pt x="8626" y="4589"/>
                  </a:cubicBezTo>
                  <a:lnTo>
                    <a:pt x="8602" y="4584"/>
                  </a:lnTo>
                  <a:lnTo>
                    <a:pt x="8578" y="4575"/>
                  </a:lnTo>
                  <a:lnTo>
                    <a:pt x="8549" y="4570"/>
                  </a:lnTo>
                  <a:lnTo>
                    <a:pt x="8525" y="4565"/>
                  </a:lnTo>
                  <a:lnTo>
                    <a:pt x="8492" y="4560"/>
                  </a:lnTo>
                  <a:lnTo>
                    <a:pt x="8362" y="4560"/>
                  </a:lnTo>
                  <a:cubicBezTo>
                    <a:pt x="8319" y="4560"/>
                    <a:pt x="8276" y="4565"/>
                    <a:pt x="8233" y="4570"/>
                  </a:cubicBezTo>
                  <a:lnTo>
                    <a:pt x="8194" y="4575"/>
                  </a:lnTo>
                  <a:lnTo>
                    <a:pt x="8165" y="4580"/>
                  </a:lnTo>
                  <a:lnTo>
                    <a:pt x="8132" y="4589"/>
                  </a:lnTo>
                  <a:lnTo>
                    <a:pt x="8103" y="4594"/>
                  </a:lnTo>
                  <a:cubicBezTo>
                    <a:pt x="8021" y="4613"/>
                    <a:pt x="7949" y="4642"/>
                    <a:pt x="7873" y="4680"/>
                  </a:cubicBezTo>
                  <a:lnTo>
                    <a:pt x="7868" y="4685"/>
                  </a:lnTo>
                  <a:lnTo>
                    <a:pt x="7829" y="4704"/>
                  </a:lnTo>
                  <a:lnTo>
                    <a:pt x="7810" y="4714"/>
                  </a:lnTo>
                  <a:lnTo>
                    <a:pt x="7777" y="4738"/>
                  </a:lnTo>
                  <a:lnTo>
                    <a:pt x="7757" y="4748"/>
                  </a:lnTo>
                  <a:lnTo>
                    <a:pt x="7729" y="4767"/>
                  </a:lnTo>
                  <a:lnTo>
                    <a:pt x="7709" y="4786"/>
                  </a:lnTo>
                  <a:lnTo>
                    <a:pt x="7690" y="4800"/>
                  </a:lnTo>
                  <a:lnTo>
                    <a:pt x="7661" y="4824"/>
                  </a:lnTo>
                  <a:lnTo>
                    <a:pt x="7647" y="4834"/>
                  </a:lnTo>
                  <a:lnTo>
                    <a:pt x="7613" y="4868"/>
                  </a:lnTo>
                  <a:lnTo>
                    <a:pt x="7609" y="4872"/>
                  </a:lnTo>
                  <a:cubicBezTo>
                    <a:pt x="7585" y="4901"/>
                    <a:pt x="7556" y="4930"/>
                    <a:pt x="7532" y="4959"/>
                  </a:cubicBezTo>
                  <a:cubicBezTo>
                    <a:pt x="7517" y="4973"/>
                    <a:pt x="7508" y="4992"/>
                    <a:pt x="7493" y="5007"/>
                  </a:cubicBezTo>
                  <a:lnTo>
                    <a:pt x="7469" y="4973"/>
                  </a:lnTo>
                  <a:lnTo>
                    <a:pt x="7460" y="4959"/>
                  </a:lnTo>
                  <a:cubicBezTo>
                    <a:pt x="7450" y="4944"/>
                    <a:pt x="7436" y="4930"/>
                    <a:pt x="7426" y="4916"/>
                  </a:cubicBezTo>
                  <a:lnTo>
                    <a:pt x="7421" y="4911"/>
                  </a:lnTo>
                  <a:lnTo>
                    <a:pt x="7412" y="4906"/>
                  </a:lnTo>
                  <a:lnTo>
                    <a:pt x="7383" y="4872"/>
                  </a:lnTo>
                  <a:lnTo>
                    <a:pt x="7373" y="4863"/>
                  </a:lnTo>
                  <a:lnTo>
                    <a:pt x="7340" y="4834"/>
                  </a:lnTo>
                  <a:lnTo>
                    <a:pt x="7330" y="4824"/>
                  </a:lnTo>
                  <a:lnTo>
                    <a:pt x="7301" y="4800"/>
                  </a:lnTo>
                  <a:lnTo>
                    <a:pt x="7292" y="4791"/>
                  </a:lnTo>
                  <a:lnTo>
                    <a:pt x="7253" y="4767"/>
                  </a:lnTo>
                  <a:lnTo>
                    <a:pt x="7244" y="4757"/>
                  </a:lnTo>
                  <a:lnTo>
                    <a:pt x="7210" y="4733"/>
                  </a:lnTo>
                  <a:lnTo>
                    <a:pt x="7201" y="4728"/>
                  </a:lnTo>
                  <a:lnTo>
                    <a:pt x="7162" y="4704"/>
                  </a:lnTo>
                  <a:lnTo>
                    <a:pt x="7157" y="4704"/>
                  </a:lnTo>
                  <a:lnTo>
                    <a:pt x="7114" y="4680"/>
                  </a:lnTo>
                  <a:lnTo>
                    <a:pt x="7109" y="4680"/>
                  </a:lnTo>
                  <a:lnTo>
                    <a:pt x="7061" y="4656"/>
                  </a:lnTo>
                  <a:lnTo>
                    <a:pt x="7013" y="4637"/>
                  </a:lnTo>
                  <a:lnTo>
                    <a:pt x="6961" y="4618"/>
                  </a:lnTo>
                  <a:lnTo>
                    <a:pt x="6908" y="4604"/>
                  </a:lnTo>
                  <a:lnTo>
                    <a:pt x="6855" y="4589"/>
                  </a:lnTo>
                  <a:lnTo>
                    <a:pt x="6850" y="4589"/>
                  </a:lnTo>
                  <a:lnTo>
                    <a:pt x="6802" y="4580"/>
                  </a:lnTo>
                  <a:lnTo>
                    <a:pt x="6793" y="4580"/>
                  </a:lnTo>
                  <a:lnTo>
                    <a:pt x="6749" y="4575"/>
                  </a:lnTo>
                  <a:lnTo>
                    <a:pt x="6543" y="4575"/>
                  </a:lnTo>
                  <a:lnTo>
                    <a:pt x="6500" y="4580"/>
                  </a:lnTo>
                  <a:lnTo>
                    <a:pt x="6481" y="4580"/>
                  </a:lnTo>
                  <a:lnTo>
                    <a:pt x="6437" y="4584"/>
                  </a:lnTo>
                  <a:lnTo>
                    <a:pt x="6418" y="4589"/>
                  </a:lnTo>
                  <a:lnTo>
                    <a:pt x="6370" y="4599"/>
                  </a:lnTo>
                  <a:lnTo>
                    <a:pt x="6361" y="4599"/>
                  </a:lnTo>
                  <a:lnTo>
                    <a:pt x="6308" y="4613"/>
                  </a:lnTo>
                  <a:lnTo>
                    <a:pt x="6289" y="4623"/>
                  </a:lnTo>
                  <a:lnTo>
                    <a:pt x="6250" y="4632"/>
                  </a:lnTo>
                  <a:lnTo>
                    <a:pt x="6231" y="4642"/>
                  </a:lnTo>
                  <a:lnTo>
                    <a:pt x="6197" y="4656"/>
                  </a:lnTo>
                  <a:lnTo>
                    <a:pt x="6178" y="4661"/>
                  </a:lnTo>
                  <a:lnTo>
                    <a:pt x="6140" y="4680"/>
                  </a:lnTo>
                  <a:lnTo>
                    <a:pt x="6125" y="4690"/>
                  </a:lnTo>
                  <a:lnTo>
                    <a:pt x="6077" y="4714"/>
                  </a:lnTo>
                  <a:lnTo>
                    <a:pt x="6063" y="4724"/>
                  </a:lnTo>
                  <a:lnTo>
                    <a:pt x="6029" y="4748"/>
                  </a:lnTo>
                  <a:lnTo>
                    <a:pt x="6010" y="4757"/>
                  </a:lnTo>
                  <a:lnTo>
                    <a:pt x="5981" y="4781"/>
                  </a:lnTo>
                  <a:lnTo>
                    <a:pt x="5967" y="4791"/>
                  </a:lnTo>
                  <a:lnTo>
                    <a:pt x="5933" y="4820"/>
                  </a:lnTo>
                  <a:lnTo>
                    <a:pt x="5919" y="4829"/>
                  </a:lnTo>
                  <a:cubicBezTo>
                    <a:pt x="5909" y="4839"/>
                    <a:pt x="5895" y="4853"/>
                    <a:pt x="5881" y="4868"/>
                  </a:cubicBezTo>
                  <a:lnTo>
                    <a:pt x="5871" y="4872"/>
                  </a:lnTo>
                  <a:lnTo>
                    <a:pt x="5842" y="4906"/>
                  </a:lnTo>
                  <a:lnTo>
                    <a:pt x="5828" y="4920"/>
                  </a:lnTo>
                  <a:lnTo>
                    <a:pt x="5804" y="4949"/>
                  </a:lnTo>
                  <a:lnTo>
                    <a:pt x="5789" y="4964"/>
                  </a:lnTo>
                  <a:lnTo>
                    <a:pt x="5765" y="4997"/>
                  </a:lnTo>
                  <a:lnTo>
                    <a:pt x="5756" y="5007"/>
                  </a:lnTo>
                  <a:cubicBezTo>
                    <a:pt x="5727" y="4968"/>
                    <a:pt x="5698" y="4930"/>
                    <a:pt x="5665" y="4896"/>
                  </a:cubicBezTo>
                  <a:cubicBezTo>
                    <a:pt x="5463" y="4676"/>
                    <a:pt x="5185" y="4556"/>
                    <a:pt x="4892" y="4556"/>
                  </a:cubicBezTo>
                  <a:lnTo>
                    <a:pt x="4872" y="4556"/>
                  </a:lnTo>
                  <a:cubicBezTo>
                    <a:pt x="4867" y="4556"/>
                    <a:pt x="4861" y="4555"/>
                    <a:pt x="4856" y="4555"/>
                  </a:cubicBezTo>
                  <a:cubicBezTo>
                    <a:pt x="4569" y="4555"/>
                    <a:pt x="4297" y="4675"/>
                    <a:pt x="4104" y="4882"/>
                  </a:cubicBezTo>
                  <a:cubicBezTo>
                    <a:pt x="4071" y="4916"/>
                    <a:pt x="4037" y="4954"/>
                    <a:pt x="4008" y="4992"/>
                  </a:cubicBezTo>
                  <a:lnTo>
                    <a:pt x="3999" y="4983"/>
                  </a:lnTo>
                  <a:lnTo>
                    <a:pt x="3975" y="4949"/>
                  </a:lnTo>
                  <a:lnTo>
                    <a:pt x="3965" y="4935"/>
                  </a:lnTo>
                  <a:lnTo>
                    <a:pt x="3941" y="4906"/>
                  </a:lnTo>
                  <a:lnTo>
                    <a:pt x="3927" y="4892"/>
                  </a:lnTo>
                  <a:lnTo>
                    <a:pt x="3893" y="4858"/>
                  </a:lnTo>
                  <a:lnTo>
                    <a:pt x="3888" y="4853"/>
                  </a:lnTo>
                  <a:cubicBezTo>
                    <a:pt x="3874" y="4839"/>
                    <a:pt x="3860" y="4824"/>
                    <a:pt x="3845" y="4815"/>
                  </a:cubicBezTo>
                  <a:lnTo>
                    <a:pt x="3831" y="4805"/>
                  </a:lnTo>
                  <a:lnTo>
                    <a:pt x="3802" y="4776"/>
                  </a:lnTo>
                  <a:lnTo>
                    <a:pt x="3783" y="4767"/>
                  </a:lnTo>
                  <a:lnTo>
                    <a:pt x="3754" y="4743"/>
                  </a:lnTo>
                  <a:lnTo>
                    <a:pt x="3735" y="4733"/>
                  </a:lnTo>
                  <a:lnTo>
                    <a:pt x="3701" y="4709"/>
                  </a:lnTo>
                  <a:lnTo>
                    <a:pt x="3687" y="4700"/>
                  </a:lnTo>
                  <a:lnTo>
                    <a:pt x="3639" y="4671"/>
                  </a:lnTo>
                  <a:lnTo>
                    <a:pt x="3624" y="4666"/>
                  </a:lnTo>
                  <a:lnTo>
                    <a:pt x="3586" y="4647"/>
                  </a:lnTo>
                  <a:lnTo>
                    <a:pt x="3567" y="4642"/>
                  </a:lnTo>
                  <a:lnTo>
                    <a:pt x="3533" y="4628"/>
                  </a:lnTo>
                  <a:lnTo>
                    <a:pt x="3514" y="4618"/>
                  </a:lnTo>
                  <a:lnTo>
                    <a:pt x="3476" y="4608"/>
                  </a:lnTo>
                  <a:lnTo>
                    <a:pt x="3456" y="4599"/>
                  </a:lnTo>
                  <a:lnTo>
                    <a:pt x="3404" y="4584"/>
                  </a:lnTo>
                  <a:lnTo>
                    <a:pt x="3394" y="4584"/>
                  </a:lnTo>
                  <a:lnTo>
                    <a:pt x="3346" y="4575"/>
                  </a:lnTo>
                  <a:lnTo>
                    <a:pt x="3327" y="4570"/>
                  </a:lnTo>
                  <a:lnTo>
                    <a:pt x="3288" y="4565"/>
                  </a:lnTo>
                  <a:lnTo>
                    <a:pt x="3264" y="4565"/>
                  </a:lnTo>
                  <a:lnTo>
                    <a:pt x="3226" y="4560"/>
                  </a:lnTo>
                  <a:lnTo>
                    <a:pt x="3020" y="4560"/>
                  </a:lnTo>
                  <a:lnTo>
                    <a:pt x="2976" y="4565"/>
                  </a:lnTo>
                  <a:lnTo>
                    <a:pt x="2962" y="4565"/>
                  </a:lnTo>
                  <a:lnTo>
                    <a:pt x="2914" y="4575"/>
                  </a:lnTo>
                  <a:lnTo>
                    <a:pt x="2909" y="4575"/>
                  </a:lnTo>
                  <a:lnTo>
                    <a:pt x="2856" y="4589"/>
                  </a:lnTo>
                  <a:cubicBezTo>
                    <a:pt x="2804" y="4604"/>
                    <a:pt x="2751" y="4623"/>
                    <a:pt x="2698" y="4647"/>
                  </a:cubicBezTo>
                  <a:lnTo>
                    <a:pt x="2650" y="4666"/>
                  </a:lnTo>
                  <a:lnTo>
                    <a:pt x="2607" y="4690"/>
                  </a:lnTo>
                  <a:lnTo>
                    <a:pt x="2602" y="4690"/>
                  </a:lnTo>
                  <a:lnTo>
                    <a:pt x="2559" y="4719"/>
                  </a:lnTo>
                  <a:lnTo>
                    <a:pt x="2554" y="4724"/>
                  </a:lnTo>
                  <a:lnTo>
                    <a:pt x="2516" y="4748"/>
                  </a:lnTo>
                  <a:lnTo>
                    <a:pt x="2511" y="4752"/>
                  </a:lnTo>
                  <a:lnTo>
                    <a:pt x="2472" y="4781"/>
                  </a:lnTo>
                  <a:lnTo>
                    <a:pt x="2468" y="4786"/>
                  </a:lnTo>
                  <a:lnTo>
                    <a:pt x="2434" y="4815"/>
                  </a:lnTo>
                  <a:lnTo>
                    <a:pt x="2424" y="4824"/>
                  </a:lnTo>
                  <a:lnTo>
                    <a:pt x="2420" y="4824"/>
                  </a:lnTo>
                  <a:lnTo>
                    <a:pt x="2391" y="4848"/>
                  </a:lnTo>
                  <a:lnTo>
                    <a:pt x="2381" y="4858"/>
                  </a:lnTo>
                  <a:lnTo>
                    <a:pt x="2352" y="4892"/>
                  </a:lnTo>
                  <a:lnTo>
                    <a:pt x="2343" y="4896"/>
                  </a:lnTo>
                  <a:lnTo>
                    <a:pt x="2343" y="4901"/>
                  </a:lnTo>
                  <a:cubicBezTo>
                    <a:pt x="2328" y="4916"/>
                    <a:pt x="2314" y="4930"/>
                    <a:pt x="2304" y="4949"/>
                  </a:cubicBezTo>
                  <a:lnTo>
                    <a:pt x="2295" y="4964"/>
                  </a:lnTo>
                  <a:lnTo>
                    <a:pt x="2271" y="4992"/>
                  </a:lnTo>
                  <a:cubicBezTo>
                    <a:pt x="2256" y="4978"/>
                    <a:pt x="2247" y="4959"/>
                    <a:pt x="2232" y="4944"/>
                  </a:cubicBezTo>
                  <a:cubicBezTo>
                    <a:pt x="2223" y="4930"/>
                    <a:pt x="2213" y="4920"/>
                    <a:pt x="2204" y="4911"/>
                  </a:cubicBezTo>
                  <a:lnTo>
                    <a:pt x="2189" y="4896"/>
                  </a:lnTo>
                  <a:cubicBezTo>
                    <a:pt x="1991" y="4680"/>
                    <a:pt x="1706" y="4555"/>
                    <a:pt x="1414" y="4555"/>
                  </a:cubicBezTo>
                  <a:cubicBezTo>
                    <a:pt x="1408" y="4555"/>
                    <a:pt x="1403" y="4556"/>
                    <a:pt x="1397" y="4556"/>
                  </a:cubicBezTo>
                  <a:lnTo>
                    <a:pt x="1234" y="4556"/>
                  </a:lnTo>
                  <a:lnTo>
                    <a:pt x="1205" y="4560"/>
                  </a:lnTo>
                  <a:lnTo>
                    <a:pt x="1181" y="4565"/>
                  </a:lnTo>
                  <a:lnTo>
                    <a:pt x="1152" y="4575"/>
                  </a:lnTo>
                  <a:lnTo>
                    <a:pt x="1133" y="4580"/>
                  </a:lnTo>
                  <a:cubicBezTo>
                    <a:pt x="1090" y="4589"/>
                    <a:pt x="1051" y="4604"/>
                    <a:pt x="1013" y="4618"/>
                  </a:cubicBezTo>
                  <a:lnTo>
                    <a:pt x="1008" y="4618"/>
                  </a:lnTo>
                  <a:lnTo>
                    <a:pt x="970" y="4632"/>
                  </a:lnTo>
                  <a:lnTo>
                    <a:pt x="960" y="4637"/>
                  </a:lnTo>
                  <a:lnTo>
                    <a:pt x="922" y="4652"/>
                  </a:lnTo>
                  <a:lnTo>
                    <a:pt x="917" y="4652"/>
                  </a:lnTo>
                  <a:cubicBezTo>
                    <a:pt x="864" y="4680"/>
                    <a:pt x="811" y="4714"/>
                    <a:pt x="759" y="4748"/>
                  </a:cubicBezTo>
                  <a:lnTo>
                    <a:pt x="754" y="4752"/>
                  </a:lnTo>
                  <a:lnTo>
                    <a:pt x="725" y="4776"/>
                  </a:lnTo>
                  <a:lnTo>
                    <a:pt x="711" y="4786"/>
                  </a:lnTo>
                  <a:lnTo>
                    <a:pt x="687" y="4810"/>
                  </a:lnTo>
                  <a:lnTo>
                    <a:pt x="682" y="4815"/>
                  </a:lnTo>
                  <a:cubicBezTo>
                    <a:pt x="658" y="4791"/>
                    <a:pt x="629" y="4776"/>
                    <a:pt x="600" y="4767"/>
                  </a:cubicBezTo>
                  <a:cubicBezTo>
                    <a:pt x="485" y="4738"/>
                    <a:pt x="413" y="4623"/>
                    <a:pt x="432" y="4508"/>
                  </a:cubicBezTo>
                  <a:cubicBezTo>
                    <a:pt x="437" y="4445"/>
                    <a:pt x="475" y="4316"/>
                    <a:pt x="682" y="4306"/>
                  </a:cubicBezTo>
                  <a:lnTo>
                    <a:pt x="715" y="4306"/>
                  </a:lnTo>
                  <a:cubicBezTo>
                    <a:pt x="739" y="4306"/>
                    <a:pt x="763" y="4306"/>
                    <a:pt x="787" y="4311"/>
                  </a:cubicBezTo>
                  <a:cubicBezTo>
                    <a:pt x="794" y="4311"/>
                    <a:pt x="801" y="4312"/>
                    <a:pt x="807" y="4312"/>
                  </a:cubicBezTo>
                  <a:cubicBezTo>
                    <a:pt x="955" y="4312"/>
                    <a:pt x="1053" y="4161"/>
                    <a:pt x="989" y="4023"/>
                  </a:cubicBezTo>
                  <a:cubicBezTo>
                    <a:pt x="946" y="3927"/>
                    <a:pt x="922" y="3826"/>
                    <a:pt x="922" y="3720"/>
                  </a:cubicBezTo>
                  <a:cubicBezTo>
                    <a:pt x="922" y="3301"/>
                    <a:pt x="1301" y="2957"/>
                    <a:pt x="1762" y="2957"/>
                  </a:cubicBezTo>
                  <a:cubicBezTo>
                    <a:pt x="1765" y="2957"/>
                    <a:pt x="1768" y="2957"/>
                    <a:pt x="1772" y="2957"/>
                  </a:cubicBezTo>
                  <a:cubicBezTo>
                    <a:pt x="1796" y="2957"/>
                    <a:pt x="1820" y="2957"/>
                    <a:pt x="1844" y="2962"/>
                  </a:cubicBezTo>
                  <a:cubicBezTo>
                    <a:pt x="1848" y="2962"/>
                    <a:pt x="1853" y="2962"/>
                    <a:pt x="1857" y="2962"/>
                  </a:cubicBezTo>
                  <a:cubicBezTo>
                    <a:pt x="2008" y="2962"/>
                    <a:pt x="2110" y="2809"/>
                    <a:pt x="2045" y="2669"/>
                  </a:cubicBezTo>
                  <a:cubicBezTo>
                    <a:pt x="2002" y="2578"/>
                    <a:pt x="1978" y="2472"/>
                    <a:pt x="1978" y="2367"/>
                  </a:cubicBezTo>
                  <a:cubicBezTo>
                    <a:pt x="1978" y="1949"/>
                    <a:pt x="2362" y="1603"/>
                    <a:pt x="2823" y="1603"/>
                  </a:cubicBezTo>
                  <a:lnTo>
                    <a:pt x="2828" y="1603"/>
                  </a:lnTo>
                  <a:cubicBezTo>
                    <a:pt x="2866" y="1603"/>
                    <a:pt x="2904" y="1608"/>
                    <a:pt x="2943" y="1613"/>
                  </a:cubicBezTo>
                  <a:cubicBezTo>
                    <a:pt x="2951" y="1614"/>
                    <a:pt x="2959" y="1615"/>
                    <a:pt x="2967" y="1615"/>
                  </a:cubicBezTo>
                  <a:cubicBezTo>
                    <a:pt x="3076" y="1615"/>
                    <a:pt x="3168" y="1523"/>
                    <a:pt x="3168" y="1411"/>
                  </a:cubicBezTo>
                  <a:lnTo>
                    <a:pt x="3168" y="1416"/>
                  </a:lnTo>
                  <a:cubicBezTo>
                    <a:pt x="3173" y="1027"/>
                    <a:pt x="3519" y="715"/>
                    <a:pt x="3946" y="715"/>
                  </a:cubicBezTo>
                  <a:lnTo>
                    <a:pt x="3951" y="715"/>
                  </a:lnTo>
                  <a:cubicBezTo>
                    <a:pt x="4023" y="715"/>
                    <a:pt x="4100" y="725"/>
                    <a:pt x="4172" y="744"/>
                  </a:cubicBezTo>
                  <a:cubicBezTo>
                    <a:pt x="4191" y="750"/>
                    <a:pt x="4210" y="753"/>
                    <a:pt x="4229" y="753"/>
                  </a:cubicBezTo>
                  <a:cubicBezTo>
                    <a:pt x="4291" y="753"/>
                    <a:pt x="4351" y="723"/>
                    <a:pt x="4388" y="667"/>
                  </a:cubicBezTo>
                  <a:cubicBezTo>
                    <a:pt x="4503" y="519"/>
                    <a:pt x="4676" y="423"/>
                    <a:pt x="4868" y="408"/>
                  </a:cubicBezTo>
                  <a:close/>
                  <a:moveTo>
                    <a:pt x="8420" y="4959"/>
                  </a:moveTo>
                  <a:cubicBezTo>
                    <a:pt x="8453" y="4959"/>
                    <a:pt x="8487" y="4968"/>
                    <a:pt x="8516" y="4973"/>
                  </a:cubicBezTo>
                  <a:lnTo>
                    <a:pt x="8525" y="4973"/>
                  </a:lnTo>
                  <a:cubicBezTo>
                    <a:pt x="8559" y="4983"/>
                    <a:pt x="8593" y="4992"/>
                    <a:pt x="8621" y="5007"/>
                  </a:cubicBezTo>
                  <a:cubicBezTo>
                    <a:pt x="8655" y="5021"/>
                    <a:pt x="8684" y="5040"/>
                    <a:pt x="8713" y="5060"/>
                  </a:cubicBezTo>
                  <a:cubicBezTo>
                    <a:pt x="8741" y="5074"/>
                    <a:pt x="8770" y="5098"/>
                    <a:pt x="8794" y="5117"/>
                  </a:cubicBezTo>
                  <a:lnTo>
                    <a:pt x="8799" y="5122"/>
                  </a:lnTo>
                  <a:cubicBezTo>
                    <a:pt x="8814" y="5136"/>
                    <a:pt x="8823" y="5146"/>
                    <a:pt x="8833" y="5156"/>
                  </a:cubicBezTo>
                  <a:cubicBezTo>
                    <a:pt x="8842" y="5170"/>
                    <a:pt x="8852" y="5180"/>
                    <a:pt x="8862" y="5189"/>
                  </a:cubicBezTo>
                  <a:lnTo>
                    <a:pt x="8871" y="5204"/>
                  </a:lnTo>
                  <a:lnTo>
                    <a:pt x="8895" y="5232"/>
                  </a:lnTo>
                  <a:lnTo>
                    <a:pt x="8900" y="5242"/>
                  </a:lnTo>
                  <a:cubicBezTo>
                    <a:pt x="8910" y="5256"/>
                    <a:pt x="8919" y="5266"/>
                    <a:pt x="8924" y="5280"/>
                  </a:cubicBezTo>
                  <a:lnTo>
                    <a:pt x="8934" y="5295"/>
                  </a:lnTo>
                  <a:cubicBezTo>
                    <a:pt x="8938" y="5304"/>
                    <a:pt x="8943" y="5319"/>
                    <a:pt x="8948" y="5328"/>
                  </a:cubicBezTo>
                  <a:lnTo>
                    <a:pt x="8953" y="5338"/>
                  </a:lnTo>
                  <a:cubicBezTo>
                    <a:pt x="8958" y="5352"/>
                    <a:pt x="8967" y="5367"/>
                    <a:pt x="8972" y="5381"/>
                  </a:cubicBezTo>
                  <a:lnTo>
                    <a:pt x="8977" y="5396"/>
                  </a:lnTo>
                  <a:cubicBezTo>
                    <a:pt x="8982" y="5410"/>
                    <a:pt x="8986" y="5424"/>
                    <a:pt x="8991" y="5439"/>
                  </a:cubicBezTo>
                  <a:cubicBezTo>
                    <a:pt x="9020" y="5535"/>
                    <a:pt x="9030" y="5640"/>
                    <a:pt x="9015" y="5741"/>
                  </a:cubicBezTo>
                  <a:lnTo>
                    <a:pt x="9010" y="5741"/>
                  </a:lnTo>
                  <a:lnTo>
                    <a:pt x="7637" y="13158"/>
                  </a:lnTo>
                  <a:cubicBezTo>
                    <a:pt x="7604" y="13335"/>
                    <a:pt x="7450" y="13460"/>
                    <a:pt x="7273" y="13460"/>
                  </a:cubicBezTo>
                  <a:lnTo>
                    <a:pt x="6831" y="13460"/>
                  </a:lnTo>
                  <a:lnTo>
                    <a:pt x="7047" y="11502"/>
                  </a:lnTo>
                  <a:cubicBezTo>
                    <a:pt x="7055" y="11361"/>
                    <a:pt x="6949" y="11284"/>
                    <a:pt x="6843" y="11284"/>
                  </a:cubicBezTo>
                  <a:cubicBezTo>
                    <a:pt x="6753" y="11284"/>
                    <a:pt x="6664" y="11339"/>
                    <a:pt x="6644" y="11458"/>
                  </a:cubicBezTo>
                  <a:lnTo>
                    <a:pt x="6423" y="13460"/>
                  </a:lnTo>
                  <a:lnTo>
                    <a:pt x="5665" y="13460"/>
                  </a:lnTo>
                  <a:lnTo>
                    <a:pt x="5717" y="12087"/>
                  </a:lnTo>
                  <a:cubicBezTo>
                    <a:pt x="5717" y="11954"/>
                    <a:pt x="5615" y="11885"/>
                    <a:pt x="5512" y="11885"/>
                  </a:cubicBezTo>
                  <a:cubicBezTo>
                    <a:pt x="5415" y="11885"/>
                    <a:pt x="5319" y="11947"/>
                    <a:pt x="5309" y="12073"/>
                  </a:cubicBezTo>
                  <a:lnTo>
                    <a:pt x="5257" y="13465"/>
                  </a:lnTo>
                  <a:lnTo>
                    <a:pt x="4503" y="13465"/>
                  </a:lnTo>
                  <a:lnTo>
                    <a:pt x="4450" y="12068"/>
                  </a:lnTo>
                  <a:cubicBezTo>
                    <a:pt x="4450" y="11933"/>
                    <a:pt x="4350" y="11867"/>
                    <a:pt x="4248" y="11867"/>
                  </a:cubicBezTo>
                  <a:cubicBezTo>
                    <a:pt x="4141" y="11867"/>
                    <a:pt x="4032" y="11941"/>
                    <a:pt x="4042" y="12087"/>
                  </a:cubicBezTo>
                  <a:lnTo>
                    <a:pt x="4095" y="13465"/>
                  </a:lnTo>
                  <a:lnTo>
                    <a:pt x="3341" y="13465"/>
                  </a:lnTo>
                  <a:lnTo>
                    <a:pt x="3116" y="11458"/>
                  </a:lnTo>
                  <a:cubicBezTo>
                    <a:pt x="3096" y="11342"/>
                    <a:pt x="3007" y="11288"/>
                    <a:pt x="2918" y="11288"/>
                  </a:cubicBezTo>
                  <a:cubicBezTo>
                    <a:pt x="2812" y="11288"/>
                    <a:pt x="2705" y="11365"/>
                    <a:pt x="2712" y="11506"/>
                  </a:cubicBezTo>
                  <a:lnTo>
                    <a:pt x="2928" y="13460"/>
                  </a:lnTo>
                  <a:lnTo>
                    <a:pt x="2487" y="13460"/>
                  </a:lnTo>
                  <a:cubicBezTo>
                    <a:pt x="2309" y="13460"/>
                    <a:pt x="2156" y="13335"/>
                    <a:pt x="2122" y="13158"/>
                  </a:cubicBezTo>
                  <a:lnTo>
                    <a:pt x="749" y="5741"/>
                  </a:lnTo>
                  <a:cubicBezTo>
                    <a:pt x="730" y="5645"/>
                    <a:pt x="735" y="5544"/>
                    <a:pt x="759" y="5453"/>
                  </a:cubicBezTo>
                  <a:cubicBezTo>
                    <a:pt x="763" y="5439"/>
                    <a:pt x="763" y="5424"/>
                    <a:pt x="773" y="5405"/>
                  </a:cubicBezTo>
                  <a:lnTo>
                    <a:pt x="778" y="5396"/>
                  </a:lnTo>
                  <a:cubicBezTo>
                    <a:pt x="783" y="5376"/>
                    <a:pt x="787" y="5362"/>
                    <a:pt x="792" y="5348"/>
                  </a:cubicBezTo>
                  <a:lnTo>
                    <a:pt x="797" y="5343"/>
                  </a:lnTo>
                  <a:cubicBezTo>
                    <a:pt x="802" y="5328"/>
                    <a:pt x="807" y="5319"/>
                    <a:pt x="816" y="5304"/>
                  </a:cubicBezTo>
                  <a:lnTo>
                    <a:pt x="821" y="5295"/>
                  </a:lnTo>
                  <a:cubicBezTo>
                    <a:pt x="831" y="5280"/>
                    <a:pt x="835" y="5266"/>
                    <a:pt x="845" y="5256"/>
                  </a:cubicBezTo>
                  <a:lnTo>
                    <a:pt x="850" y="5247"/>
                  </a:lnTo>
                  <a:lnTo>
                    <a:pt x="874" y="5218"/>
                  </a:lnTo>
                  <a:lnTo>
                    <a:pt x="883" y="5204"/>
                  </a:lnTo>
                  <a:cubicBezTo>
                    <a:pt x="893" y="5194"/>
                    <a:pt x="903" y="5180"/>
                    <a:pt x="912" y="5170"/>
                  </a:cubicBezTo>
                  <a:cubicBezTo>
                    <a:pt x="922" y="5156"/>
                    <a:pt x="936" y="5146"/>
                    <a:pt x="946" y="5136"/>
                  </a:cubicBezTo>
                  <a:lnTo>
                    <a:pt x="955" y="5132"/>
                  </a:lnTo>
                  <a:cubicBezTo>
                    <a:pt x="979" y="5108"/>
                    <a:pt x="1003" y="5088"/>
                    <a:pt x="1032" y="5069"/>
                  </a:cubicBezTo>
                  <a:cubicBezTo>
                    <a:pt x="1061" y="5050"/>
                    <a:pt x="1095" y="5036"/>
                    <a:pt x="1123" y="5021"/>
                  </a:cubicBezTo>
                  <a:cubicBezTo>
                    <a:pt x="1157" y="5007"/>
                    <a:pt x="1191" y="4997"/>
                    <a:pt x="1224" y="4988"/>
                  </a:cubicBezTo>
                  <a:lnTo>
                    <a:pt x="1229" y="4988"/>
                  </a:lnTo>
                  <a:cubicBezTo>
                    <a:pt x="1263" y="4978"/>
                    <a:pt x="1296" y="4973"/>
                    <a:pt x="1325" y="4968"/>
                  </a:cubicBezTo>
                  <a:lnTo>
                    <a:pt x="1387" y="4968"/>
                  </a:lnTo>
                  <a:cubicBezTo>
                    <a:pt x="1724" y="4968"/>
                    <a:pt x="2007" y="5223"/>
                    <a:pt x="2045" y="5554"/>
                  </a:cubicBezTo>
                  <a:lnTo>
                    <a:pt x="2050" y="5602"/>
                  </a:lnTo>
                  <a:lnTo>
                    <a:pt x="2064" y="5736"/>
                  </a:lnTo>
                  <a:lnTo>
                    <a:pt x="2064" y="5746"/>
                  </a:lnTo>
                  <a:lnTo>
                    <a:pt x="2252" y="7421"/>
                  </a:lnTo>
                  <a:cubicBezTo>
                    <a:pt x="2261" y="7522"/>
                    <a:pt x="2348" y="7599"/>
                    <a:pt x="2453" y="7599"/>
                  </a:cubicBezTo>
                  <a:lnTo>
                    <a:pt x="2477" y="7599"/>
                  </a:lnTo>
                  <a:cubicBezTo>
                    <a:pt x="2588" y="7589"/>
                    <a:pt x="2669" y="7489"/>
                    <a:pt x="2655" y="7373"/>
                  </a:cubicBezTo>
                  <a:lnTo>
                    <a:pt x="2477" y="5693"/>
                  </a:lnTo>
                  <a:lnTo>
                    <a:pt x="2477" y="5688"/>
                  </a:lnTo>
                  <a:cubicBezTo>
                    <a:pt x="2477" y="5664"/>
                    <a:pt x="2472" y="5640"/>
                    <a:pt x="2472" y="5621"/>
                  </a:cubicBezTo>
                  <a:lnTo>
                    <a:pt x="2472" y="5602"/>
                  </a:lnTo>
                  <a:lnTo>
                    <a:pt x="2472" y="5588"/>
                  </a:lnTo>
                  <a:lnTo>
                    <a:pt x="2472" y="5559"/>
                  </a:lnTo>
                  <a:lnTo>
                    <a:pt x="2472" y="5554"/>
                  </a:lnTo>
                  <a:cubicBezTo>
                    <a:pt x="2472" y="5544"/>
                    <a:pt x="2472" y="5535"/>
                    <a:pt x="2477" y="5525"/>
                  </a:cubicBezTo>
                  <a:lnTo>
                    <a:pt x="2477" y="5520"/>
                  </a:lnTo>
                  <a:cubicBezTo>
                    <a:pt x="2477" y="5511"/>
                    <a:pt x="2477" y="5501"/>
                    <a:pt x="2482" y="5492"/>
                  </a:cubicBezTo>
                  <a:lnTo>
                    <a:pt x="2482" y="5487"/>
                  </a:lnTo>
                  <a:cubicBezTo>
                    <a:pt x="2482" y="5477"/>
                    <a:pt x="2487" y="5468"/>
                    <a:pt x="2487" y="5458"/>
                  </a:cubicBezTo>
                  <a:lnTo>
                    <a:pt x="2487" y="5453"/>
                  </a:lnTo>
                  <a:cubicBezTo>
                    <a:pt x="2487" y="5444"/>
                    <a:pt x="2492" y="5434"/>
                    <a:pt x="2496" y="5429"/>
                  </a:cubicBezTo>
                  <a:lnTo>
                    <a:pt x="2496" y="5420"/>
                  </a:lnTo>
                  <a:cubicBezTo>
                    <a:pt x="2496" y="5410"/>
                    <a:pt x="2501" y="5405"/>
                    <a:pt x="2501" y="5396"/>
                  </a:cubicBezTo>
                  <a:lnTo>
                    <a:pt x="2506" y="5386"/>
                  </a:lnTo>
                  <a:cubicBezTo>
                    <a:pt x="2511" y="5376"/>
                    <a:pt x="2511" y="5372"/>
                    <a:pt x="2516" y="5362"/>
                  </a:cubicBezTo>
                  <a:lnTo>
                    <a:pt x="2516" y="5357"/>
                  </a:lnTo>
                  <a:lnTo>
                    <a:pt x="2525" y="5333"/>
                  </a:lnTo>
                  <a:lnTo>
                    <a:pt x="2530" y="5324"/>
                  </a:lnTo>
                  <a:lnTo>
                    <a:pt x="2544" y="5304"/>
                  </a:lnTo>
                  <a:lnTo>
                    <a:pt x="2549" y="5295"/>
                  </a:lnTo>
                  <a:lnTo>
                    <a:pt x="2559" y="5276"/>
                  </a:lnTo>
                  <a:lnTo>
                    <a:pt x="2564" y="5261"/>
                  </a:lnTo>
                  <a:lnTo>
                    <a:pt x="2578" y="5247"/>
                  </a:lnTo>
                  <a:lnTo>
                    <a:pt x="2583" y="5237"/>
                  </a:lnTo>
                  <a:lnTo>
                    <a:pt x="2583" y="5232"/>
                  </a:lnTo>
                  <a:lnTo>
                    <a:pt x="2597" y="5218"/>
                  </a:lnTo>
                  <a:lnTo>
                    <a:pt x="2607" y="5204"/>
                  </a:lnTo>
                  <a:lnTo>
                    <a:pt x="2612" y="5199"/>
                  </a:lnTo>
                  <a:lnTo>
                    <a:pt x="2631" y="5180"/>
                  </a:lnTo>
                  <a:lnTo>
                    <a:pt x="2655" y="5151"/>
                  </a:lnTo>
                  <a:lnTo>
                    <a:pt x="2669" y="5136"/>
                  </a:lnTo>
                  <a:lnTo>
                    <a:pt x="2679" y="5132"/>
                  </a:lnTo>
                  <a:cubicBezTo>
                    <a:pt x="2799" y="5021"/>
                    <a:pt x="2957" y="4964"/>
                    <a:pt x="3120" y="4959"/>
                  </a:cubicBezTo>
                  <a:lnTo>
                    <a:pt x="3135" y="4959"/>
                  </a:lnTo>
                  <a:cubicBezTo>
                    <a:pt x="3490" y="4959"/>
                    <a:pt x="3783" y="5242"/>
                    <a:pt x="3792" y="5597"/>
                  </a:cubicBezTo>
                  <a:lnTo>
                    <a:pt x="3792" y="5607"/>
                  </a:lnTo>
                  <a:lnTo>
                    <a:pt x="3831" y="6644"/>
                  </a:lnTo>
                  <a:cubicBezTo>
                    <a:pt x="3831" y="6782"/>
                    <a:pt x="3933" y="6849"/>
                    <a:pt x="4036" y="6849"/>
                  </a:cubicBezTo>
                  <a:cubicBezTo>
                    <a:pt x="4144" y="6849"/>
                    <a:pt x="4251" y="6775"/>
                    <a:pt x="4239" y="6629"/>
                  </a:cubicBezTo>
                  <a:lnTo>
                    <a:pt x="4200" y="5645"/>
                  </a:lnTo>
                  <a:lnTo>
                    <a:pt x="4200" y="5626"/>
                  </a:lnTo>
                  <a:lnTo>
                    <a:pt x="4200" y="5612"/>
                  </a:lnTo>
                  <a:lnTo>
                    <a:pt x="4200" y="5597"/>
                  </a:lnTo>
                  <a:lnTo>
                    <a:pt x="4200" y="5578"/>
                  </a:lnTo>
                  <a:lnTo>
                    <a:pt x="4200" y="5564"/>
                  </a:lnTo>
                  <a:lnTo>
                    <a:pt x="4200" y="5544"/>
                  </a:lnTo>
                  <a:lnTo>
                    <a:pt x="4200" y="5530"/>
                  </a:lnTo>
                  <a:lnTo>
                    <a:pt x="4200" y="5511"/>
                  </a:lnTo>
                  <a:lnTo>
                    <a:pt x="4200" y="5496"/>
                  </a:lnTo>
                  <a:cubicBezTo>
                    <a:pt x="4200" y="5492"/>
                    <a:pt x="4200" y="5487"/>
                    <a:pt x="4205" y="5477"/>
                  </a:cubicBezTo>
                  <a:lnTo>
                    <a:pt x="4210" y="5468"/>
                  </a:lnTo>
                  <a:cubicBezTo>
                    <a:pt x="4210" y="5458"/>
                    <a:pt x="4210" y="5453"/>
                    <a:pt x="4215" y="5448"/>
                  </a:cubicBezTo>
                  <a:lnTo>
                    <a:pt x="4215" y="5434"/>
                  </a:lnTo>
                  <a:lnTo>
                    <a:pt x="4224" y="5415"/>
                  </a:lnTo>
                  <a:lnTo>
                    <a:pt x="4229" y="5405"/>
                  </a:lnTo>
                  <a:lnTo>
                    <a:pt x="4234" y="5386"/>
                  </a:lnTo>
                  <a:lnTo>
                    <a:pt x="4239" y="5372"/>
                  </a:lnTo>
                  <a:lnTo>
                    <a:pt x="4244" y="5357"/>
                  </a:lnTo>
                  <a:lnTo>
                    <a:pt x="4253" y="5343"/>
                  </a:lnTo>
                  <a:lnTo>
                    <a:pt x="4258" y="5328"/>
                  </a:lnTo>
                  <a:lnTo>
                    <a:pt x="4268" y="5314"/>
                  </a:lnTo>
                  <a:lnTo>
                    <a:pt x="4277" y="5300"/>
                  </a:lnTo>
                  <a:lnTo>
                    <a:pt x="4282" y="5285"/>
                  </a:lnTo>
                  <a:lnTo>
                    <a:pt x="4292" y="5271"/>
                  </a:lnTo>
                  <a:lnTo>
                    <a:pt x="4301" y="5256"/>
                  </a:lnTo>
                  <a:lnTo>
                    <a:pt x="4311" y="5242"/>
                  </a:lnTo>
                  <a:lnTo>
                    <a:pt x="4320" y="5228"/>
                  </a:lnTo>
                  <a:lnTo>
                    <a:pt x="4330" y="5213"/>
                  </a:lnTo>
                  <a:lnTo>
                    <a:pt x="4349" y="5194"/>
                  </a:lnTo>
                  <a:lnTo>
                    <a:pt x="4354" y="5189"/>
                  </a:lnTo>
                  <a:lnTo>
                    <a:pt x="4373" y="5165"/>
                  </a:lnTo>
                  <a:cubicBezTo>
                    <a:pt x="4474" y="5060"/>
                    <a:pt x="4608" y="4992"/>
                    <a:pt x="4748" y="4968"/>
                  </a:cubicBezTo>
                  <a:cubicBezTo>
                    <a:pt x="4781" y="4964"/>
                    <a:pt x="4815" y="4964"/>
                    <a:pt x="4848" y="4964"/>
                  </a:cubicBezTo>
                  <a:lnTo>
                    <a:pt x="4868" y="4964"/>
                  </a:lnTo>
                  <a:cubicBezTo>
                    <a:pt x="4874" y="4963"/>
                    <a:pt x="4881" y="4963"/>
                    <a:pt x="4887" y="4963"/>
                  </a:cubicBezTo>
                  <a:cubicBezTo>
                    <a:pt x="5210" y="4963"/>
                    <a:pt x="5488" y="5196"/>
                    <a:pt x="5540" y="5516"/>
                  </a:cubicBezTo>
                  <a:cubicBezTo>
                    <a:pt x="5540" y="5525"/>
                    <a:pt x="5540" y="5535"/>
                    <a:pt x="5545" y="5544"/>
                  </a:cubicBezTo>
                  <a:lnTo>
                    <a:pt x="5545" y="5549"/>
                  </a:lnTo>
                  <a:lnTo>
                    <a:pt x="5545" y="5578"/>
                  </a:lnTo>
                  <a:lnTo>
                    <a:pt x="5545" y="5583"/>
                  </a:lnTo>
                  <a:lnTo>
                    <a:pt x="5545" y="5612"/>
                  </a:lnTo>
                  <a:lnTo>
                    <a:pt x="5545" y="5616"/>
                  </a:lnTo>
                  <a:lnTo>
                    <a:pt x="5545" y="5645"/>
                  </a:lnTo>
                  <a:lnTo>
                    <a:pt x="5506" y="6625"/>
                  </a:lnTo>
                  <a:cubicBezTo>
                    <a:pt x="5509" y="6758"/>
                    <a:pt x="5611" y="6826"/>
                    <a:pt x="5713" y="6826"/>
                  </a:cubicBezTo>
                  <a:cubicBezTo>
                    <a:pt x="5809" y="6826"/>
                    <a:pt x="5905" y="6765"/>
                    <a:pt x="5914" y="6639"/>
                  </a:cubicBezTo>
                  <a:lnTo>
                    <a:pt x="5953" y="5597"/>
                  </a:lnTo>
                  <a:cubicBezTo>
                    <a:pt x="5967" y="5245"/>
                    <a:pt x="6255" y="4964"/>
                    <a:pt x="6606" y="4964"/>
                  </a:cubicBezTo>
                  <a:cubicBezTo>
                    <a:pt x="6609" y="4964"/>
                    <a:pt x="6612" y="4964"/>
                    <a:pt x="6615" y="4964"/>
                  </a:cubicBezTo>
                  <a:lnTo>
                    <a:pt x="6629" y="4964"/>
                  </a:lnTo>
                  <a:cubicBezTo>
                    <a:pt x="6788" y="4964"/>
                    <a:pt x="6946" y="5021"/>
                    <a:pt x="7071" y="5132"/>
                  </a:cubicBezTo>
                  <a:lnTo>
                    <a:pt x="7076" y="5136"/>
                  </a:lnTo>
                  <a:lnTo>
                    <a:pt x="7090" y="5156"/>
                  </a:lnTo>
                  <a:lnTo>
                    <a:pt x="7114" y="5180"/>
                  </a:lnTo>
                  <a:lnTo>
                    <a:pt x="7133" y="5199"/>
                  </a:lnTo>
                  <a:lnTo>
                    <a:pt x="7138" y="5204"/>
                  </a:lnTo>
                  <a:lnTo>
                    <a:pt x="7153" y="5223"/>
                  </a:lnTo>
                  <a:lnTo>
                    <a:pt x="7162" y="5232"/>
                  </a:lnTo>
                  <a:lnTo>
                    <a:pt x="7167" y="5237"/>
                  </a:lnTo>
                  <a:cubicBezTo>
                    <a:pt x="7177" y="5256"/>
                    <a:pt x="7191" y="5276"/>
                    <a:pt x="7201" y="5295"/>
                  </a:cubicBezTo>
                  <a:cubicBezTo>
                    <a:pt x="7205" y="5304"/>
                    <a:pt x="7210" y="5314"/>
                    <a:pt x="7215" y="5324"/>
                  </a:cubicBezTo>
                  <a:lnTo>
                    <a:pt x="7220" y="5333"/>
                  </a:lnTo>
                  <a:lnTo>
                    <a:pt x="7229" y="5352"/>
                  </a:lnTo>
                  <a:lnTo>
                    <a:pt x="7239" y="5372"/>
                  </a:lnTo>
                  <a:lnTo>
                    <a:pt x="7244" y="5386"/>
                  </a:lnTo>
                  <a:lnTo>
                    <a:pt x="7253" y="5405"/>
                  </a:lnTo>
                  <a:lnTo>
                    <a:pt x="7253" y="5420"/>
                  </a:lnTo>
                  <a:cubicBezTo>
                    <a:pt x="7253" y="5424"/>
                    <a:pt x="7258" y="5434"/>
                    <a:pt x="7263" y="5444"/>
                  </a:cubicBezTo>
                  <a:lnTo>
                    <a:pt x="7263" y="5453"/>
                  </a:lnTo>
                  <a:cubicBezTo>
                    <a:pt x="7263" y="5458"/>
                    <a:pt x="7268" y="5468"/>
                    <a:pt x="7268" y="5472"/>
                  </a:cubicBezTo>
                  <a:lnTo>
                    <a:pt x="7268" y="5487"/>
                  </a:lnTo>
                  <a:cubicBezTo>
                    <a:pt x="7268" y="5496"/>
                    <a:pt x="7273" y="5501"/>
                    <a:pt x="7273" y="5511"/>
                  </a:cubicBezTo>
                  <a:lnTo>
                    <a:pt x="7273" y="5520"/>
                  </a:lnTo>
                  <a:cubicBezTo>
                    <a:pt x="7273" y="5525"/>
                    <a:pt x="7273" y="5535"/>
                    <a:pt x="7277" y="5544"/>
                  </a:cubicBezTo>
                  <a:cubicBezTo>
                    <a:pt x="7282" y="5549"/>
                    <a:pt x="7277" y="5549"/>
                    <a:pt x="7277" y="5554"/>
                  </a:cubicBezTo>
                  <a:lnTo>
                    <a:pt x="7277" y="5573"/>
                  </a:lnTo>
                  <a:lnTo>
                    <a:pt x="7277" y="5588"/>
                  </a:lnTo>
                  <a:lnTo>
                    <a:pt x="7277" y="5597"/>
                  </a:lnTo>
                  <a:lnTo>
                    <a:pt x="7277" y="5607"/>
                  </a:lnTo>
                  <a:lnTo>
                    <a:pt x="7277" y="5616"/>
                  </a:lnTo>
                  <a:lnTo>
                    <a:pt x="7277" y="5650"/>
                  </a:lnTo>
                  <a:lnTo>
                    <a:pt x="7277" y="5684"/>
                  </a:lnTo>
                  <a:lnTo>
                    <a:pt x="7277" y="5688"/>
                  </a:lnTo>
                  <a:lnTo>
                    <a:pt x="7095" y="7345"/>
                  </a:lnTo>
                  <a:cubicBezTo>
                    <a:pt x="7081" y="7455"/>
                    <a:pt x="7162" y="7556"/>
                    <a:pt x="7273" y="7570"/>
                  </a:cubicBezTo>
                  <a:lnTo>
                    <a:pt x="7297" y="7570"/>
                  </a:lnTo>
                  <a:cubicBezTo>
                    <a:pt x="7397" y="7570"/>
                    <a:pt x="7484" y="7493"/>
                    <a:pt x="7498" y="7388"/>
                  </a:cubicBezTo>
                  <a:lnTo>
                    <a:pt x="7681" y="5736"/>
                  </a:lnTo>
                  <a:lnTo>
                    <a:pt x="7705" y="5544"/>
                  </a:lnTo>
                  <a:cubicBezTo>
                    <a:pt x="7738" y="5208"/>
                    <a:pt x="8021" y="4959"/>
                    <a:pt x="8357" y="4959"/>
                  </a:cubicBezTo>
                  <a:close/>
                  <a:moveTo>
                    <a:pt x="4853" y="0"/>
                  </a:moveTo>
                  <a:cubicBezTo>
                    <a:pt x="4834" y="0"/>
                    <a:pt x="4815" y="0"/>
                    <a:pt x="4796" y="10"/>
                  </a:cubicBezTo>
                  <a:cubicBezTo>
                    <a:pt x="4551" y="34"/>
                    <a:pt x="4320" y="149"/>
                    <a:pt x="4148" y="327"/>
                  </a:cubicBezTo>
                  <a:cubicBezTo>
                    <a:pt x="4085" y="312"/>
                    <a:pt x="4023" y="307"/>
                    <a:pt x="3956" y="307"/>
                  </a:cubicBezTo>
                  <a:lnTo>
                    <a:pt x="3951" y="307"/>
                  </a:lnTo>
                  <a:cubicBezTo>
                    <a:pt x="3375" y="307"/>
                    <a:pt x="2890" y="696"/>
                    <a:pt x="2784" y="1210"/>
                  </a:cubicBezTo>
                  <a:cubicBezTo>
                    <a:pt x="2117" y="1229"/>
                    <a:pt x="1580" y="1743"/>
                    <a:pt x="1575" y="2376"/>
                  </a:cubicBezTo>
                  <a:cubicBezTo>
                    <a:pt x="1575" y="2439"/>
                    <a:pt x="1580" y="2506"/>
                    <a:pt x="1594" y="2573"/>
                  </a:cubicBezTo>
                  <a:cubicBezTo>
                    <a:pt x="994" y="2655"/>
                    <a:pt x="523" y="3140"/>
                    <a:pt x="519" y="3730"/>
                  </a:cubicBezTo>
                  <a:cubicBezTo>
                    <a:pt x="519" y="3797"/>
                    <a:pt x="523" y="3864"/>
                    <a:pt x="538" y="3932"/>
                  </a:cubicBezTo>
                  <a:cubicBezTo>
                    <a:pt x="269" y="3980"/>
                    <a:pt x="63" y="4196"/>
                    <a:pt x="29" y="4469"/>
                  </a:cubicBezTo>
                  <a:cubicBezTo>
                    <a:pt x="0" y="4709"/>
                    <a:pt x="106" y="4949"/>
                    <a:pt x="307" y="5088"/>
                  </a:cubicBezTo>
                  <a:cubicBezTo>
                    <a:pt x="303" y="5117"/>
                    <a:pt x="303" y="5146"/>
                    <a:pt x="303" y="5175"/>
                  </a:cubicBezTo>
                  <a:cubicBezTo>
                    <a:pt x="303" y="5261"/>
                    <a:pt x="317" y="5343"/>
                    <a:pt x="351" y="5424"/>
                  </a:cubicBezTo>
                  <a:cubicBezTo>
                    <a:pt x="327" y="5554"/>
                    <a:pt x="327" y="5684"/>
                    <a:pt x="351" y="5813"/>
                  </a:cubicBezTo>
                  <a:lnTo>
                    <a:pt x="1724" y="13230"/>
                  </a:lnTo>
                  <a:cubicBezTo>
                    <a:pt x="1796" y="13599"/>
                    <a:pt x="2117" y="13868"/>
                    <a:pt x="2492" y="13868"/>
                  </a:cubicBezTo>
                  <a:lnTo>
                    <a:pt x="7277" y="13868"/>
                  </a:lnTo>
                  <a:cubicBezTo>
                    <a:pt x="7647" y="13863"/>
                    <a:pt x="7969" y="13599"/>
                    <a:pt x="8036" y="13234"/>
                  </a:cubicBezTo>
                  <a:lnTo>
                    <a:pt x="9418" y="5813"/>
                  </a:lnTo>
                  <a:cubicBezTo>
                    <a:pt x="9438" y="5684"/>
                    <a:pt x="9438" y="5554"/>
                    <a:pt x="9418" y="5424"/>
                  </a:cubicBezTo>
                  <a:cubicBezTo>
                    <a:pt x="9457" y="5319"/>
                    <a:pt x="9471" y="5199"/>
                    <a:pt x="9457" y="5088"/>
                  </a:cubicBezTo>
                  <a:cubicBezTo>
                    <a:pt x="9658" y="4949"/>
                    <a:pt x="9764" y="4709"/>
                    <a:pt x="9730" y="4469"/>
                  </a:cubicBezTo>
                  <a:cubicBezTo>
                    <a:pt x="9702" y="4196"/>
                    <a:pt x="9495" y="3980"/>
                    <a:pt x="9226" y="3932"/>
                  </a:cubicBezTo>
                  <a:cubicBezTo>
                    <a:pt x="9236" y="3864"/>
                    <a:pt x="9246" y="3797"/>
                    <a:pt x="9246" y="3730"/>
                  </a:cubicBezTo>
                  <a:cubicBezTo>
                    <a:pt x="9241" y="3140"/>
                    <a:pt x="8775" y="2655"/>
                    <a:pt x="8170" y="2573"/>
                  </a:cubicBezTo>
                  <a:cubicBezTo>
                    <a:pt x="8180" y="2506"/>
                    <a:pt x="8185" y="2439"/>
                    <a:pt x="8185" y="2376"/>
                  </a:cubicBezTo>
                  <a:cubicBezTo>
                    <a:pt x="8185" y="1743"/>
                    <a:pt x="7647" y="1229"/>
                    <a:pt x="6975" y="1210"/>
                  </a:cubicBezTo>
                  <a:cubicBezTo>
                    <a:pt x="6870" y="695"/>
                    <a:pt x="6390" y="307"/>
                    <a:pt x="5819" y="307"/>
                  </a:cubicBezTo>
                  <a:cubicBezTo>
                    <a:pt x="5816" y="307"/>
                    <a:pt x="5812" y="307"/>
                    <a:pt x="5809" y="307"/>
                  </a:cubicBezTo>
                  <a:cubicBezTo>
                    <a:pt x="5741" y="307"/>
                    <a:pt x="5679" y="312"/>
                    <a:pt x="5612" y="327"/>
                  </a:cubicBezTo>
                  <a:cubicBezTo>
                    <a:pt x="5439" y="149"/>
                    <a:pt x="5213" y="34"/>
                    <a:pt x="4968" y="10"/>
                  </a:cubicBezTo>
                  <a:cubicBezTo>
                    <a:pt x="4949" y="0"/>
                    <a:pt x="4930" y="0"/>
                    <a:pt x="4906" y="0"/>
                  </a:cubicBezTo>
                  <a:close/>
                </a:path>
              </a:pathLst>
            </a:custGeom>
            <a:solidFill>
              <a:srgbClr val="445D7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7024;p110">
            <a:extLst>
              <a:ext uri="{FF2B5EF4-FFF2-40B4-BE49-F238E27FC236}">
                <a16:creationId xmlns:a16="http://schemas.microsoft.com/office/drawing/2014/main" id="{5A203806-6D0C-F80B-F885-5E488AC22150}"/>
              </a:ext>
            </a:extLst>
          </p:cNvPr>
          <p:cNvGrpSpPr/>
          <p:nvPr/>
        </p:nvGrpSpPr>
        <p:grpSpPr>
          <a:xfrm>
            <a:off x="5722653" y="2289746"/>
            <a:ext cx="359829" cy="356858"/>
            <a:chOff x="868608" y="1517576"/>
            <a:chExt cx="376351" cy="373243"/>
          </a:xfrm>
        </p:grpSpPr>
        <p:sp>
          <p:nvSpPr>
            <p:cNvPr id="63" name="Google Shape;7025;p110">
              <a:extLst>
                <a:ext uri="{FF2B5EF4-FFF2-40B4-BE49-F238E27FC236}">
                  <a16:creationId xmlns:a16="http://schemas.microsoft.com/office/drawing/2014/main" id="{8489EC5D-48D1-9E26-7D85-64850A2D6582}"/>
                </a:ext>
              </a:extLst>
            </p:cNvPr>
            <p:cNvSpPr/>
            <p:nvPr/>
          </p:nvSpPr>
          <p:spPr>
            <a:xfrm>
              <a:off x="873989" y="1725715"/>
              <a:ext cx="306827" cy="160150"/>
            </a:xfrm>
            <a:custGeom>
              <a:avLst/>
              <a:gdLst/>
              <a:ahLst/>
              <a:cxnLst/>
              <a:rect l="l" t="t" r="r" b="b"/>
              <a:pathLst>
                <a:path w="13231" h="6906" extrusionOk="0">
                  <a:moveTo>
                    <a:pt x="3462" y="0"/>
                  </a:moveTo>
                  <a:cubicBezTo>
                    <a:pt x="1553" y="0"/>
                    <a:pt x="1" y="1553"/>
                    <a:pt x="10" y="3462"/>
                  </a:cubicBezTo>
                  <a:cubicBezTo>
                    <a:pt x="19" y="5371"/>
                    <a:pt x="1589" y="6905"/>
                    <a:pt x="3498" y="6905"/>
                  </a:cubicBezTo>
                  <a:lnTo>
                    <a:pt x="9778" y="6905"/>
                  </a:lnTo>
                  <a:cubicBezTo>
                    <a:pt x="11687" y="6905"/>
                    <a:pt x="13231" y="5353"/>
                    <a:pt x="13231" y="3453"/>
                  </a:cubicBezTo>
                  <a:cubicBezTo>
                    <a:pt x="13231" y="1544"/>
                    <a:pt x="11687" y="0"/>
                    <a:pt x="977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4" name="Google Shape;7026;p110">
              <a:extLst>
                <a:ext uri="{FF2B5EF4-FFF2-40B4-BE49-F238E27FC236}">
                  <a16:creationId xmlns:a16="http://schemas.microsoft.com/office/drawing/2014/main" id="{6628B4E3-786C-7FC1-3F3B-43B151C6C714}"/>
                </a:ext>
              </a:extLst>
            </p:cNvPr>
            <p:cNvSpPr/>
            <p:nvPr/>
          </p:nvSpPr>
          <p:spPr>
            <a:xfrm>
              <a:off x="1067030" y="1795009"/>
              <a:ext cx="22355" cy="22170"/>
            </a:xfrm>
            <a:custGeom>
              <a:avLst/>
              <a:gdLst/>
              <a:ahLst/>
              <a:cxnLst/>
              <a:rect l="l" t="t" r="r" b="b"/>
              <a:pathLst>
                <a:path w="964" h="956" extrusionOk="0">
                  <a:moveTo>
                    <a:pt x="482" y="1"/>
                  </a:moveTo>
                  <a:cubicBezTo>
                    <a:pt x="214" y="1"/>
                    <a:pt x="0" y="215"/>
                    <a:pt x="0" y="483"/>
                  </a:cubicBezTo>
                  <a:cubicBezTo>
                    <a:pt x="0" y="741"/>
                    <a:pt x="214" y="955"/>
                    <a:pt x="482" y="955"/>
                  </a:cubicBezTo>
                  <a:cubicBezTo>
                    <a:pt x="749" y="955"/>
                    <a:pt x="964" y="741"/>
                    <a:pt x="964" y="483"/>
                  </a:cubicBezTo>
                  <a:cubicBezTo>
                    <a:pt x="964" y="215"/>
                    <a:pt x="749" y="1"/>
                    <a:pt x="48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5" name="Google Shape;7027;p110">
              <a:extLst>
                <a:ext uri="{FF2B5EF4-FFF2-40B4-BE49-F238E27FC236}">
                  <a16:creationId xmlns:a16="http://schemas.microsoft.com/office/drawing/2014/main" id="{724EFDD2-700D-CC23-6CDF-447DB80CAC34}"/>
                </a:ext>
              </a:extLst>
            </p:cNvPr>
            <p:cNvSpPr/>
            <p:nvPr/>
          </p:nvSpPr>
          <p:spPr>
            <a:xfrm>
              <a:off x="1094117" y="1766925"/>
              <a:ext cx="24234" cy="22123"/>
            </a:xfrm>
            <a:custGeom>
              <a:avLst/>
              <a:gdLst/>
              <a:ahLst/>
              <a:cxnLst/>
              <a:rect l="l" t="t" r="r" b="b"/>
              <a:pathLst>
                <a:path w="1045" h="954" extrusionOk="0">
                  <a:moveTo>
                    <a:pt x="526" y="1"/>
                  </a:moveTo>
                  <a:cubicBezTo>
                    <a:pt x="404" y="1"/>
                    <a:pt x="282" y="48"/>
                    <a:pt x="188" y="141"/>
                  </a:cubicBezTo>
                  <a:cubicBezTo>
                    <a:pt x="1" y="329"/>
                    <a:pt x="1" y="632"/>
                    <a:pt x="188" y="819"/>
                  </a:cubicBezTo>
                  <a:cubicBezTo>
                    <a:pt x="282" y="909"/>
                    <a:pt x="404" y="953"/>
                    <a:pt x="526" y="953"/>
                  </a:cubicBezTo>
                  <a:cubicBezTo>
                    <a:pt x="647" y="953"/>
                    <a:pt x="768" y="909"/>
                    <a:pt x="857" y="819"/>
                  </a:cubicBezTo>
                  <a:cubicBezTo>
                    <a:pt x="1044" y="632"/>
                    <a:pt x="1044" y="329"/>
                    <a:pt x="857" y="141"/>
                  </a:cubicBezTo>
                  <a:cubicBezTo>
                    <a:pt x="768" y="48"/>
                    <a:pt x="647" y="1"/>
                    <a:pt x="5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6" name="Google Shape;7028;p110">
              <a:extLst>
                <a:ext uri="{FF2B5EF4-FFF2-40B4-BE49-F238E27FC236}">
                  <a16:creationId xmlns:a16="http://schemas.microsoft.com/office/drawing/2014/main" id="{33C9EA46-E0EB-B3EA-645F-D36396BD45FB}"/>
                </a:ext>
              </a:extLst>
            </p:cNvPr>
            <p:cNvSpPr/>
            <p:nvPr/>
          </p:nvSpPr>
          <p:spPr>
            <a:xfrm>
              <a:off x="1093909" y="1822630"/>
              <a:ext cx="24442" cy="22170"/>
            </a:xfrm>
            <a:custGeom>
              <a:avLst/>
              <a:gdLst/>
              <a:ahLst/>
              <a:cxnLst/>
              <a:rect l="l" t="t" r="r" b="b"/>
              <a:pathLst>
                <a:path w="1054" h="956" extrusionOk="0">
                  <a:moveTo>
                    <a:pt x="530" y="1"/>
                  </a:moveTo>
                  <a:cubicBezTo>
                    <a:pt x="313" y="1"/>
                    <a:pt x="117" y="149"/>
                    <a:pt x="63" y="362"/>
                  </a:cubicBezTo>
                  <a:cubicBezTo>
                    <a:pt x="1" y="621"/>
                    <a:pt x="161" y="880"/>
                    <a:pt x="420" y="942"/>
                  </a:cubicBezTo>
                  <a:cubicBezTo>
                    <a:pt x="458" y="951"/>
                    <a:pt x="496" y="955"/>
                    <a:pt x="533" y="955"/>
                  </a:cubicBezTo>
                  <a:cubicBezTo>
                    <a:pt x="750" y="955"/>
                    <a:pt x="947" y="806"/>
                    <a:pt x="1000" y="585"/>
                  </a:cubicBezTo>
                  <a:cubicBezTo>
                    <a:pt x="1053" y="326"/>
                    <a:pt x="902" y="68"/>
                    <a:pt x="643" y="14"/>
                  </a:cubicBezTo>
                  <a:cubicBezTo>
                    <a:pt x="605" y="5"/>
                    <a:pt x="567" y="1"/>
                    <a:pt x="5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7" name="Google Shape;7029;p110">
              <a:extLst>
                <a:ext uri="{FF2B5EF4-FFF2-40B4-BE49-F238E27FC236}">
                  <a16:creationId xmlns:a16="http://schemas.microsoft.com/office/drawing/2014/main" id="{86A2BDEC-3FC7-D5B6-5DAB-13F2AD6DE9CC}"/>
                </a:ext>
              </a:extLst>
            </p:cNvPr>
            <p:cNvSpPr/>
            <p:nvPr/>
          </p:nvSpPr>
          <p:spPr>
            <a:xfrm>
              <a:off x="1123291" y="1794406"/>
              <a:ext cx="22170" cy="22146"/>
            </a:xfrm>
            <a:custGeom>
              <a:avLst/>
              <a:gdLst/>
              <a:ahLst/>
              <a:cxnLst/>
              <a:rect l="l" t="t" r="r" b="b"/>
              <a:pathLst>
                <a:path w="956" h="955" extrusionOk="0">
                  <a:moveTo>
                    <a:pt x="473" y="0"/>
                  </a:moveTo>
                  <a:cubicBezTo>
                    <a:pt x="215" y="0"/>
                    <a:pt x="1" y="214"/>
                    <a:pt x="1" y="473"/>
                  </a:cubicBezTo>
                  <a:cubicBezTo>
                    <a:pt x="1" y="741"/>
                    <a:pt x="215" y="955"/>
                    <a:pt x="473" y="955"/>
                  </a:cubicBezTo>
                  <a:cubicBezTo>
                    <a:pt x="741" y="955"/>
                    <a:pt x="955" y="741"/>
                    <a:pt x="955" y="473"/>
                  </a:cubicBezTo>
                  <a:cubicBezTo>
                    <a:pt x="955" y="214"/>
                    <a:pt x="741" y="0"/>
                    <a:pt x="4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8" name="Google Shape;7030;p110">
              <a:extLst>
                <a:ext uri="{FF2B5EF4-FFF2-40B4-BE49-F238E27FC236}">
                  <a16:creationId xmlns:a16="http://schemas.microsoft.com/office/drawing/2014/main" id="{712D0492-9924-004F-42A5-86C9F24B8804}"/>
                </a:ext>
              </a:extLst>
            </p:cNvPr>
            <p:cNvSpPr/>
            <p:nvPr/>
          </p:nvSpPr>
          <p:spPr>
            <a:xfrm>
              <a:off x="1064340" y="1522539"/>
              <a:ext cx="172766" cy="180233"/>
            </a:xfrm>
            <a:custGeom>
              <a:avLst/>
              <a:gdLst/>
              <a:ahLst/>
              <a:cxnLst/>
              <a:rect l="l" t="t" r="r" b="b"/>
              <a:pathLst>
                <a:path w="7450" h="7772" extrusionOk="0">
                  <a:moveTo>
                    <a:pt x="3734" y="1"/>
                  </a:moveTo>
                  <a:cubicBezTo>
                    <a:pt x="3717" y="1"/>
                    <a:pt x="3701" y="1"/>
                    <a:pt x="3684" y="1"/>
                  </a:cubicBezTo>
                  <a:cubicBezTo>
                    <a:pt x="1686" y="28"/>
                    <a:pt x="54" y="1660"/>
                    <a:pt x="27" y="3667"/>
                  </a:cubicBezTo>
                  <a:cubicBezTo>
                    <a:pt x="0" y="5737"/>
                    <a:pt x="1668" y="7432"/>
                    <a:pt x="3738" y="7432"/>
                  </a:cubicBezTo>
                  <a:cubicBezTo>
                    <a:pt x="4166" y="7432"/>
                    <a:pt x="4586" y="7361"/>
                    <a:pt x="4969" y="7218"/>
                  </a:cubicBezTo>
                  <a:lnTo>
                    <a:pt x="6102" y="7771"/>
                  </a:lnTo>
                  <a:lnTo>
                    <a:pt x="6102" y="6585"/>
                  </a:lnTo>
                  <a:cubicBezTo>
                    <a:pt x="6923" y="5898"/>
                    <a:pt x="7449" y="4872"/>
                    <a:pt x="7449" y="3721"/>
                  </a:cubicBezTo>
                  <a:cubicBezTo>
                    <a:pt x="7449" y="1668"/>
                    <a:pt x="5790" y="1"/>
                    <a:pt x="37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9" name="Google Shape;7031;p110">
              <a:extLst>
                <a:ext uri="{FF2B5EF4-FFF2-40B4-BE49-F238E27FC236}">
                  <a16:creationId xmlns:a16="http://schemas.microsoft.com/office/drawing/2014/main" id="{B98E7B19-E140-2A79-83CE-7FD793F6B960}"/>
                </a:ext>
              </a:extLst>
            </p:cNvPr>
            <p:cNvSpPr/>
            <p:nvPr/>
          </p:nvSpPr>
          <p:spPr>
            <a:xfrm>
              <a:off x="994605" y="1714119"/>
              <a:ext cx="65813" cy="23399"/>
            </a:xfrm>
            <a:custGeom>
              <a:avLst/>
              <a:gdLst/>
              <a:ahLst/>
              <a:cxnLst/>
              <a:rect l="l" t="t" r="r" b="b"/>
              <a:pathLst>
                <a:path w="2838" h="1009" extrusionOk="0">
                  <a:moveTo>
                    <a:pt x="536" y="1"/>
                  </a:moveTo>
                  <a:cubicBezTo>
                    <a:pt x="242" y="1"/>
                    <a:pt x="1" y="251"/>
                    <a:pt x="36" y="563"/>
                  </a:cubicBezTo>
                  <a:cubicBezTo>
                    <a:pt x="63" y="813"/>
                    <a:pt x="286" y="1009"/>
                    <a:pt x="545" y="1009"/>
                  </a:cubicBezTo>
                  <a:lnTo>
                    <a:pt x="2302" y="1009"/>
                  </a:lnTo>
                  <a:cubicBezTo>
                    <a:pt x="2597" y="1009"/>
                    <a:pt x="2838" y="750"/>
                    <a:pt x="2802" y="447"/>
                  </a:cubicBezTo>
                  <a:cubicBezTo>
                    <a:pt x="2775" y="188"/>
                    <a:pt x="2543" y="1"/>
                    <a:pt x="228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0" name="Google Shape;7032;p110">
              <a:extLst>
                <a:ext uri="{FF2B5EF4-FFF2-40B4-BE49-F238E27FC236}">
                  <a16:creationId xmlns:a16="http://schemas.microsoft.com/office/drawing/2014/main" id="{0C511EE9-8D89-828B-3314-510401476FD1}"/>
                </a:ext>
              </a:extLst>
            </p:cNvPr>
            <p:cNvSpPr/>
            <p:nvPr/>
          </p:nvSpPr>
          <p:spPr>
            <a:xfrm>
              <a:off x="1098060" y="1565048"/>
              <a:ext cx="105932" cy="88679"/>
            </a:xfrm>
            <a:custGeom>
              <a:avLst/>
              <a:gdLst/>
              <a:ahLst/>
              <a:cxnLst/>
              <a:rect l="l" t="t" r="r" b="b"/>
              <a:pathLst>
                <a:path w="4568" h="3824" extrusionOk="0">
                  <a:moveTo>
                    <a:pt x="2900" y="1442"/>
                  </a:moveTo>
                  <a:lnTo>
                    <a:pt x="2578" y="2298"/>
                  </a:lnTo>
                  <a:lnTo>
                    <a:pt x="1677" y="2298"/>
                  </a:lnTo>
                  <a:lnTo>
                    <a:pt x="1990" y="1442"/>
                  </a:lnTo>
                  <a:close/>
                  <a:moveTo>
                    <a:pt x="2205" y="0"/>
                  </a:moveTo>
                  <a:cubicBezTo>
                    <a:pt x="2110" y="0"/>
                    <a:pt x="2015" y="58"/>
                    <a:pt x="1981" y="148"/>
                  </a:cubicBezTo>
                  <a:lnTo>
                    <a:pt x="1668" y="1005"/>
                  </a:lnTo>
                  <a:lnTo>
                    <a:pt x="660" y="1005"/>
                  </a:lnTo>
                  <a:cubicBezTo>
                    <a:pt x="651" y="1004"/>
                    <a:pt x="641" y="1003"/>
                    <a:pt x="631" y="1003"/>
                  </a:cubicBezTo>
                  <a:cubicBezTo>
                    <a:pt x="511" y="1003"/>
                    <a:pt x="420" y="1104"/>
                    <a:pt x="420" y="1228"/>
                  </a:cubicBezTo>
                  <a:cubicBezTo>
                    <a:pt x="420" y="1362"/>
                    <a:pt x="660" y="1442"/>
                    <a:pt x="660" y="1442"/>
                  </a:cubicBezTo>
                  <a:lnTo>
                    <a:pt x="1499" y="1442"/>
                  </a:lnTo>
                  <a:lnTo>
                    <a:pt x="1178" y="2298"/>
                  </a:lnTo>
                  <a:lnTo>
                    <a:pt x="259" y="2298"/>
                  </a:lnTo>
                  <a:cubicBezTo>
                    <a:pt x="143" y="2298"/>
                    <a:pt x="27" y="2388"/>
                    <a:pt x="18" y="2504"/>
                  </a:cubicBezTo>
                  <a:cubicBezTo>
                    <a:pt x="0" y="2646"/>
                    <a:pt x="107" y="2771"/>
                    <a:pt x="250" y="2771"/>
                  </a:cubicBezTo>
                  <a:lnTo>
                    <a:pt x="1008" y="2771"/>
                  </a:lnTo>
                  <a:lnTo>
                    <a:pt x="732" y="3512"/>
                  </a:lnTo>
                  <a:cubicBezTo>
                    <a:pt x="664" y="3688"/>
                    <a:pt x="816" y="3824"/>
                    <a:pt x="963" y="3824"/>
                  </a:cubicBezTo>
                  <a:cubicBezTo>
                    <a:pt x="1047" y="3824"/>
                    <a:pt x="1130" y="3779"/>
                    <a:pt x="1169" y="3672"/>
                  </a:cubicBezTo>
                  <a:lnTo>
                    <a:pt x="1508" y="2771"/>
                  </a:lnTo>
                  <a:lnTo>
                    <a:pt x="2400" y="2771"/>
                  </a:lnTo>
                  <a:lnTo>
                    <a:pt x="2123" y="3512"/>
                  </a:lnTo>
                  <a:cubicBezTo>
                    <a:pt x="2055" y="3688"/>
                    <a:pt x="2208" y="3824"/>
                    <a:pt x="2355" y="3824"/>
                  </a:cubicBezTo>
                  <a:cubicBezTo>
                    <a:pt x="2439" y="3824"/>
                    <a:pt x="2522" y="3779"/>
                    <a:pt x="2561" y="3672"/>
                  </a:cubicBezTo>
                  <a:lnTo>
                    <a:pt x="2900" y="2771"/>
                  </a:lnTo>
                  <a:lnTo>
                    <a:pt x="3917" y="2771"/>
                  </a:lnTo>
                  <a:cubicBezTo>
                    <a:pt x="4041" y="2771"/>
                    <a:pt x="4149" y="2682"/>
                    <a:pt x="4157" y="2566"/>
                  </a:cubicBezTo>
                  <a:cubicBezTo>
                    <a:pt x="4175" y="2423"/>
                    <a:pt x="4068" y="2298"/>
                    <a:pt x="3925" y="2298"/>
                  </a:cubicBezTo>
                  <a:lnTo>
                    <a:pt x="3078" y="2298"/>
                  </a:lnTo>
                  <a:lnTo>
                    <a:pt x="3390" y="1442"/>
                  </a:lnTo>
                  <a:lnTo>
                    <a:pt x="4336" y="1442"/>
                  </a:lnTo>
                  <a:cubicBezTo>
                    <a:pt x="4346" y="1443"/>
                    <a:pt x="4355" y="1444"/>
                    <a:pt x="4365" y="1444"/>
                  </a:cubicBezTo>
                  <a:cubicBezTo>
                    <a:pt x="4477" y="1444"/>
                    <a:pt x="4568" y="1351"/>
                    <a:pt x="4568" y="1228"/>
                  </a:cubicBezTo>
                  <a:cubicBezTo>
                    <a:pt x="4568" y="1104"/>
                    <a:pt x="4476" y="1003"/>
                    <a:pt x="4363" y="1003"/>
                  </a:cubicBezTo>
                  <a:cubicBezTo>
                    <a:pt x="4354" y="1003"/>
                    <a:pt x="4345" y="1004"/>
                    <a:pt x="4336" y="1005"/>
                  </a:cubicBezTo>
                  <a:lnTo>
                    <a:pt x="3569" y="1005"/>
                  </a:lnTo>
                  <a:lnTo>
                    <a:pt x="3818" y="318"/>
                  </a:lnTo>
                  <a:cubicBezTo>
                    <a:pt x="3863" y="193"/>
                    <a:pt x="3801" y="59"/>
                    <a:pt x="3676" y="15"/>
                  </a:cubicBezTo>
                  <a:cubicBezTo>
                    <a:pt x="3650" y="5"/>
                    <a:pt x="3623" y="0"/>
                    <a:pt x="3596" y="0"/>
                  </a:cubicBezTo>
                  <a:cubicBezTo>
                    <a:pt x="3502" y="0"/>
                    <a:pt x="3407" y="58"/>
                    <a:pt x="3372" y="148"/>
                  </a:cubicBezTo>
                  <a:lnTo>
                    <a:pt x="3060" y="1005"/>
                  </a:lnTo>
                  <a:lnTo>
                    <a:pt x="2177" y="1005"/>
                  </a:lnTo>
                  <a:lnTo>
                    <a:pt x="2427" y="318"/>
                  </a:lnTo>
                  <a:cubicBezTo>
                    <a:pt x="2471" y="193"/>
                    <a:pt x="2409" y="59"/>
                    <a:pt x="2284" y="15"/>
                  </a:cubicBezTo>
                  <a:cubicBezTo>
                    <a:pt x="2258" y="5"/>
                    <a:pt x="2232" y="0"/>
                    <a:pt x="220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1" name="Google Shape;7033;p110">
              <a:extLst>
                <a:ext uri="{FF2B5EF4-FFF2-40B4-BE49-F238E27FC236}">
                  <a16:creationId xmlns:a16="http://schemas.microsoft.com/office/drawing/2014/main" id="{15B2AE51-EBC2-FE1B-A3E9-2AECD9852A6C}"/>
                </a:ext>
              </a:extLst>
            </p:cNvPr>
            <p:cNvSpPr/>
            <p:nvPr/>
          </p:nvSpPr>
          <p:spPr>
            <a:xfrm>
              <a:off x="1061650" y="1789444"/>
              <a:ext cx="33115" cy="33324"/>
            </a:xfrm>
            <a:custGeom>
              <a:avLst/>
              <a:gdLst/>
              <a:ahLst/>
              <a:cxnLst/>
              <a:rect l="l" t="t" r="r" b="b"/>
              <a:pathLst>
                <a:path w="1428" h="1437" extrusionOk="0">
                  <a:moveTo>
                    <a:pt x="714" y="473"/>
                  </a:moveTo>
                  <a:cubicBezTo>
                    <a:pt x="848" y="473"/>
                    <a:pt x="955" y="589"/>
                    <a:pt x="955" y="723"/>
                  </a:cubicBezTo>
                  <a:cubicBezTo>
                    <a:pt x="955" y="848"/>
                    <a:pt x="848" y="963"/>
                    <a:pt x="714" y="963"/>
                  </a:cubicBezTo>
                  <a:cubicBezTo>
                    <a:pt x="580" y="963"/>
                    <a:pt x="473" y="856"/>
                    <a:pt x="473" y="723"/>
                  </a:cubicBezTo>
                  <a:cubicBezTo>
                    <a:pt x="473" y="589"/>
                    <a:pt x="580" y="473"/>
                    <a:pt x="714" y="473"/>
                  </a:cubicBezTo>
                  <a:close/>
                  <a:moveTo>
                    <a:pt x="714" y="0"/>
                  </a:moveTo>
                  <a:cubicBezTo>
                    <a:pt x="321" y="0"/>
                    <a:pt x="0" y="321"/>
                    <a:pt x="0" y="723"/>
                  </a:cubicBezTo>
                  <a:cubicBezTo>
                    <a:pt x="0" y="1115"/>
                    <a:pt x="321" y="1436"/>
                    <a:pt x="714" y="1436"/>
                  </a:cubicBezTo>
                  <a:cubicBezTo>
                    <a:pt x="1106" y="1436"/>
                    <a:pt x="1427" y="1115"/>
                    <a:pt x="1427" y="723"/>
                  </a:cubicBezTo>
                  <a:cubicBezTo>
                    <a:pt x="1427" y="321"/>
                    <a:pt x="1106" y="0"/>
                    <a:pt x="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2" name="Google Shape;7034;p110">
              <a:extLst>
                <a:ext uri="{FF2B5EF4-FFF2-40B4-BE49-F238E27FC236}">
                  <a16:creationId xmlns:a16="http://schemas.microsoft.com/office/drawing/2014/main" id="{A3E7E8D8-5211-0DFF-46BC-90773CF6185D}"/>
                </a:ext>
              </a:extLst>
            </p:cNvPr>
            <p:cNvSpPr/>
            <p:nvPr/>
          </p:nvSpPr>
          <p:spPr>
            <a:xfrm>
              <a:off x="1089781" y="1761498"/>
              <a:ext cx="33115" cy="33139"/>
            </a:xfrm>
            <a:custGeom>
              <a:avLst/>
              <a:gdLst/>
              <a:ahLst/>
              <a:cxnLst/>
              <a:rect l="l" t="t" r="r" b="b"/>
              <a:pathLst>
                <a:path w="1428" h="1429" extrusionOk="0">
                  <a:moveTo>
                    <a:pt x="714" y="474"/>
                  </a:moveTo>
                  <a:cubicBezTo>
                    <a:pt x="848" y="474"/>
                    <a:pt x="955" y="581"/>
                    <a:pt x="955" y="714"/>
                  </a:cubicBezTo>
                  <a:cubicBezTo>
                    <a:pt x="955" y="848"/>
                    <a:pt x="848" y="955"/>
                    <a:pt x="714" y="955"/>
                  </a:cubicBezTo>
                  <a:cubicBezTo>
                    <a:pt x="580" y="955"/>
                    <a:pt x="473" y="848"/>
                    <a:pt x="473" y="714"/>
                  </a:cubicBezTo>
                  <a:cubicBezTo>
                    <a:pt x="473" y="581"/>
                    <a:pt x="580" y="474"/>
                    <a:pt x="714" y="474"/>
                  </a:cubicBezTo>
                  <a:close/>
                  <a:moveTo>
                    <a:pt x="714" y="1"/>
                  </a:moveTo>
                  <a:cubicBezTo>
                    <a:pt x="322" y="1"/>
                    <a:pt x="0" y="313"/>
                    <a:pt x="0" y="714"/>
                  </a:cubicBezTo>
                  <a:cubicBezTo>
                    <a:pt x="0" y="1107"/>
                    <a:pt x="322" y="1428"/>
                    <a:pt x="714" y="1428"/>
                  </a:cubicBezTo>
                  <a:cubicBezTo>
                    <a:pt x="1107" y="1428"/>
                    <a:pt x="1428" y="1107"/>
                    <a:pt x="1428" y="714"/>
                  </a:cubicBezTo>
                  <a:cubicBezTo>
                    <a:pt x="1428" y="313"/>
                    <a:pt x="1107" y="1"/>
                    <a:pt x="71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3" name="Google Shape;7035;p110">
              <a:extLst>
                <a:ext uri="{FF2B5EF4-FFF2-40B4-BE49-F238E27FC236}">
                  <a16:creationId xmlns:a16="http://schemas.microsoft.com/office/drawing/2014/main" id="{524E90C9-4204-B83C-D5BC-CF553307D3FF}"/>
                </a:ext>
              </a:extLst>
            </p:cNvPr>
            <p:cNvSpPr/>
            <p:nvPr/>
          </p:nvSpPr>
          <p:spPr>
            <a:xfrm>
              <a:off x="1089572" y="1816948"/>
              <a:ext cx="33324" cy="33115"/>
            </a:xfrm>
            <a:custGeom>
              <a:avLst/>
              <a:gdLst/>
              <a:ahLst/>
              <a:cxnLst/>
              <a:rect l="l" t="t" r="r" b="b"/>
              <a:pathLst>
                <a:path w="1437" h="1428" extrusionOk="0">
                  <a:moveTo>
                    <a:pt x="723" y="473"/>
                  </a:moveTo>
                  <a:cubicBezTo>
                    <a:pt x="848" y="473"/>
                    <a:pt x="964" y="580"/>
                    <a:pt x="964" y="714"/>
                  </a:cubicBezTo>
                  <a:cubicBezTo>
                    <a:pt x="964" y="848"/>
                    <a:pt x="848" y="955"/>
                    <a:pt x="723" y="955"/>
                  </a:cubicBezTo>
                  <a:cubicBezTo>
                    <a:pt x="589" y="955"/>
                    <a:pt x="473" y="848"/>
                    <a:pt x="473" y="714"/>
                  </a:cubicBezTo>
                  <a:cubicBezTo>
                    <a:pt x="473" y="580"/>
                    <a:pt x="589" y="473"/>
                    <a:pt x="723" y="473"/>
                  </a:cubicBezTo>
                  <a:close/>
                  <a:moveTo>
                    <a:pt x="723" y="1"/>
                  </a:moveTo>
                  <a:cubicBezTo>
                    <a:pt x="322" y="1"/>
                    <a:pt x="0" y="322"/>
                    <a:pt x="0" y="714"/>
                  </a:cubicBezTo>
                  <a:cubicBezTo>
                    <a:pt x="0" y="1107"/>
                    <a:pt x="322" y="1428"/>
                    <a:pt x="723" y="1428"/>
                  </a:cubicBezTo>
                  <a:cubicBezTo>
                    <a:pt x="1116" y="1428"/>
                    <a:pt x="1437" y="1107"/>
                    <a:pt x="1437" y="714"/>
                  </a:cubicBezTo>
                  <a:cubicBezTo>
                    <a:pt x="1437" y="322"/>
                    <a:pt x="1116" y="1"/>
                    <a:pt x="7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4" name="Google Shape;7036;p110">
              <a:extLst>
                <a:ext uri="{FF2B5EF4-FFF2-40B4-BE49-F238E27FC236}">
                  <a16:creationId xmlns:a16="http://schemas.microsoft.com/office/drawing/2014/main" id="{E2235E43-5201-F0D4-9CDC-2646BC8ADD27}"/>
                </a:ext>
              </a:extLst>
            </p:cNvPr>
            <p:cNvSpPr/>
            <p:nvPr/>
          </p:nvSpPr>
          <p:spPr>
            <a:xfrm>
              <a:off x="1117702" y="1788817"/>
              <a:ext cx="33347" cy="33115"/>
            </a:xfrm>
            <a:custGeom>
              <a:avLst/>
              <a:gdLst/>
              <a:ahLst/>
              <a:cxnLst/>
              <a:rect l="l" t="t" r="r" b="b"/>
              <a:pathLst>
                <a:path w="1438" h="1428" extrusionOk="0">
                  <a:moveTo>
                    <a:pt x="714" y="473"/>
                  </a:moveTo>
                  <a:cubicBezTo>
                    <a:pt x="848" y="473"/>
                    <a:pt x="964" y="580"/>
                    <a:pt x="964" y="714"/>
                  </a:cubicBezTo>
                  <a:cubicBezTo>
                    <a:pt x="964" y="848"/>
                    <a:pt x="848" y="955"/>
                    <a:pt x="714" y="955"/>
                  </a:cubicBezTo>
                  <a:cubicBezTo>
                    <a:pt x="581" y="955"/>
                    <a:pt x="474" y="848"/>
                    <a:pt x="474" y="714"/>
                  </a:cubicBezTo>
                  <a:cubicBezTo>
                    <a:pt x="474" y="580"/>
                    <a:pt x="581" y="473"/>
                    <a:pt x="714" y="473"/>
                  </a:cubicBezTo>
                  <a:close/>
                  <a:moveTo>
                    <a:pt x="714" y="0"/>
                  </a:moveTo>
                  <a:cubicBezTo>
                    <a:pt x="322" y="0"/>
                    <a:pt x="1" y="321"/>
                    <a:pt x="1" y="714"/>
                  </a:cubicBezTo>
                  <a:cubicBezTo>
                    <a:pt x="1" y="1106"/>
                    <a:pt x="322" y="1428"/>
                    <a:pt x="714" y="1428"/>
                  </a:cubicBezTo>
                  <a:cubicBezTo>
                    <a:pt x="1116" y="1428"/>
                    <a:pt x="1437" y="1106"/>
                    <a:pt x="1437" y="714"/>
                  </a:cubicBezTo>
                  <a:cubicBezTo>
                    <a:pt x="1437" y="321"/>
                    <a:pt x="1116" y="0"/>
                    <a:pt x="7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5" name="Google Shape;7037;p110">
              <a:extLst>
                <a:ext uri="{FF2B5EF4-FFF2-40B4-BE49-F238E27FC236}">
                  <a16:creationId xmlns:a16="http://schemas.microsoft.com/office/drawing/2014/main" id="{327B575B-778F-342F-2D62-56BD804C3C92}"/>
                </a:ext>
              </a:extLst>
            </p:cNvPr>
            <p:cNvSpPr/>
            <p:nvPr/>
          </p:nvSpPr>
          <p:spPr>
            <a:xfrm>
              <a:off x="903580" y="1761846"/>
              <a:ext cx="89397" cy="87705"/>
            </a:xfrm>
            <a:custGeom>
              <a:avLst/>
              <a:gdLst/>
              <a:ahLst/>
              <a:cxnLst/>
              <a:rect l="l" t="t" r="r" b="b"/>
              <a:pathLst>
                <a:path w="3855" h="3782" extrusionOk="0">
                  <a:moveTo>
                    <a:pt x="1929" y="479"/>
                  </a:moveTo>
                  <a:cubicBezTo>
                    <a:pt x="2057" y="479"/>
                    <a:pt x="2159" y="583"/>
                    <a:pt x="2159" y="708"/>
                  </a:cubicBezTo>
                  <a:lnTo>
                    <a:pt x="2159" y="1422"/>
                  </a:lnTo>
                  <a:cubicBezTo>
                    <a:pt x="2159" y="1556"/>
                    <a:pt x="2266" y="1654"/>
                    <a:pt x="2400" y="1654"/>
                  </a:cubicBezTo>
                  <a:lnTo>
                    <a:pt x="3105" y="1654"/>
                  </a:lnTo>
                  <a:cubicBezTo>
                    <a:pt x="3257" y="1654"/>
                    <a:pt x="3373" y="1797"/>
                    <a:pt x="3337" y="1948"/>
                  </a:cubicBezTo>
                  <a:cubicBezTo>
                    <a:pt x="3310" y="2055"/>
                    <a:pt x="3212" y="2127"/>
                    <a:pt x="3096" y="2127"/>
                  </a:cubicBezTo>
                  <a:lnTo>
                    <a:pt x="2400" y="2127"/>
                  </a:lnTo>
                  <a:cubicBezTo>
                    <a:pt x="2266" y="2127"/>
                    <a:pt x="2159" y="2234"/>
                    <a:pt x="2159" y="2368"/>
                  </a:cubicBezTo>
                  <a:lnTo>
                    <a:pt x="2159" y="3072"/>
                  </a:lnTo>
                  <a:cubicBezTo>
                    <a:pt x="2159" y="3179"/>
                    <a:pt x="2088" y="3286"/>
                    <a:pt x="1981" y="3304"/>
                  </a:cubicBezTo>
                  <a:cubicBezTo>
                    <a:pt x="1961" y="3309"/>
                    <a:pt x="1942" y="3311"/>
                    <a:pt x="1923" y="3311"/>
                  </a:cubicBezTo>
                  <a:cubicBezTo>
                    <a:pt x="1789" y="3311"/>
                    <a:pt x="1687" y="3205"/>
                    <a:pt x="1687" y="3072"/>
                  </a:cubicBezTo>
                  <a:lnTo>
                    <a:pt x="1687" y="2368"/>
                  </a:lnTo>
                  <a:cubicBezTo>
                    <a:pt x="1687" y="2234"/>
                    <a:pt x="1579" y="2127"/>
                    <a:pt x="1455" y="2127"/>
                  </a:cubicBezTo>
                  <a:lnTo>
                    <a:pt x="750" y="2127"/>
                  </a:lnTo>
                  <a:cubicBezTo>
                    <a:pt x="634" y="2127"/>
                    <a:pt x="536" y="2055"/>
                    <a:pt x="509" y="1948"/>
                  </a:cubicBezTo>
                  <a:cubicBezTo>
                    <a:pt x="482" y="1797"/>
                    <a:pt x="598" y="1654"/>
                    <a:pt x="741" y="1654"/>
                  </a:cubicBezTo>
                  <a:lnTo>
                    <a:pt x="1455" y="1654"/>
                  </a:lnTo>
                  <a:cubicBezTo>
                    <a:pt x="1579" y="1654"/>
                    <a:pt x="1687" y="1556"/>
                    <a:pt x="1687" y="1422"/>
                  </a:cubicBezTo>
                  <a:lnTo>
                    <a:pt x="1687" y="717"/>
                  </a:lnTo>
                  <a:cubicBezTo>
                    <a:pt x="1687" y="610"/>
                    <a:pt x="1758" y="503"/>
                    <a:pt x="1874" y="485"/>
                  </a:cubicBezTo>
                  <a:cubicBezTo>
                    <a:pt x="1893" y="481"/>
                    <a:pt x="1911" y="479"/>
                    <a:pt x="1929" y="479"/>
                  </a:cubicBezTo>
                  <a:close/>
                  <a:moveTo>
                    <a:pt x="1918" y="1"/>
                  </a:moveTo>
                  <a:cubicBezTo>
                    <a:pt x="1898" y="1"/>
                    <a:pt x="1877" y="2"/>
                    <a:pt x="1856" y="4"/>
                  </a:cubicBezTo>
                  <a:cubicBezTo>
                    <a:pt x="1490" y="39"/>
                    <a:pt x="1214" y="360"/>
                    <a:pt x="1214" y="726"/>
                  </a:cubicBezTo>
                  <a:lnTo>
                    <a:pt x="1214" y="1181"/>
                  </a:lnTo>
                  <a:lnTo>
                    <a:pt x="759" y="1181"/>
                  </a:lnTo>
                  <a:cubicBezTo>
                    <a:pt x="393" y="1181"/>
                    <a:pt x="72" y="1458"/>
                    <a:pt x="36" y="1823"/>
                  </a:cubicBezTo>
                  <a:cubicBezTo>
                    <a:pt x="0" y="2252"/>
                    <a:pt x="331" y="2600"/>
                    <a:pt x="741" y="2600"/>
                  </a:cubicBezTo>
                  <a:lnTo>
                    <a:pt x="1214" y="2600"/>
                  </a:lnTo>
                  <a:lnTo>
                    <a:pt x="1214" y="3055"/>
                  </a:lnTo>
                  <a:cubicBezTo>
                    <a:pt x="1214" y="3429"/>
                    <a:pt x="1490" y="3750"/>
                    <a:pt x="1856" y="3777"/>
                  </a:cubicBezTo>
                  <a:cubicBezTo>
                    <a:pt x="1882" y="3780"/>
                    <a:pt x="1907" y="3781"/>
                    <a:pt x="1932" y="3781"/>
                  </a:cubicBezTo>
                  <a:cubicBezTo>
                    <a:pt x="2317" y="3781"/>
                    <a:pt x="2632" y="3466"/>
                    <a:pt x="2632" y="3072"/>
                  </a:cubicBezTo>
                  <a:lnTo>
                    <a:pt x="2632" y="2600"/>
                  </a:lnTo>
                  <a:lnTo>
                    <a:pt x="3087" y="2600"/>
                  </a:lnTo>
                  <a:cubicBezTo>
                    <a:pt x="3462" y="2600"/>
                    <a:pt x="3783" y="2323"/>
                    <a:pt x="3810" y="1957"/>
                  </a:cubicBezTo>
                  <a:cubicBezTo>
                    <a:pt x="3854" y="1538"/>
                    <a:pt x="3515" y="1181"/>
                    <a:pt x="3105" y="1181"/>
                  </a:cubicBezTo>
                  <a:lnTo>
                    <a:pt x="2632" y="1181"/>
                  </a:lnTo>
                  <a:lnTo>
                    <a:pt x="2632" y="708"/>
                  </a:lnTo>
                  <a:cubicBezTo>
                    <a:pt x="2632" y="318"/>
                    <a:pt x="2310" y="1"/>
                    <a:pt x="191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6" name="Google Shape;7038;p110">
              <a:extLst>
                <a:ext uri="{FF2B5EF4-FFF2-40B4-BE49-F238E27FC236}">
                  <a16:creationId xmlns:a16="http://schemas.microsoft.com/office/drawing/2014/main" id="{7F19D5A4-205C-ECA3-85EA-A07973DC8D21}"/>
                </a:ext>
              </a:extLst>
            </p:cNvPr>
            <p:cNvSpPr/>
            <p:nvPr/>
          </p:nvSpPr>
          <p:spPr>
            <a:xfrm>
              <a:off x="1009517" y="1853567"/>
              <a:ext cx="35805" cy="10992"/>
            </a:xfrm>
            <a:custGeom>
              <a:avLst/>
              <a:gdLst/>
              <a:ahLst/>
              <a:cxnLst/>
              <a:rect l="l" t="t" r="r" b="b"/>
              <a:pathLst>
                <a:path w="1544" h="474" extrusionOk="0">
                  <a:moveTo>
                    <a:pt x="268" y="1"/>
                  </a:moveTo>
                  <a:cubicBezTo>
                    <a:pt x="143" y="1"/>
                    <a:pt x="36" y="90"/>
                    <a:pt x="18" y="206"/>
                  </a:cubicBezTo>
                  <a:cubicBezTo>
                    <a:pt x="0" y="348"/>
                    <a:pt x="116" y="473"/>
                    <a:pt x="259" y="473"/>
                  </a:cubicBezTo>
                  <a:lnTo>
                    <a:pt x="1285" y="473"/>
                  </a:lnTo>
                  <a:cubicBezTo>
                    <a:pt x="1410" y="473"/>
                    <a:pt x="1517" y="384"/>
                    <a:pt x="1526" y="268"/>
                  </a:cubicBezTo>
                  <a:cubicBezTo>
                    <a:pt x="1543" y="125"/>
                    <a:pt x="1436" y="1"/>
                    <a:pt x="129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7" name="Google Shape;7039;p110">
              <a:extLst>
                <a:ext uri="{FF2B5EF4-FFF2-40B4-BE49-F238E27FC236}">
                  <a16:creationId xmlns:a16="http://schemas.microsoft.com/office/drawing/2014/main" id="{0DDC192D-A1D8-C95C-F2F3-88314C39507E}"/>
                </a:ext>
              </a:extLst>
            </p:cNvPr>
            <p:cNvSpPr/>
            <p:nvPr/>
          </p:nvSpPr>
          <p:spPr>
            <a:xfrm>
              <a:off x="1009517" y="1831025"/>
              <a:ext cx="35805" cy="10969"/>
            </a:xfrm>
            <a:custGeom>
              <a:avLst/>
              <a:gdLst/>
              <a:ahLst/>
              <a:cxnLst/>
              <a:rect l="l" t="t" r="r" b="b"/>
              <a:pathLst>
                <a:path w="1544" h="473" extrusionOk="0">
                  <a:moveTo>
                    <a:pt x="268" y="0"/>
                  </a:moveTo>
                  <a:cubicBezTo>
                    <a:pt x="143" y="0"/>
                    <a:pt x="36" y="80"/>
                    <a:pt x="18" y="205"/>
                  </a:cubicBezTo>
                  <a:cubicBezTo>
                    <a:pt x="0" y="348"/>
                    <a:pt x="116" y="473"/>
                    <a:pt x="259" y="473"/>
                  </a:cubicBezTo>
                  <a:lnTo>
                    <a:pt x="1285" y="473"/>
                  </a:lnTo>
                  <a:cubicBezTo>
                    <a:pt x="1410" y="473"/>
                    <a:pt x="1517" y="384"/>
                    <a:pt x="1526" y="268"/>
                  </a:cubicBezTo>
                  <a:cubicBezTo>
                    <a:pt x="1543" y="116"/>
                    <a:pt x="1436" y="0"/>
                    <a:pt x="12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8" name="Google Shape;7040;p110">
              <a:extLst>
                <a:ext uri="{FF2B5EF4-FFF2-40B4-BE49-F238E27FC236}">
                  <a16:creationId xmlns:a16="http://schemas.microsoft.com/office/drawing/2014/main" id="{5FA3DB6D-8C90-8C79-D5A1-BCB1FC105188}"/>
                </a:ext>
              </a:extLst>
            </p:cNvPr>
            <p:cNvSpPr/>
            <p:nvPr/>
          </p:nvSpPr>
          <p:spPr>
            <a:xfrm>
              <a:off x="868608" y="1517576"/>
              <a:ext cx="376351" cy="373243"/>
            </a:xfrm>
            <a:custGeom>
              <a:avLst/>
              <a:gdLst/>
              <a:ahLst/>
              <a:cxnLst/>
              <a:rect l="l" t="t" r="r" b="b"/>
              <a:pathLst>
                <a:path w="16229" h="16095" extrusionOk="0">
                  <a:moveTo>
                    <a:pt x="7735" y="8726"/>
                  </a:moveTo>
                  <a:cubicBezTo>
                    <a:pt x="7896" y="8726"/>
                    <a:pt x="8021" y="8868"/>
                    <a:pt x="7994" y="9029"/>
                  </a:cubicBezTo>
                  <a:cubicBezTo>
                    <a:pt x="7976" y="9163"/>
                    <a:pt x="7860" y="9261"/>
                    <a:pt x="7726" y="9261"/>
                  </a:cubicBezTo>
                  <a:lnTo>
                    <a:pt x="5978" y="9261"/>
                  </a:lnTo>
                  <a:cubicBezTo>
                    <a:pt x="5844" y="9261"/>
                    <a:pt x="5719" y="9163"/>
                    <a:pt x="5701" y="9029"/>
                  </a:cubicBezTo>
                  <a:cubicBezTo>
                    <a:pt x="5683" y="8868"/>
                    <a:pt x="5808" y="8726"/>
                    <a:pt x="5969" y="8726"/>
                  </a:cubicBezTo>
                  <a:close/>
                  <a:moveTo>
                    <a:pt x="12196" y="1"/>
                  </a:moveTo>
                  <a:cubicBezTo>
                    <a:pt x="10019" y="1"/>
                    <a:pt x="8253" y="1758"/>
                    <a:pt x="8253" y="3935"/>
                  </a:cubicBezTo>
                  <a:cubicBezTo>
                    <a:pt x="8253" y="4006"/>
                    <a:pt x="8253" y="4078"/>
                    <a:pt x="8262" y="4158"/>
                  </a:cubicBezTo>
                  <a:lnTo>
                    <a:pt x="4087" y="4158"/>
                  </a:lnTo>
                  <a:cubicBezTo>
                    <a:pt x="4033" y="4158"/>
                    <a:pt x="3980" y="4176"/>
                    <a:pt x="3944" y="4212"/>
                  </a:cubicBezTo>
                  <a:cubicBezTo>
                    <a:pt x="2481" y="5541"/>
                    <a:pt x="3418" y="7209"/>
                    <a:pt x="4738" y="7209"/>
                  </a:cubicBezTo>
                  <a:lnTo>
                    <a:pt x="6531" y="7209"/>
                  </a:lnTo>
                  <a:cubicBezTo>
                    <a:pt x="6585" y="7209"/>
                    <a:pt x="6629" y="7254"/>
                    <a:pt x="6629" y="7307"/>
                  </a:cubicBezTo>
                  <a:lnTo>
                    <a:pt x="6629" y="8253"/>
                  </a:lnTo>
                  <a:lnTo>
                    <a:pt x="5978" y="8253"/>
                  </a:lnTo>
                  <a:cubicBezTo>
                    <a:pt x="5648" y="8253"/>
                    <a:pt x="5362" y="8458"/>
                    <a:pt x="5264" y="8752"/>
                  </a:cubicBezTo>
                  <a:lnTo>
                    <a:pt x="3694" y="8752"/>
                  </a:lnTo>
                  <a:cubicBezTo>
                    <a:pt x="1660" y="8752"/>
                    <a:pt x="1" y="10412"/>
                    <a:pt x="1" y="12446"/>
                  </a:cubicBezTo>
                  <a:cubicBezTo>
                    <a:pt x="1" y="12954"/>
                    <a:pt x="108" y="13445"/>
                    <a:pt x="304" y="13900"/>
                  </a:cubicBezTo>
                  <a:cubicBezTo>
                    <a:pt x="345" y="13997"/>
                    <a:pt x="425" y="14038"/>
                    <a:pt x="507" y="14038"/>
                  </a:cubicBezTo>
                  <a:cubicBezTo>
                    <a:pt x="658" y="14038"/>
                    <a:pt x="813" y="13898"/>
                    <a:pt x="732" y="13712"/>
                  </a:cubicBezTo>
                  <a:cubicBezTo>
                    <a:pt x="545" y="13275"/>
                    <a:pt x="465" y="12811"/>
                    <a:pt x="474" y="12330"/>
                  </a:cubicBezTo>
                  <a:cubicBezTo>
                    <a:pt x="536" y="10599"/>
                    <a:pt x="1981" y="9225"/>
                    <a:pt x="3721" y="9225"/>
                  </a:cubicBezTo>
                  <a:lnTo>
                    <a:pt x="5291" y="9225"/>
                  </a:lnTo>
                  <a:cubicBezTo>
                    <a:pt x="5389" y="9520"/>
                    <a:pt x="5657" y="9734"/>
                    <a:pt x="5987" y="9734"/>
                  </a:cubicBezTo>
                  <a:lnTo>
                    <a:pt x="7717" y="9734"/>
                  </a:lnTo>
                  <a:cubicBezTo>
                    <a:pt x="8039" y="9734"/>
                    <a:pt x="8315" y="9520"/>
                    <a:pt x="8413" y="9225"/>
                  </a:cubicBezTo>
                  <a:lnTo>
                    <a:pt x="9975" y="9225"/>
                  </a:lnTo>
                  <a:cubicBezTo>
                    <a:pt x="11750" y="9225"/>
                    <a:pt x="13213" y="10653"/>
                    <a:pt x="13222" y="12428"/>
                  </a:cubicBezTo>
                  <a:cubicBezTo>
                    <a:pt x="13240" y="14203"/>
                    <a:pt x="11785" y="15657"/>
                    <a:pt x="10010" y="15657"/>
                  </a:cubicBezTo>
                  <a:lnTo>
                    <a:pt x="3694" y="15657"/>
                  </a:lnTo>
                  <a:cubicBezTo>
                    <a:pt x="3694" y="15657"/>
                    <a:pt x="2053" y="15318"/>
                    <a:pt x="1446" y="14729"/>
                  </a:cubicBezTo>
                  <a:cubicBezTo>
                    <a:pt x="1398" y="14681"/>
                    <a:pt x="1344" y="14661"/>
                    <a:pt x="1292" y="14661"/>
                  </a:cubicBezTo>
                  <a:cubicBezTo>
                    <a:pt x="1111" y="14661"/>
                    <a:pt x="950" y="14902"/>
                    <a:pt x="1116" y="15068"/>
                  </a:cubicBezTo>
                  <a:cubicBezTo>
                    <a:pt x="1812" y="15746"/>
                    <a:pt x="3694" y="16094"/>
                    <a:pt x="3694" y="16094"/>
                  </a:cubicBezTo>
                  <a:lnTo>
                    <a:pt x="9966" y="16094"/>
                  </a:lnTo>
                  <a:cubicBezTo>
                    <a:pt x="12009" y="16094"/>
                    <a:pt x="13686" y="14462"/>
                    <a:pt x="13695" y="12428"/>
                  </a:cubicBezTo>
                  <a:cubicBezTo>
                    <a:pt x="13712" y="10385"/>
                    <a:pt x="12053" y="8726"/>
                    <a:pt x="10010" y="8726"/>
                  </a:cubicBezTo>
                  <a:lnTo>
                    <a:pt x="8413" y="8726"/>
                  </a:lnTo>
                  <a:cubicBezTo>
                    <a:pt x="8315" y="8449"/>
                    <a:pt x="8056" y="8253"/>
                    <a:pt x="7753" y="8253"/>
                  </a:cubicBezTo>
                  <a:lnTo>
                    <a:pt x="7075" y="8253"/>
                  </a:lnTo>
                  <a:lnTo>
                    <a:pt x="7075" y="7949"/>
                  </a:lnTo>
                  <a:cubicBezTo>
                    <a:pt x="7075" y="7298"/>
                    <a:pt x="6540" y="6772"/>
                    <a:pt x="5889" y="6772"/>
                  </a:cubicBezTo>
                  <a:lnTo>
                    <a:pt x="4747" y="6772"/>
                  </a:lnTo>
                  <a:cubicBezTo>
                    <a:pt x="4256" y="6772"/>
                    <a:pt x="3774" y="6379"/>
                    <a:pt x="3685" y="5907"/>
                  </a:cubicBezTo>
                  <a:cubicBezTo>
                    <a:pt x="3560" y="5220"/>
                    <a:pt x="4069" y="4631"/>
                    <a:pt x="4729" y="4631"/>
                  </a:cubicBezTo>
                  <a:lnTo>
                    <a:pt x="8306" y="4631"/>
                  </a:lnTo>
                  <a:cubicBezTo>
                    <a:pt x="8636" y="6486"/>
                    <a:pt x="10251" y="7905"/>
                    <a:pt x="12196" y="7905"/>
                  </a:cubicBezTo>
                  <a:cubicBezTo>
                    <a:pt x="12606" y="7905"/>
                    <a:pt x="13017" y="7842"/>
                    <a:pt x="13409" y="7717"/>
                  </a:cubicBezTo>
                  <a:lnTo>
                    <a:pt x="14453" y="8226"/>
                  </a:lnTo>
                  <a:cubicBezTo>
                    <a:pt x="14486" y="8244"/>
                    <a:pt x="14522" y="8252"/>
                    <a:pt x="14556" y="8252"/>
                  </a:cubicBezTo>
                  <a:cubicBezTo>
                    <a:pt x="14678" y="8252"/>
                    <a:pt x="14792" y="8151"/>
                    <a:pt x="14792" y="8012"/>
                  </a:cubicBezTo>
                  <a:lnTo>
                    <a:pt x="14792" y="6924"/>
                  </a:lnTo>
                  <a:cubicBezTo>
                    <a:pt x="15399" y="6388"/>
                    <a:pt x="15836" y="5648"/>
                    <a:pt x="16032" y="4836"/>
                  </a:cubicBezTo>
                  <a:cubicBezTo>
                    <a:pt x="16228" y="3989"/>
                    <a:pt x="16148" y="3088"/>
                    <a:pt x="15809" y="2302"/>
                  </a:cubicBezTo>
                  <a:cubicBezTo>
                    <a:pt x="15766" y="2208"/>
                    <a:pt x="15688" y="2169"/>
                    <a:pt x="15607" y="2169"/>
                  </a:cubicBezTo>
                  <a:cubicBezTo>
                    <a:pt x="15451" y="2169"/>
                    <a:pt x="15289" y="2316"/>
                    <a:pt x="15372" y="2499"/>
                  </a:cubicBezTo>
                  <a:cubicBezTo>
                    <a:pt x="15675" y="3186"/>
                    <a:pt x="15746" y="3980"/>
                    <a:pt x="15568" y="4729"/>
                  </a:cubicBezTo>
                  <a:cubicBezTo>
                    <a:pt x="15399" y="5478"/>
                    <a:pt x="14979" y="6156"/>
                    <a:pt x="14408" y="6629"/>
                  </a:cubicBezTo>
                  <a:cubicBezTo>
                    <a:pt x="14355" y="6674"/>
                    <a:pt x="14319" y="6745"/>
                    <a:pt x="14319" y="6816"/>
                  </a:cubicBezTo>
                  <a:lnTo>
                    <a:pt x="14319" y="7593"/>
                  </a:lnTo>
                  <a:lnTo>
                    <a:pt x="13525" y="7209"/>
                  </a:lnTo>
                  <a:cubicBezTo>
                    <a:pt x="13496" y="7194"/>
                    <a:pt x="13463" y="7188"/>
                    <a:pt x="13430" y="7188"/>
                  </a:cubicBezTo>
                  <a:cubicBezTo>
                    <a:pt x="13403" y="7188"/>
                    <a:pt x="13375" y="7192"/>
                    <a:pt x="13347" y="7200"/>
                  </a:cubicBezTo>
                  <a:cubicBezTo>
                    <a:pt x="12981" y="7325"/>
                    <a:pt x="12588" y="7396"/>
                    <a:pt x="12196" y="7396"/>
                  </a:cubicBezTo>
                  <a:cubicBezTo>
                    <a:pt x="9466" y="7396"/>
                    <a:pt x="7459" y="4229"/>
                    <a:pt x="9671" y="1384"/>
                  </a:cubicBezTo>
                  <a:cubicBezTo>
                    <a:pt x="9698" y="1348"/>
                    <a:pt x="9734" y="1312"/>
                    <a:pt x="9769" y="1285"/>
                  </a:cubicBezTo>
                  <a:cubicBezTo>
                    <a:pt x="10566" y="727"/>
                    <a:pt x="11405" y="467"/>
                    <a:pt x="12199" y="467"/>
                  </a:cubicBezTo>
                  <a:cubicBezTo>
                    <a:pt x="13165" y="467"/>
                    <a:pt x="14063" y="852"/>
                    <a:pt x="14729" y="1553"/>
                  </a:cubicBezTo>
                  <a:cubicBezTo>
                    <a:pt x="14778" y="1606"/>
                    <a:pt x="14835" y="1629"/>
                    <a:pt x="14891" y="1629"/>
                  </a:cubicBezTo>
                  <a:cubicBezTo>
                    <a:pt x="15069" y="1629"/>
                    <a:pt x="15231" y="1402"/>
                    <a:pt x="15068" y="1232"/>
                  </a:cubicBezTo>
                  <a:cubicBezTo>
                    <a:pt x="14319" y="438"/>
                    <a:pt x="13293" y="1"/>
                    <a:pt x="1219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9">
          <a:extLst>
            <a:ext uri="{FF2B5EF4-FFF2-40B4-BE49-F238E27FC236}">
              <a16:creationId xmlns:a16="http://schemas.microsoft.com/office/drawing/2014/main" id="{41104FEB-DA0E-32B1-DDF4-3A6C0EBB2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57">
            <a:extLst>
              <a:ext uri="{FF2B5EF4-FFF2-40B4-BE49-F238E27FC236}">
                <a16:creationId xmlns:a16="http://schemas.microsoft.com/office/drawing/2014/main" id="{1DCD81F5-BAE4-00C1-C061-0BA64E9E04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3850" y="2525325"/>
            <a:ext cx="57363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solutions</a:t>
            </a:r>
            <a:endParaRPr dirty="0"/>
          </a:p>
        </p:txBody>
      </p:sp>
      <p:sp>
        <p:nvSpPr>
          <p:cNvPr id="4341" name="Google Shape;4341;p57">
            <a:extLst>
              <a:ext uri="{FF2B5EF4-FFF2-40B4-BE49-F238E27FC236}">
                <a16:creationId xmlns:a16="http://schemas.microsoft.com/office/drawing/2014/main" id="{DF30C175-B231-F771-6A2D-7D099D7B906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18773" y="3660198"/>
            <a:ext cx="5090700" cy="54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Reform </a:t>
            </a:r>
            <a:r>
              <a:rPr lang="fr-FR" sz="2600" dirty="0" err="1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is</a:t>
            </a:r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 the </a:t>
            </a:r>
            <a:r>
              <a:rPr lang="fr-FR" sz="2600" dirty="0" err="1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answers</a:t>
            </a:r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.</a:t>
            </a:r>
            <a:endParaRPr sz="2600" dirty="0">
              <a:solidFill>
                <a:schemeClr val="bg1">
                  <a:lumMod val="10000"/>
                </a:schemeClr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4342" name="Google Shape;4342;p57">
            <a:extLst>
              <a:ext uri="{FF2B5EF4-FFF2-40B4-BE49-F238E27FC236}">
                <a16:creationId xmlns:a16="http://schemas.microsoft.com/office/drawing/2014/main" id="{A1B5BA73-6445-1BFA-5CF9-B05E88CEEA0B}"/>
              </a:ext>
            </a:extLst>
          </p:cNvPr>
          <p:cNvSpPr/>
          <p:nvPr/>
        </p:nvSpPr>
        <p:spPr>
          <a:xfrm>
            <a:off x="6794538" y="36602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3" name="Google Shape;4343;p57">
            <a:extLst>
              <a:ext uri="{FF2B5EF4-FFF2-40B4-BE49-F238E27FC236}">
                <a16:creationId xmlns:a16="http://schemas.microsoft.com/office/drawing/2014/main" id="{2884F7B8-2BC9-7DD9-1DE1-FD6B8D20A706}"/>
              </a:ext>
            </a:extLst>
          </p:cNvPr>
          <p:cNvGrpSpPr/>
          <p:nvPr/>
        </p:nvGrpSpPr>
        <p:grpSpPr>
          <a:xfrm>
            <a:off x="6976397" y="3744955"/>
            <a:ext cx="296817" cy="371986"/>
            <a:chOff x="1677825" y="3820225"/>
            <a:chExt cx="345900" cy="433500"/>
          </a:xfrm>
        </p:grpSpPr>
        <p:sp>
          <p:nvSpPr>
            <p:cNvPr id="4344" name="Google Shape;4344;p57">
              <a:extLst>
                <a:ext uri="{FF2B5EF4-FFF2-40B4-BE49-F238E27FC236}">
                  <a16:creationId xmlns:a16="http://schemas.microsoft.com/office/drawing/2014/main" id="{EFDA2071-D762-D79F-1F92-DFD41F5ECC07}"/>
                </a:ext>
              </a:extLst>
            </p:cNvPr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57">
              <a:extLst>
                <a:ext uri="{FF2B5EF4-FFF2-40B4-BE49-F238E27FC236}">
                  <a16:creationId xmlns:a16="http://schemas.microsoft.com/office/drawing/2014/main" id="{1858871E-B860-0A8B-EE1A-5AA945CA0DFE}"/>
                </a:ext>
              </a:extLst>
            </p:cNvPr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6" name="Google Shape;4346;p57">
            <a:extLst>
              <a:ext uri="{FF2B5EF4-FFF2-40B4-BE49-F238E27FC236}">
                <a16:creationId xmlns:a16="http://schemas.microsoft.com/office/drawing/2014/main" id="{5374D992-F2DC-B08A-8184-CF51D6163CB8}"/>
              </a:ext>
            </a:extLst>
          </p:cNvPr>
          <p:cNvGrpSpPr/>
          <p:nvPr/>
        </p:nvGrpSpPr>
        <p:grpSpPr>
          <a:xfrm>
            <a:off x="7863997" y="3844169"/>
            <a:ext cx="397646" cy="458063"/>
            <a:chOff x="3150425" y="3024575"/>
            <a:chExt cx="130350" cy="150150"/>
          </a:xfrm>
        </p:grpSpPr>
        <p:sp>
          <p:nvSpPr>
            <p:cNvPr id="4347" name="Google Shape;4347;p57">
              <a:extLst>
                <a:ext uri="{FF2B5EF4-FFF2-40B4-BE49-F238E27FC236}">
                  <a16:creationId xmlns:a16="http://schemas.microsoft.com/office/drawing/2014/main" id="{5E9D27E4-BA54-E210-02E0-A7854E6B79DE}"/>
                </a:ext>
              </a:extLst>
            </p:cNvPr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57">
              <a:extLst>
                <a:ext uri="{FF2B5EF4-FFF2-40B4-BE49-F238E27FC236}">
                  <a16:creationId xmlns:a16="http://schemas.microsoft.com/office/drawing/2014/main" id="{771656BE-4A50-B43A-9F70-2FD4C2FCF021}"/>
                </a:ext>
              </a:extLst>
            </p:cNvPr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57">
              <a:extLst>
                <a:ext uri="{FF2B5EF4-FFF2-40B4-BE49-F238E27FC236}">
                  <a16:creationId xmlns:a16="http://schemas.microsoft.com/office/drawing/2014/main" id="{370A6DCA-B970-08F9-972B-C718AD79F1E4}"/>
                </a:ext>
              </a:extLst>
            </p:cNvPr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57">
              <a:extLst>
                <a:ext uri="{FF2B5EF4-FFF2-40B4-BE49-F238E27FC236}">
                  <a16:creationId xmlns:a16="http://schemas.microsoft.com/office/drawing/2014/main" id="{DD9B190A-91C8-047F-8212-985E7548BA8D}"/>
                </a:ext>
              </a:extLst>
            </p:cNvPr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57">
              <a:extLst>
                <a:ext uri="{FF2B5EF4-FFF2-40B4-BE49-F238E27FC236}">
                  <a16:creationId xmlns:a16="http://schemas.microsoft.com/office/drawing/2014/main" id="{39B77045-638E-FD30-D0B0-248203A07226}"/>
                </a:ext>
              </a:extLst>
            </p:cNvPr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57">
              <a:extLst>
                <a:ext uri="{FF2B5EF4-FFF2-40B4-BE49-F238E27FC236}">
                  <a16:creationId xmlns:a16="http://schemas.microsoft.com/office/drawing/2014/main" id="{865AFB72-5803-64C8-8D6E-32C5C88B795E}"/>
                </a:ext>
              </a:extLst>
            </p:cNvPr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57">
              <a:extLst>
                <a:ext uri="{FF2B5EF4-FFF2-40B4-BE49-F238E27FC236}">
                  <a16:creationId xmlns:a16="http://schemas.microsoft.com/office/drawing/2014/main" id="{34A58C96-FE86-E79F-8EAC-9E688F79038A}"/>
                </a:ext>
              </a:extLst>
            </p:cNvPr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57">
              <a:extLst>
                <a:ext uri="{FF2B5EF4-FFF2-40B4-BE49-F238E27FC236}">
                  <a16:creationId xmlns:a16="http://schemas.microsoft.com/office/drawing/2014/main" id="{17A34A0C-4626-C440-6C07-AAEAAB220EFE}"/>
                </a:ext>
              </a:extLst>
            </p:cNvPr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5" name="Google Shape;4355;p57">
            <a:extLst>
              <a:ext uri="{FF2B5EF4-FFF2-40B4-BE49-F238E27FC236}">
                <a16:creationId xmlns:a16="http://schemas.microsoft.com/office/drawing/2014/main" id="{3C100451-C8D9-22E7-183A-9A773DB09591}"/>
              </a:ext>
            </a:extLst>
          </p:cNvPr>
          <p:cNvSpPr/>
          <p:nvPr/>
        </p:nvSpPr>
        <p:spPr>
          <a:xfrm>
            <a:off x="1071600" y="2888250"/>
            <a:ext cx="397650" cy="47218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6" name="Google Shape;4356;p57">
            <a:extLst>
              <a:ext uri="{FF2B5EF4-FFF2-40B4-BE49-F238E27FC236}">
                <a16:creationId xmlns:a16="http://schemas.microsoft.com/office/drawing/2014/main" id="{D1F0BECE-692C-43B2-0E41-3AC784161092}"/>
              </a:ext>
            </a:extLst>
          </p:cNvPr>
          <p:cNvSpPr/>
          <p:nvPr/>
        </p:nvSpPr>
        <p:spPr>
          <a:xfrm rot="5400000">
            <a:off x="4050624" y="15412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357" name="Google Shape;4357;p57">
            <a:extLst>
              <a:ext uri="{FF2B5EF4-FFF2-40B4-BE49-F238E27FC236}">
                <a16:creationId xmlns:a16="http://schemas.microsoft.com/office/drawing/2014/main" id="{05048D9A-99B6-99F3-73D9-B445CE2FEC1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16250" y="166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sp>
        <p:nvSpPr>
          <p:cNvPr id="4358" name="Google Shape;4358;p57">
            <a:hlinkClick r:id="rId3" action="ppaction://hlinksldjump"/>
            <a:extLst>
              <a:ext uri="{FF2B5EF4-FFF2-40B4-BE49-F238E27FC236}">
                <a16:creationId xmlns:a16="http://schemas.microsoft.com/office/drawing/2014/main" id="{3F20CF37-975B-809A-75A2-A9F9946F0A2A}"/>
              </a:ext>
            </a:extLst>
          </p:cNvPr>
          <p:cNvSpPr/>
          <p:nvPr/>
        </p:nvSpPr>
        <p:spPr>
          <a:xfrm>
            <a:off x="7696275" y="4481525"/>
            <a:ext cx="731100" cy="17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Home</a:t>
            </a:r>
            <a:endParaRPr sz="1100" b="1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365709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0" name="Google Shape;4540;p64"/>
          <p:cNvSpPr/>
          <p:nvPr/>
        </p:nvSpPr>
        <p:spPr>
          <a:xfrm rot="5400000">
            <a:off x="6559587" y="14086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541" name="Google Shape;4541;p64"/>
          <p:cNvSpPr/>
          <p:nvPr/>
        </p:nvSpPr>
        <p:spPr>
          <a:xfrm rot="5400000">
            <a:off x="4050637" y="31770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542" name="Google Shape;4542;p64"/>
          <p:cNvSpPr/>
          <p:nvPr/>
        </p:nvSpPr>
        <p:spPr>
          <a:xfrm rot="5400000">
            <a:off x="1541687" y="14086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543" name="Google Shape;4543;p64"/>
          <p:cNvSpPr txBox="1">
            <a:spLocks noGrp="1"/>
          </p:cNvSpPr>
          <p:nvPr>
            <p:ph type="subTitle" idx="1"/>
          </p:nvPr>
        </p:nvSpPr>
        <p:spPr>
          <a:xfrm>
            <a:off x="1125697" y="2567889"/>
            <a:ext cx="1781054" cy="469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fr-FR" sz="2000" dirty="0" err="1"/>
              <a:t>Therapy</a:t>
            </a:r>
            <a:r>
              <a:rPr lang="fr-FR" sz="2000" dirty="0"/>
              <a:t> </a:t>
            </a:r>
            <a:r>
              <a:rPr lang="fr-FR" sz="2000" dirty="0" err="1"/>
              <a:t>Tailored</a:t>
            </a:r>
            <a:r>
              <a:rPr lang="fr-FR" sz="2000" dirty="0"/>
              <a:t> to You</a:t>
            </a:r>
            <a:endParaRPr sz="2000" dirty="0"/>
          </a:p>
        </p:txBody>
      </p:sp>
      <p:sp>
        <p:nvSpPr>
          <p:cNvPr id="4544" name="Google Shape;4544;p6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dirty="0"/>
              <a:t>“</a:t>
            </a:r>
            <a:r>
              <a:rPr lang="fr-FR" dirty="0" err="1"/>
              <a:t>Enough</a:t>
            </a:r>
            <a:r>
              <a:rPr lang="fr-FR" dirty="0"/>
              <a:t> talk: FIXES!”</a:t>
            </a:r>
            <a:endParaRPr dirty="0"/>
          </a:p>
        </p:txBody>
      </p:sp>
      <p:sp>
        <p:nvSpPr>
          <p:cNvPr id="4545" name="Google Shape;4545;p64"/>
          <p:cNvSpPr txBox="1">
            <a:spLocks noGrp="1"/>
          </p:cNvSpPr>
          <p:nvPr>
            <p:ph type="subTitle" idx="2"/>
          </p:nvPr>
        </p:nvSpPr>
        <p:spPr>
          <a:xfrm>
            <a:off x="1085899" y="3330652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dirty="0"/>
              <a:t>matching our patient to a perfect therapist according to their data </a:t>
            </a:r>
            <a:endParaRPr dirty="0"/>
          </a:p>
        </p:txBody>
      </p:sp>
      <p:sp>
        <p:nvSpPr>
          <p:cNvPr id="4546" name="Google Shape;4546;p64"/>
          <p:cNvSpPr txBox="1">
            <a:spLocks noGrp="1"/>
          </p:cNvSpPr>
          <p:nvPr>
            <p:ph type="subTitle" idx="3"/>
          </p:nvPr>
        </p:nvSpPr>
        <p:spPr>
          <a:xfrm>
            <a:off x="6035181" y="2387850"/>
            <a:ext cx="2307248" cy="859499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sz="2000" dirty="0"/>
              <a:t>Step In: </a:t>
            </a:r>
            <a:r>
              <a:rPr lang="en-US" sz="2000" dirty="0" err="1"/>
              <a:t>Bonki</a:t>
            </a:r>
            <a:r>
              <a:rPr lang="en-US" sz="2000" dirty="0"/>
              <a:t> needs you!</a:t>
            </a:r>
            <a:endParaRPr sz="2000" dirty="0"/>
          </a:p>
        </p:txBody>
      </p:sp>
      <p:sp>
        <p:nvSpPr>
          <p:cNvPr id="4547" name="Google Shape;4547;p64"/>
          <p:cNvSpPr txBox="1">
            <a:spLocks noGrp="1"/>
          </p:cNvSpPr>
          <p:nvPr>
            <p:ph type="subTitle" idx="4"/>
          </p:nvPr>
        </p:nvSpPr>
        <p:spPr>
          <a:xfrm>
            <a:off x="6035181" y="3319001"/>
            <a:ext cx="2307247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/>
              <a:t>B</a:t>
            </a:r>
            <a:r>
              <a:rPr lang="en" dirty="0"/>
              <a:t>y taking care of ‘Bonkie’ our patient feels seen and theyr’e never lonely any longer they have little ‘Bonkie’</a:t>
            </a:r>
          </a:p>
        </p:txBody>
      </p:sp>
      <p:sp>
        <p:nvSpPr>
          <p:cNvPr id="4548" name="Google Shape;4548;p64"/>
          <p:cNvSpPr txBox="1">
            <a:spLocks noGrp="1"/>
          </p:cNvSpPr>
          <p:nvPr>
            <p:ph type="subTitle" idx="5"/>
          </p:nvPr>
        </p:nvSpPr>
        <p:spPr>
          <a:xfrm>
            <a:off x="3142578" y="2700771"/>
            <a:ext cx="2612650" cy="233655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fr-FR" sz="2000" dirty="0" err="1"/>
              <a:t>Reframe,Rethink</a:t>
            </a:r>
            <a:r>
              <a:rPr lang="fr-FR" sz="2000" dirty="0"/>
              <a:t>, Recharge</a:t>
            </a:r>
            <a:endParaRPr sz="2000" dirty="0"/>
          </a:p>
        </p:txBody>
      </p:sp>
      <p:sp>
        <p:nvSpPr>
          <p:cNvPr id="4549" name="Google Shape;4549;p64"/>
          <p:cNvSpPr txBox="1">
            <a:spLocks noGrp="1"/>
          </p:cNvSpPr>
          <p:nvPr>
            <p:ph type="subTitle" idx="6"/>
          </p:nvPr>
        </p:nvSpPr>
        <p:spPr>
          <a:xfrm>
            <a:off x="3511553" y="1392369"/>
            <a:ext cx="1874700" cy="859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dirty="0"/>
              <a:t>Turn negative energy into motivation.</a:t>
            </a:r>
          </a:p>
          <a:p>
            <a:pPr marL="0" lvl="0" indent="0"/>
            <a:r>
              <a:rPr lang="en-US" dirty="0"/>
              <a:t>see challenges as opportunities</a:t>
            </a:r>
            <a:endParaRPr dirty="0"/>
          </a:p>
        </p:txBody>
      </p:sp>
      <p:sp>
        <p:nvSpPr>
          <p:cNvPr id="4550" name="Google Shape;4550;p64"/>
          <p:cNvSpPr txBox="1">
            <a:spLocks noGrp="1"/>
          </p:cNvSpPr>
          <p:nvPr>
            <p:ph type="title" idx="7"/>
          </p:nvPr>
        </p:nvSpPr>
        <p:spPr>
          <a:xfrm>
            <a:off x="1507297" y="15342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sp>
        <p:nvSpPr>
          <p:cNvPr id="4551" name="Google Shape;4551;p64"/>
          <p:cNvSpPr txBox="1">
            <a:spLocks noGrp="1"/>
          </p:cNvSpPr>
          <p:nvPr>
            <p:ph type="title" idx="8"/>
          </p:nvPr>
        </p:nvSpPr>
        <p:spPr>
          <a:xfrm>
            <a:off x="4016247" y="328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552" name="Google Shape;4552;p64"/>
          <p:cNvSpPr txBox="1">
            <a:spLocks noGrp="1"/>
          </p:cNvSpPr>
          <p:nvPr>
            <p:ph type="title" idx="9"/>
          </p:nvPr>
        </p:nvSpPr>
        <p:spPr>
          <a:xfrm>
            <a:off x="6525197" y="15342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4553" name="Google Shape;4553;p64"/>
          <p:cNvCxnSpPr/>
          <p:nvPr/>
        </p:nvCxnSpPr>
        <p:spPr>
          <a:xfrm rot="-5400000" flipH="1">
            <a:off x="2725350" y="2202350"/>
            <a:ext cx="1234500" cy="12030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oval" w="med" len="med"/>
            <a:tailEnd type="oval" w="med" len="med"/>
          </a:ln>
        </p:spPr>
      </p:cxnSp>
      <p:cxnSp>
        <p:nvCxnSpPr>
          <p:cNvPr id="4554" name="Google Shape;4554;p64"/>
          <p:cNvCxnSpPr/>
          <p:nvPr/>
        </p:nvCxnSpPr>
        <p:spPr>
          <a:xfrm rot="-5400000">
            <a:off x="5192763" y="2242200"/>
            <a:ext cx="1182300" cy="1150800"/>
          </a:xfrm>
          <a:prstGeom prst="curvedConnector3">
            <a:avLst>
              <a:gd name="adj1" fmla="val 87442"/>
            </a:avLst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oval" w="med" len="med"/>
            <a:tailEnd type="oval" w="med" len="med"/>
          </a:ln>
        </p:spPr>
      </p:cxnSp>
      <p:sp>
        <p:nvSpPr>
          <p:cNvPr id="4555" name="Google Shape;4555;p64"/>
          <p:cNvSpPr/>
          <p:nvPr/>
        </p:nvSpPr>
        <p:spPr>
          <a:xfrm>
            <a:off x="1046350" y="1254475"/>
            <a:ext cx="397650" cy="47218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6" name="Google Shape;4556;p64"/>
          <p:cNvSpPr/>
          <p:nvPr/>
        </p:nvSpPr>
        <p:spPr>
          <a:xfrm>
            <a:off x="5509350" y="3831325"/>
            <a:ext cx="397650" cy="47218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9">
          <a:extLst>
            <a:ext uri="{FF2B5EF4-FFF2-40B4-BE49-F238E27FC236}">
              <a16:creationId xmlns:a16="http://schemas.microsoft.com/office/drawing/2014/main" id="{2080C7A5-C212-F1D5-D0AD-FA97D1F48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57">
            <a:extLst>
              <a:ext uri="{FF2B5EF4-FFF2-40B4-BE49-F238E27FC236}">
                <a16:creationId xmlns:a16="http://schemas.microsoft.com/office/drawing/2014/main" id="{A6E573CE-860A-197C-474B-930293CEFC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03850" y="2525325"/>
            <a:ext cx="5736300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technologies</a:t>
            </a:r>
            <a:endParaRPr dirty="0"/>
          </a:p>
        </p:txBody>
      </p:sp>
      <p:sp>
        <p:nvSpPr>
          <p:cNvPr id="4341" name="Google Shape;4341;p57">
            <a:extLst>
              <a:ext uri="{FF2B5EF4-FFF2-40B4-BE49-F238E27FC236}">
                <a16:creationId xmlns:a16="http://schemas.microsoft.com/office/drawing/2014/main" id="{DC4DAD48-AD87-0826-26DE-F907BDA60A2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18773" y="3660198"/>
            <a:ext cx="5090700" cy="54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How </a:t>
            </a:r>
            <a:r>
              <a:rPr lang="fr-FR" sz="2600" dirty="0" err="1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did</a:t>
            </a:r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fr-FR" sz="2600" dirty="0" err="1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we</a:t>
            </a:r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 </a:t>
            </a:r>
            <a:r>
              <a:rPr lang="fr-FR" sz="2600" dirty="0" err="1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achieve</a:t>
            </a:r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 REFORM.</a:t>
            </a:r>
            <a:endParaRPr sz="2600" dirty="0">
              <a:solidFill>
                <a:schemeClr val="bg1">
                  <a:lumMod val="10000"/>
                </a:schemeClr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4342" name="Google Shape;4342;p57">
            <a:extLst>
              <a:ext uri="{FF2B5EF4-FFF2-40B4-BE49-F238E27FC236}">
                <a16:creationId xmlns:a16="http://schemas.microsoft.com/office/drawing/2014/main" id="{30A9EB50-F607-A7F1-FA51-1C0CAC4822A7}"/>
              </a:ext>
            </a:extLst>
          </p:cNvPr>
          <p:cNvSpPr/>
          <p:nvPr/>
        </p:nvSpPr>
        <p:spPr>
          <a:xfrm>
            <a:off x="6794538" y="36602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3" name="Google Shape;4343;p57">
            <a:extLst>
              <a:ext uri="{FF2B5EF4-FFF2-40B4-BE49-F238E27FC236}">
                <a16:creationId xmlns:a16="http://schemas.microsoft.com/office/drawing/2014/main" id="{CC0AFF70-FD6A-81CE-1637-1FDE498F78DA}"/>
              </a:ext>
            </a:extLst>
          </p:cNvPr>
          <p:cNvGrpSpPr/>
          <p:nvPr/>
        </p:nvGrpSpPr>
        <p:grpSpPr>
          <a:xfrm>
            <a:off x="6976397" y="3744955"/>
            <a:ext cx="296817" cy="371986"/>
            <a:chOff x="1677825" y="3820225"/>
            <a:chExt cx="345900" cy="433500"/>
          </a:xfrm>
        </p:grpSpPr>
        <p:sp>
          <p:nvSpPr>
            <p:cNvPr id="4344" name="Google Shape;4344;p57">
              <a:extLst>
                <a:ext uri="{FF2B5EF4-FFF2-40B4-BE49-F238E27FC236}">
                  <a16:creationId xmlns:a16="http://schemas.microsoft.com/office/drawing/2014/main" id="{78731650-C87B-9C1B-AC10-864A44DBFC69}"/>
                </a:ext>
              </a:extLst>
            </p:cNvPr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57">
              <a:extLst>
                <a:ext uri="{FF2B5EF4-FFF2-40B4-BE49-F238E27FC236}">
                  <a16:creationId xmlns:a16="http://schemas.microsoft.com/office/drawing/2014/main" id="{19FD4E85-8839-B617-0BA5-57E9D2FB8777}"/>
                </a:ext>
              </a:extLst>
            </p:cNvPr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6" name="Google Shape;4346;p57">
            <a:extLst>
              <a:ext uri="{FF2B5EF4-FFF2-40B4-BE49-F238E27FC236}">
                <a16:creationId xmlns:a16="http://schemas.microsoft.com/office/drawing/2014/main" id="{14E44503-F962-51A4-98DA-5844454FD486}"/>
              </a:ext>
            </a:extLst>
          </p:cNvPr>
          <p:cNvGrpSpPr/>
          <p:nvPr/>
        </p:nvGrpSpPr>
        <p:grpSpPr>
          <a:xfrm>
            <a:off x="7863997" y="3844169"/>
            <a:ext cx="397646" cy="458063"/>
            <a:chOff x="3150425" y="3024575"/>
            <a:chExt cx="130350" cy="150150"/>
          </a:xfrm>
        </p:grpSpPr>
        <p:sp>
          <p:nvSpPr>
            <p:cNvPr id="4347" name="Google Shape;4347;p57">
              <a:extLst>
                <a:ext uri="{FF2B5EF4-FFF2-40B4-BE49-F238E27FC236}">
                  <a16:creationId xmlns:a16="http://schemas.microsoft.com/office/drawing/2014/main" id="{E7669D3D-DC9E-1261-4307-456FF8CE69A4}"/>
                </a:ext>
              </a:extLst>
            </p:cNvPr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57">
              <a:extLst>
                <a:ext uri="{FF2B5EF4-FFF2-40B4-BE49-F238E27FC236}">
                  <a16:creationId xmlns:a16="http://schemas.microsoft.com/office/drawing/2014/main" id="{C8871016-BB03-2D96-1B6C-20ECBA330E7E}"/>
                </a:ext>
              </a:extLst>
            </p:cNvPr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57">
              <a:extLst>
                <a:ext uri="{FF2B5EF4-FFF2-40B4-BE49-F238E27FC236}">
                  <a16:creationId xmlns:a16="http://schemas.microsoft.com/office/drawing/2014/main" id="{5D35582E-D3C6-0929-05E4-B3BC3073313C}"/>
                </a:ext>
              </a:extLst>
            </p:cNvPr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57">
              <a:extLst>
                <a:ext uri="{FF2B5EF4-FFF2-40B4-BE49-F238E27FC236}">
                  <a16:creationId xmlns:a16="http://schemas.microsoft.com/office/drawing/2014/main" id="{11C8077D-2B91-263B-5BC4-B8C2DB860A30}"/>
                </a:ext>
              </a:extLst>
            </p:cNvPr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57">
              <a:extLst>
                <a:ext uri="{FF2B5EF4-FFF2-40B4-BE49-F238E27FC236}">
                  <a16:creationId xmlns:a16="http://schemas.microsoft.com/office/drawing/2014/main" id="{B0AE19BE-1DAB-C3E4-77A3-50E4F3848E30}"/>
                </a:ext>
              </a:extLst>
            </p:cNvPr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57">
              <a:extLst>
                <a:ext uri="{FF2B5EF4-FFF2-40B4-BE49-F238E27FC236}">
                  <a16:creationId xmlns:a16="http://schemas.microsoft.com/office/drawing/2014/main" id="{F7495BF6-B545-A28C-7E0D-9C36D75E7B8E}"/>
                </a:ext>
              </a:extLst>
            </p:cNvPr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57">
              <a:extLst>
                <a:ext uri="{FF2B5EF4-FFF2-40B4-BE49-F238E27FC236}">
                  <a16:creationId xmlns:a16="http://schemas.microsoft.com/office/drawing/2014/main" id="{33F91883-E1D8-93AA-84CB-512BAB67349E}"/>
                </a:ext>
              </a:extLst>
            </p:cNvPr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57">
              <a:extLst>
                <a:ext uri="{FF2B5EF4-FFF2-40B4-BE49-F238E27FC236}">
                  <a16:creationId xmlns:a16="http://schemas.microsoft.com/office/drawing/2014/main" id="{51B9AF5F-E0E7-0443-2D0E-E38BCFC34F02}"/>
                </a:ext>
              </a:extLst>
            </p:cNvPr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5" name="Google Shape;4355;p57">
            <a:extLst>
              <a:ext uri="{FF2B5EF4-FFF2-40B4-BE49-F238E27FC236}">
                <a16:creationId xmlns:a16="http://schemas.microsoft.com/office/drawing/2014/main" id="{706576E6-DC4D-6611-CB55-23263022B831}"/>
              </a:ext>
            </a:extLst>
          </p:cNvPr>
          <p:cNvSpPr/>
          <p:nvPr/>
        </p:nvSpPr>
        <p:spPr>
          <a:xfrm>
            <a:off x="1071600" y="2888250"/>
            <a:ext cx="397650" cy="47218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6" name="Google Shape;4356;p57">
            <a:extLst>
              <a:ext uri="{FF2B5EF4-FFF2-40B4-BE49-F238E27FC236}">
                <a16:creationId xmlns:a16="http://schemas.microsoft.com/office/drawing/2014/main" id="{C07FA82C-7193-232F-877A-1241B3485CBB}"/>
              </a:ext>
            </a:extLst>
          </p:cNvPr>
          <p:cNvSpPr/>
          <p:nvPr/>
        </p:nvSpPr>
        <p:spPr>
          <a:xfrm rot="5400000">
            <a:off x="4050624" y="15412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357" name="Google Shape;4357;p57">
            <a:extLst>
              <a:ext uri="{FF2B5EF4-FFF2-40B4-BE49-F238E27FC236}">
                <a16:creationId xmlns:a16="http://schemas.microsoft.com/office/drawing/2014/main" id="{6B78D45C-11FC-BBCB-2DF8-F072FF0AFC5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16250" y="166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358" name="Google Shape;4358;p57">
            <a:hlinkClick r:id="rId3" action="ppaction://hlinksldjump"/>
            <a:extLst>
              <a:ext uri="{FF2B5EF4-FFF2-40B4-BE49-F238E27FC236}">
                <a16:creationId xmlns:a16="http://schemas.microsoft.com/office/drawing/2014/main" id="{14541BE5-FB1C-C6EF-1F99-69B4001B5454}"/>
              </a:ext>
            </a:extLst>
          </p:cNvPr>
          <p:cNvSpPr/>
          <p:nvPr/>
        </p:nvSpPr>
        <p:spPr>
          <a:xfrm>
            <a:off x="7696275" y="4481525"/>
            <a:ext cx="731100" cy="17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Home</a:t>
            </a:r>
            <a:endParaRPr sz="1100" b="1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1250031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7" name="Google Shape;5967;p10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TECHNOLOGIES WE USED</a:t>
            </a:r>
            <a:endParaRPr dirty="0"/>
          </a:p>
        </p:txBody>
      </p:sp>
      <p:sp>
        <p:nvSpPr>
          <p:cNvPr id="5968" name="Google Shape;5968;p101"/>
          <p:cNvSpPr/>
          <p:nvPr/>
        </p:nvSpPr>
        <p:spPr>
          <a:xfrm flipH="1">
            <a:off x="1036200" y="1392700"/>
            <a:ext cx="2091600" cy="3000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9" name="Google Shape;5969;p101"/>
          <p:cNvSpPr/>
          <p:nvPr/>
        </p:nvSpPr>
        <p:spPr>
          <a:xfrm flipH="1">
            <a:off x="3526200" y="1392700"/>
            <a:ext cx="2091600" cy="3000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70" name="Google Shape;5970;p101"/>
          <p:cNvSpPr/>
          <p:nvPr/>
        </p:nvSpPr>
        <p:spPr>
          <a:xfrm flipH="1">
            <a:off x="6016200" y="1392700"/>
            <a:ext cx="2091600" cy="30009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1" name="Google Shape;5971;p101"/>
          <p:cNvSpPr txBox="1"/>
          <p:nvPr/>
        </p:nvSpPr>
        <p:spPr>
          <a:xfrm>
            <a:off x="-186563" y="1063890"/>
            <a:ext cx="731596" cy="2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5972" name="Google Shape;5972;p101"/>
          <p:cNvSpPr txBox="1"/>
          <p:nvPr/>
        </p:nvSpPr>
        <p:spPr>
          <a:xfrm>
            <a:off x="1185450" y="2272152"/>
            <a:ext cx="1793100" cy="1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/>
              <a:t>Next.js is a popular React framework used to build production-ready web applications that require strong performance</a:t>
            </a:r>
            <a:endParaRPr sz="1600" dirty="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5973" name="Google Shape;5973;p101"/>
          <p:cNvSpPr txBox="1"/>
          <p:nvPr/>
        </p:nvSpPr>
        <p:spPr>
          <a:xfrm>
            <a:off x="1185450" y="3671250"/>
            <a:ext cx="17931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36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 b="1" dirty="0">
              <a:solidFill>
                <a:schemeClr val="accent3"/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5975" name="Google Shape;5975;p101"/>
          <p:cNvSpPr txBox="1"/>
          <p:nvPr/>
        </p:nvSpPr>
        <p:spPr>
          <a:xfrm>
            <a:off x="3675450" y="2630600"/>
            <a:ext cx="1793100" cy="1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 sz="1600"/>
              <a:t>Use MongoDB for flexible, scalable applications</a:t>
            </a:r>
            <a:r>
              <a:rPr lang="en-US"/>
              <a:t> needing to handle diverse, high-volume data with fast development</a:t>
            </a:r>
            <a:endParaRPr sz="1600" dirty="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sp>
        <p:nvSpPr>
          <p:cNvPr id="5978" name="Google Shape;5978;p101"/>
          <p:cNvSpPr txBox="1"/>
          <p:nvPr/>
        </p:nvSpPr>
        <p:spPr>
          <a:xfrm>
            <a:off x="6165450" y="2465302"/>
            <a:ext cx="1793100" cy="15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 algn="ctr"/>
            <a:r>
              <a:rPr lang="en-US"/>
              <a:t>its </a:t>
            </a:r>
            <a:r>
              <a:rPr lang="en-US" sz="1600" b="1"/>
              <a:t>strong, open-source performance</a:t>
            </a:r>
            <a:r>
              <a:rPr lang="en-US" sz="1600"/>
              <a:t>, friendly commercial license for innovation, wide range of sizes</a:t>
            </a:r>
            <a:endParaRPr sz="1600" dirty="0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  <p:pic>
        <p:nvPicPr>
          <p:cNvPr id="1026" name="Picture 2" descr="Next.js Testing - testRigor AI-Based ...">
            <a:extLst>
              <a:ext uri="{FF2B5EF4-FFF2-40B4-BE49-F238E27FC236}">
                <a16:creationId xmlns:a16="http://schemas.microsoft.com/office/drawing/2014/main" id="{18A1BFED-D52D-8911-E030-BE8B5A192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5450" y="1581050"/>
            <a:ext cx="1793100" cy="50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Mongodb original wordmark logo - Free Icon PNG, SVG">
            <a:extLst>
              <a:ext uri="{FF2B5EF4-FFF2-40B4-BE49-F238E27FC236}">
                <a16:creationId xmlns:a16="http://schemas.microsoft.com/office/drawing/2014/main" id="{BF3D9B69-3AB0-03E5-00E5-4556086AC5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930" y="1366630"/>
            <a:ext cx="1120140" cy="11201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Image 1">
            <a:extLst>
              <a:ext uri="{FF2B5EF4-FFF2-40B4-BE49-F238E27FC236}">
                <a16:creationId xmlns:a16="http://schemas.microsoft.com/office/drawing/2014/main" id="{8FA1F4EC-B358-C4D3-FF1E-5A1005BF5EC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0947" b="25660"/>
          <a:stretch>
            <a:fillRect/>
          </a:stretch>
        </p:blipFill>
        <p:spPr>
          <a:xfrm>
            <a:off x="6386430" y="1472567"/>
            <a:ext cx="1351140" cy="72140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9">
          <a:extLst>
            <a:ext uri="{FF2B5EF4-FFF2-40B4-BE49-F238E27FC236}">
              <a16:creationId xmlns:a16="http://schemas.microsoft.com/office/drawing/2014/main" id="{8409CD3E-B350-B131-2B54-F67EDA732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0" name="Google Shape;4340;p57">
            <a:extLst>
              <a:ext uri="{FF2B5EF4-FFF2-40B4-BE49-F238E27FC236}">
                <a16:creationId xmlns:a16="http://schemas.microsoft.com/office/drawing/2014/main" id="{2E076C2D-7C45-6A94-8B7A-5D9A6D3121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81516" y="2497509"/>
            <a:ext cx="7293643" cy="989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/>
              <a:t>WHAT SETS US APART</a:t>
            </a:r>
            <a:endParaRPr sz="4000" dirty="0"/>
          </a:p>
        </p:txBody>
      </p:sp>
      <p:sp>
        <p:nvSpPr>
          <p:cNvPr id="4341" name="Google Shape;4341;p57">
            <a:extLst>
              <a:ext uri="{FF2B5EF4-FFF2-40B4-BE49-F238E27FC236}">
                <a16:creationId xmlns:a16="http://schemas.microsoft.com/office/drawing/2014/main" id="{89D82AC5-0781-5E50-1E05-25F9C250A9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718773" y="3660198"/>
            <a:ext cx="5090700" cy="541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fr-FR" sz="2600" dirty="0">
                <a:solidFill>
                  <a:schemeClr val="bg1">
                    <a:lumMod val="10000"/>
                  </a:schemeClr>
                </a:solidFill>
                <a:latin typeface="Gaegu"/>
                <a:ea typeface="Gaegu"/>
                <a:cs typeface="Gaegu"/>
                <a:sym typeface="Gaegu"/>
              </a:rPr>
              <a:t>WHY REFORM?</a:t>
            </a:r>
            <a:endParaRPr sz="2600" dirty="0">
              <a:solidFill>
                <a:schemeClr val="bg1">
                  <a:lumMod val="10000"/>
                </a:schemeClr>
              </a:solidFill>
              <a:latin typeface="Gaegu"/>
              <a:ea typeface="Gaegu"/>
              <a:cs typeface="Gaegu"/>
              <a:sym typeface="Gaegu"/>
            </a:endParaRPr>
          </a:p>
        </p:txBody>
      </p:sp>
      <p:sp>
        <p:nvSpPr>
          <p:cNvPr id="4342" name="Google Shape;4342;p57">
            <a:extLst>
              <a:ext uri="{FF2B5EF4-FFF2-40B4-BE49-F238E27FC236}">
                <a16:creationId xmlns:a16="http://schemas.microsoft.com/office/drawing/2014/main" id="{565CD15A-BCF5-29DE-783F-B9AB29999091}"/>
              </a:ext>
            </a:extLst>
          </p:cNvPr>
          <p:cNvSpPr/>
          <p:nvPr/>
        </p:nvSpPr>
        <p:spPr>
          <a:xfrm>
            <a:off x="6794538" y="3660200"/>
            <a:ext cx="645600" cy="5415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43" name="Google Shape;4343;p57">
            <a:extLst>
              <a:ext uri="{FF2B5EF4-FFF2-40B4-BE49-F238E27FC236}">
                <a16:creationId xmlns:a16="http://schemas.microsoft.com/office/drawing/2014/main" id="{B6DE870C-0F93-30F1-C13D-110770D46A96}"/>
              </a:ext>
            </a:extLst>
          </p:cNvPr>
          <p:cNvGrpSpPr/>
          <p:nvPr/>
        </p:nvGrpSpPr>
        <p:grpSpPr>
          <a:xfrm>
            <a:off x="6976397" y="3744955"/>
            <a:ext cx="296817" cy="371986"/>
            <a:chOff x="1677825" y="3820225"/>
            <a:chExt cx="345900" cy="433500"/>
          </a:xfrm>
        </p:grpSpPr>
        <p:sp>
          <p:nvSpPr>
            <p:cNvPr id="4344" name="Google Shape;4344;p57">
              <a:extLst>
                <a:ext uri="{FF2B5EF4-FFF2-40B4-BE49-F238E27FC236}">
                  <a16:creationId xmlns:a16="http://schemas.microsoft.com/office/drawing/2014/main" id="{85201114-71F8-7814-9C6A-41C9AE01AA2D}"/>
                </a:ext>
              </a:extLst>
            </p:cNvPr>
            <p:cNvSpPr/>
            <p:nvPr/>
          </p:nvSpPr>
          <p:spPr>
            <a:xfrm>
              <a:off x="1677825" y="3820225"/>
              <a:ext cx="345900" cy="433500"/>
            </a:xfrm>
            <a:custGeom>
              <a:avLst/>
              <a:gdLst/>
              <a:ahLst/>
              <a:cxnLst/>
              <a:rect l="l" t="t" r="r" b="b"/>
              <a:pathLst>
                <a:path w="13836" h="17340" extrusionOk="0">
                  <a:moveTo>
                    <a:pt x="7664" y="663"/>
                  </a:moveTo>
                  <a:cubicBezTo>
                    <a:pt x="9900" y="663"/>
                    <a:pt x="12122" y="2143"/>
                    <a:pt x="12629" y="4431"/>
                  </a:cubicBezTo>
                  <a:cubicBezTo>
                    <a:pt x="13115" y="6657"/>
                    <a:pt x="11579" y="8961"/>
                    <a:pt x="9557" y="9776"/>
                  </a:cubicBezTo>
                  <a:cubicBezTo>
                    <a:pt x="8881" y="10051"/>
                    <a:pt x="8203" y="10182"/>
                    <a:pt x="7547" y="10182"/>
                  </a:cubicBezTo>
                  <a:cubicBezTo>
                    <a:pt x="5556" y="10182"/>
                    <a:pt x="3775" y="8979"/>
                    <a:pt x="2926" y="6986"/>
                  </a:cubicBezTo>
                  <a:cubicBezTo>
                    <a:pt x="2926" y="6939"/>
                    <a:pt x="2926" y="6892"/>
                    <a:pt x="2911" y="6829"/>
                  </a:cubicBezTo>
                  <a:cubicBezTo>
                    <a:pt x="1923" y="4446"/>
                    <a:pt x="3961" y="1531"/>
                    <a:pt x="6296" y="857"/>
                  </a:cubicBezTo>
                  <a:cubicBezTo>
                    <a:pt x="6743" y="726"/>
                    <a:pt x="7204" y="663"/>
                    <a:pt x="7664" y="663"/>
                  </a:cubicBezTo>
                  <a:close/>
                  <a:moveTo>
                    <a:pt x="7643" y="0"/>
                  </a:moveTo>
                  <a:cubicBezTo>
                    <a:pt x="7132" y="0"/>
                    <a:pt x="6620" y="69"/>
                    <a:pt x="6124" y="214"/>
                  </a:cubicBezTo>
                  <a:cubicBezTo>
                    <a:pt x="3522" y="982"/>
                    <a:pt x="1218" y="4196"/>
                    <a:pt x="2237" y="6907"/>
                  </a:cubicBezTo>
                  <a:cubicBezTo>
                    <a:pt x="2221" y="6954"/>
                    <a:pt x="2237" y="7001"/>
                    <a:pt x="2252" y="7064"/>
                  </a:cubicBezTo>
                  <a:cubicBezTo>
                    <a:pt x="2707" y="8161"/>
                    <a:pt x="3397" y="9070"/>
                    <a:pt x="4243" y="9713"/>
                  </a:cubicBezTo>
                  <a:cubicBezTo>
                    <a:pt x="4227" y="9729"/>
                    <a:pt x="4227" y="9744"/>
                    <a:pt x="4212" y="9760"/>
                  </a:cubicBezTo>
                  <a:cubicBezTo>
                    <a:pt x="2942" y="11986"/>
                    <a:pt x="1563" y="14133"/>
                    <a:pt x="293" y="16359"/>
                  </a:cubicBezTo>
                  <a:cubicBezTo>
                    <a:pt x="1" y="16868"/>
                    <a:pt x="449" y="17339"/>
                    <a:pt x="894" y="17339"/>
                  </a:cubicBezTo>
                  <a:cubicBezTo>
                    <a:pt x="1092" y="17339"/>
                    <a:pt x="1291" y="17245"/>
                    <a:pt x="1422" y="17017"/>
                  </a:cubicBezTo>
                  <a:cubicBezTo>
                    <a:pt x="2675" y="14792"/>
                    <a:pt x="4071" y="12644"/>
                    <a:pt x="5340" y="10418"/>
                  </a:cubicBezTo>
                  <a:cubicBezTo>
                    <a:pt x="5340" y="10403"/>
                    <a:pt x="5356" y="10403"/>
                    <a:pt x="5356" y="10387"/>
                  </a:cubicBezTo>
                  <a:cubicBezTo>
                    <a:pt x="6037" y="10684"/>
                    <a:pt x="6777" y="10845"/>
                    <a:pt x="7548" y="10845"/>
                  </a:cubicBezTo>
                  <a:cubicBezTo>
                    <a:pt x="8160" y="10845"/>
                    <a:pt x="8793" y="10743"/>
                    <a:pt x="9431" y="10528"/>
                  </a:cubicBezTo>
                  <a:cubicBezTo>
                    <a:pt x="11955" y="9697"/>
                    <a:pt x="13836" y="6954"/>
                    <a:pt x="13256" y="4258"/>
                  </a:cubicBezTo>
                  <a:cubicBezTo>
                    <a:pt x="12695" y="1690"/>
                    <a:pt x="10172" y="0"/>
                    <a:pt x="76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5" name="Google Shape;4345;p57">
              <a:extLst>
                <a:ext uri="{FF2B5EF4-FFF2-40B4-BE49-F238E27FC236}">
                  <a16:creationId xmlns:a16="http://schemas.microsoft.com/office/drawing/2014/main" id="{C75EED5B-30A9-A1A0-F0A4-31C1AC447CCF}"/>
                </a:ext>
              </a:extLst>
            </p:cNvPr>
            <p:cNvSpPr/>
            <p:nvPr/>
          </p:nvSpPr>
          <p:spPr>
            <a:xfrm>
              <a:off x="1763950" y="3857550"/>
              <a:ext cx="206875" cy="190725"/>
            </a:xfrm>
            <a:custGeom>
              <a:avLst/>
              <a:gdLst/>
              <a:ahLst/>
              <a:cxnLst/>
              <a:rect l="l" t="t" r="r" b="b"/>
              <a:pathLst>
                <a:path w="8275" h="7629" extrusionOk="0">
                  <a:moveTo>
                    <a:pt x="4059" y="656"/>
                  </a:moveTo>
                  <a:cubicBezTo>
                    <a:pt x="5402" y="656"/>
                    <a:pt x="6850" y="1450"/>
                    <a:pt x="7224" y="2734"/>
                  </a:cubicBezTo>
                  <a:cubicBezTo>
                    <a:pt x="7789" y="4646"/>
                    <a:pt x="6644" y="6856"/>
                    <a:pt x="4544" y="6966"/>
                  </a:cubicBezTo>
                  <a:cubicBezTo>
                    <a:pt x="4474" y="6970"/>
                    <a:pt x="4404" y="6972"/>
                    <a:pt x="4333" y="6972"/>
                  </a:cubicBezTo>
                  <a:cubicBezTo>
                    <a:pt x="2635" y="6972"/>
                    <a:pt x="659" y="5899"/>
                    <a:pt x="704" y="3988"/>
                  </a:cubicBezTo>
                  <a:cubicBezTo>
                    <a:pt x="704" y="3957"/>
                    <a:pt x="688" y="3925"/>
                    <a:pt x="688" y="3894"/>
                  </a:cubicBezTo>
                  <a:cubicBezTo>
                    <a:pt x="704" y="3863"/>
                    <a:pt x="720" y="3831"/>
                    <a:pt x="720" y="3800"/>
                  </a:cubicBezTo>
                  <a:cubicBezTo>
                    <a:pt x="892" y="2279"/>
                    <a:pt x="1864" y="1073"/>
                    <a:pt x="3384" y="728"/>
                  </a:cubicBezTo>
                  <a:cubicBezTo>
                    <a:pt x="3602" y="680"/>
                    <a:pt x="3829" y="656"/>
                    <a:pt x="4059" y="656"/>
                  </a:cubicBezTo>
                  <a:close/>
                  <a:moveTo>
                    <a:pt x="4101" y="0"/>
                  </a:moveTo>
                  <a:cubicBezTo>
                    <a:pt x="3961" y="0"/>
                    <a:pt x="3821" y="8"/>
                    <a:pt x="3682" y="22"/>
                  </a:cubicBezTo>
                  <a:cubicBezTo>
                    <a:pt x="1644" y="226"/>
                    <a:pt x="281" y="1825"/>
                    <a:pt x="61" y="3800"/>
                  </a:cubicBezTo>
                  <a:cubicBezTo>
                    <a:pt x="61" y="3831"/>
                    <a:pt x="61" y="3863"/>
                    <a:pt x="61" y="3878"/>
                  </a:cubicBezTo>
                  <a:cubicBezTo>
                    <a:pt x="61" y="3910"/>
                    <a:pt x="46" y="3941"/>
                    <a:pt x="46" y="3988"/>
                  </a:cubicBezTo>
                  <a:cubicBezTo>
                    <a:pt x="0" y="6264"/>
                    <a:pt x="2275" y="7629"/>
                    <a:pt x="4340" y="7629"/>
                  </a:cubicBezTo>
                  <a:cubicBezTo>
                    <a:pt x="4408" y="7629"/>
                    <a:pt x="4476" y="7627"/>
                    <a:pt x="4544" y="7624"/>
                  </a:cubicBezTo>
                  <a:cubicBezTo>
                    <a:pt x="6974" y="7499"/>
                    <a:pt x="8275" y="5242"/>
                    <a:pt x="7930" y="2985"/>
                  </a:cubicBezTo>
                  <a:cubicBezTo>
                    <a:pt x="7654" y="1183"/>
                    <a:pt x="5881" y="0"/>
                    <a:pt x="41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46" name="Google Shape;4346;p57">
            <a:extLst>
              <a:ext uri="{FF2B5EF4-FFF2-40B4-BE49-F238E27FC236}">
                <a16:creationId xmlns:a16="http://schemas.microsoft.com/office/drawing/2014/main" id="{077E2A96-E7BD-CEB8-FB29-958615ECAED3}"/>
              </a:ext>
            </a:extLst>
          </p:cNvPr>
          <p:cNvGrpSpPr/>
          <p:nvPr/>
        </p:nvGrpSpPr>
        <p:grpSpPr>
          <a:xfrm>
            <a:off x="7863997" y="3844169"/>
            <a:ext cx="397646" cy="458063"/>
            <a:chOff x="3150425" y="3024575"/>
            <a:chExt cx="130350" cy="150150"/>
          </a:xfrm>
        </p:grpSpPr>
        <p:sp>
          <p:nvSpPr>
            <p:cNvPr id="4347" name="Google Shape;4347;p57">
              <a:extLst>
                <a:ext uri="{FF2B5EF4-FFF2-40B4-BE49-F238E27FC236}">
                  <a16:creationId xmlns:a16="http://schemas.microsoft.com/office/drawing/2014/main" id="{4BF87099-96A6-EF47-2736-3B49952FF9A9}"/>
                </a:ext>
              </a:extLst>
            </p:cNvPr>
            <p:cNvSpPr/>
            <p:nvPr/>
          </p:nvSpPr>
          <p:spPr>
            <a:xfrm>
              <a:off x="3259350" y="3087675"/>
              <a:ext cx="21425" cy="20150"/>
            </a:xfrm>
            <a:custGeom>
              <a:avLst/>
              <a:gdLst/>
              <a:ahLst/>
              <a:cxnLst/>
              <a:rect l="l" t="t" r="r" b="b"/>
              <a:pathLst>
                <a:path w="857" h="806" extrusionOk="0">
                  <a:moveTo>
                    <a:pt x="314" y="1"/>
                  </a:moveTo>
                  <a:cubicBezTo>
                    <a:pt x="301" y="1"/>
                    <a:pt x="290" y="2"/>
                    <a:pt x="279" y="4"/>
                  </a:cubicBezTo>
                  <a:cubicBezTo>
                    <a:pt x="100" y="4"/>
                    <a:pt x="1" y="223"/>
                    <a:pt x="61" y="422"/>
                  </a:cubicBezTo>
                  <a:cubicBezTo>
                    <a:pt x="100" y="522"/>
                    <a:pt x="180" y="641"/>
                    <a:pt x="279" y="701"/>
                  </a:cubicBezTo>
                  <a:cubicBezTo>
                    <a:pt x="362" y="767"/>
                    <a:pt x="499" y="805"/>
                    <a:pt x="600" y="805"/>
                  </a:cubicBezTo>
                  <a:cubicBezTo>
                    <a:pt x="621" y="805"/>
                    <a:pt x="640" y="804"/>
                    <a:pt x="657" y="800"/>
                  </a:cubicBezTo>
                  <a:cubicBezTo>
                    <a:pt x="797" y="761"/>
                    <a:pt x="856" y="581"/>
                    <a:pt x="797" y="402"/>
                  </a:cubicBezTo>
                  <a:cubicBezTo>
                    <a:pt x="757" y="283"/>
                    <a:pt x="677" y="164"/>
                    <a:pt x="598" y="124"/>
                  </a:cubicBezTo>
                  <a:cubicBezTo>
                    <a:pt x="511" y="55"/>
                    <a:pt x="395" y="1"/>
                    <a:pt x="3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8" name="Google Shape;4348;p57">
              <a:extLst>
                <a:ext uri="{FF2B5EF4-FFF2-40B4-BE49-F238E27FC236}">
                  <a16:creationId xmlns:a16="http://schemas.microsoft.com/office/drawing/2014/main" id="{0C9D01BD-99F7-8E7D-B332-5453B9E3EF4F}"/>
                </a:ext>
              </a:extLst>
            </p:cNvPr>
            <p:cNvSpPr/>
            <p:nvPr/>
          </p:nvSpPr>
          <p:spPr>
            <a:xfrm>
              <a:off x="3226525" y="3128500"/>
              <a:ext cx="22425" cy="29025"/>
            </a:xfrm>
            <a:custGeom>
              <a:avLst/>
              <a:gdLst/>
              <a:ahLst/>
              <a:cxnLst/>
              <a:rect l="l" t="t" r="r" b="b"/>
              <a:pathLst>
                <a:path w="897" h="1161" extrusionOk="0">
                  <a:moveTo>
                    <a:pt x="379" y="0"/>
                  </a:moveTo>
                  <a:cubicBezTo>
                    <a:pt x="366" y="0"/>
                    <a:pt x="352" y="1"/>
                    <a:pt x="339" y="3"/>
                  </a:cubicBezTo>
                  <a:cubicBezTo>
                    <a:pt x="180" y="23"/>
                    <a:pt x="40" y="182"/>
                    <a:pt x="21" y="381"/>
                  </a:cubicBezTo>
                  <a:cubicBezTo>
                    <a:pt x="1" y="540"/>
                    <a:pt x="60" y="779"/>
                    <a:pt x="160" y="898"/>
                  </a:cubicBezTo>
                  <a:cubicBezTo>
                    <a:pt x="269" y="1063"/>
                    <a:pt x="435" y="1161"/>
                    <a:pt x="580" y="1161"/>
                  </a:cubicBezTo>
                  <a:cubicBezTo>
                    <a:pt x="646" y="1161"/>
                    <a:pt x="707" y="1141"/>
                    <a:pt x="757" y="1097"/>
                  </a:cubicBezTo>
                  <a:cubicBezTo>
                    <a:pt x="797" y="1057"/>
                    <a:pt x="896" y="819"/>
                    <a:pt x="896" y="779"/>
                  </a:cubicBezTo>
                  <a:cubicBezTo>
                    <a:pt x="896" y="779"/>
                    <a:pt x="896" y="739"/>
                    <a:pt x="876" y="719"/>
                  </a:cubicBezTo>
                  <a:cubicBezTo>
                    <a:pt x="876" y="600"/>
                    <a:pt x="797" y="321"/>
                    <a:pt x="757" y="262"/>
                  </a:cubicBezTo>
                  <a:cubicBezTo>
                    <a:pt x="666" y="98"/>
                    <a:pt x="525" y="0"/>
                    <a:pt x="37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9" name="Google Shape;4349;p57">
              <a:extLst>
                <a:ext uri="{FF2B5EF4-FFF2-40B4-BE49-F238E27FC236}">
                  <a16:creationId xmlns:a16="http://schemas.microsoft.com/office/drawing/2014/main" id="{90554C3D-2C0A-E912-5C2B-C6316F0845A0}"/>
                </a:ext>
              </a:extLst>
            </p:cNvPr>
            <p:cNvSpPr/>
            <p:nvPr/>
          </p:nvSpPr>
          <p:spPr>
            <a:xfrm>
              <a:off x="3237625" y="3024575"/>
              <a:ext cx="14800" cy="14075"/>
            </a:xfrm>
            <a:custGeom>
              <a:avLst/>
              <a:gdLst/>
              <a:ahLst/>
              <a:cxnLst/>
              <a:rect l="l" t="t" r="r" b="b"/>
              <a:pathLst>
                <a:path w="592" h="563" extrusionOk="0">
                  <a:moveTo>
                    <a:pt x="238" y="1"/>
                  </a:moveTo>
                  <a:cubicBezTo>
                    <a:pt x="66" y="1"/>
                    <a:pt x="0" y="235"/>
                    <a:pt x="154" y="439"/>
                  </a:cubicBezTo>
                  <a:cubicBezTo>
                    <a:pt x="205" y="508"/>
                    <a:pt x="332" y="563"/>
                    <a:pt x="404" y="563"/>
                  </a:cubicBezTo>
                  <a:cubicBezTo>
                    <a:pt x="415" y="563"/>
                    <a:pt x="424" y="561"/>
                    <a:pt x="432" y="559"/>
                  </a:cubicBezTo>
                  <a:cubicBezTo>
                    <a:pt x="552" y="519"/>
                    <a:pt x="591" y="400"/>
                    <a:pt x="552" y="260"/>
                  </a:cubicBezTo>
                  <a:cubicBezTo>
                    <a:pt x="512" y="141"/>
                    <a:pt x="432" y="61"/>
                    <a:pt x="333" y="22"/>
                  </a:cubicBezTo>
                  <a:cubicBezTo>
                    <a:pt x="299" y="7"/>
                    <a:pt x="267" y="1"/>
                    <a:pt x="23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0" name="Google Shape;4350;p57">
              <a:extLst>
                <a:ext uri="{FF2B5EF4-FFF2-40B4-BE49-F238E27FC236}">
                  <a16:creationId xmlns:a16="http://schemas.microsoft.com/office/drawing/2014/main" id="{1A30678C-222D-59A3-6843-0C384058360E}"/>
                </a:ext>
              </a:extLst>
            </p:cNvPr>
            <p:cNvSpPr/>
            <p:nvPr/>
          </p:nvSpPr>
          <p:spPr>
            <a:xfrm>
              <a:off x="3209125" y="3062300"/>
              <a:ext cx="22900" cy="22025"/>
            </a:xfrm>
            <a:custGeom>
              <a:avLst/>
              <a:gdLst/>
              <a:ahLst/>
              <a:cxnLst/>
              <a:rect l="l" t="t" r="r" b="b"/>
              <a:pathLst>
                <a:path w="916" h="881" extrusionOk="0">
                  <a:moveTo>
                    <a:pt x="363" y="1"/>
                  </a:moveTo>
                  <a:cubicBezTo>
                    <a:pt x="122" y="1"/>
                    <a:pt x="0" y="200"/>
                    <a:pt x="100" y="482"/>
                  </a:cubicBezTo>
                  <a:cubicBezTo>
                    <a:pt x="159" y="641"/>
                    <a:pt x="279" y="781"/>
                    <a:pt x="438" y="840"/>
                  </a:cubicBezTo>
                  <a:cubicBezTo>
                    <a:pt x="499" y="868"/>
                    <a:pt x="559" y="881"/>
                    <a:pt x="613" y="881"/>
                  </a:cubicBezTo>
                  <a:cubicBezTo>
                    <a:pt x="717" y="881"/>
                    <a:pt x="804" y="832"/>
                    <a:pt x="856" y="741"/>
                  </a:cubicBezTo>
                  <a:cubicBezTo>
                    <a:pt x="896" y="681"/>
                    <a:pt x="916" y="562"/>
                    <a:pt x="896" y="462"/>
                  </a:cubicBezTo>
                  <a:cubicBezTo>
                    <a:pt x="856" y="283"/>
                    <a:pt x="677" y="64"/>
                    <a:pt x="518" y="25"/>
                  </a:cubicBezTo>
                  <a:cubicBezTo>
                    <a:pt x="462" y="8"/>
                    <a:pt x="410" y="1"/>
                    <a:pt x="36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1" name="Google Shape;4351;p57">
              <a:extLst>
                <a:ext uri="{FF2B5EF4-FFF2-40B4-BE49-F238E27FC236}">
                  <a16:creationId xmlns:a16="http://schemas.microsoft.com/office/drawing/2014/main" id="{163D1F02-FF45-EBBD-09F3-C8842ED7F25F}"/>
                </a:ext>
              </a:extLst>
            </p:cNvPr>
            <p:cNvSpPr/>
            <p:nvPr/>
          </p:nvSpPr>
          <p:spPr>
            <a:xfrm>
              <a:off x="3205650" y="3094325"/>
              <a:ext cx="22350" cy="22600"/>
            </a:xfrm>
            <a:custGeom>
              <a:avLst/>
              <a:gdLst/>
              <a:ahLst/>
              <a:cxnLst/>
              <a:rect l="l" t="t" r="r" b="b"/>
              <a:pathLst>
                <a:path w="894" h="904" extrusionOk="0">
                  <a:moveTo>
                    <a:pt x="287" y="1"/>
                  </a:moveTo>
                  <a:cubicBezTo>
                    <a:pt x="225" y="1"/>
                    <a:pt x="166" y="22"/>
                    <a:pt x="119" y="57"/>
                  </a:cubicBezTo>
                  <a:cubicBezTo>
                    <a:pt x="80" y="97"/>
                    <a:pt x="60" y="116"/>
                    <a:pt x="40" y="216"/>
                  </a:cubicBezTo>
                  <a:cubicBezTo>
                    <a:pt x="0" y="495"/>
                    <a:pt x="159" y="753"/>
                    <a:pt x="398" y="873"/>
                  </a:cubicBezTo>
                  <a:cubicBezTo>
                    <a:pt x="451" y="894"/>
                    <a:pt x="502" y="904"/>
                    <a:pt x="549" y="904"/>
                  </a:cubicBezTo>
                  <a:cubicBezTo>
                    <a:pt x="764" y="904"/>
                    <a:pt x="894" y="696"/>
                    <a:pt x="796" y="435"/>
                  </a:cubicBezTo>
                  <a:cubicBezTo>
                    <a:pt x="736" y="256"/>
                    <a:pt x="597" y="116"/>
                    <a:pt x="418" y="37"/>
                  </a:cubicBezTo>
                  <a:cubicBezTo>
                    <a:pt x="376" y="12"/>
                    <a:pt x="331" y="1"/>
                    <a:pt x="28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2" name="Google Shape;4352;p57">
              <a:extLst>
                <a:ext uri="{FF2B5EF4-FFF2-40B4-BE49-F238E27FC236}">
                  <a16:creationId xmlns:a16="http://schemas.microsoft.com/office/drawing/2014/main" id="{E8964A22-C997-61B6-EE28-09F2AEDAB1E4}"/>
                </a:ext>
              </a:extLst>
            </p:cNvPr>
            <p:cNvSpPr/>
            <p:nvPr/>
          </p:nvSpPr>
          <p:spPr>
            <a:xfrm>
              <a:off x="3182750" y="3155225"/>
              <a:ext cx="18425" cy="19500"/>
            </a:xfrm>
            <a:custGeom>
              <a:avLst/>
              <a:gdLst/>
              <a:ahLst/>
              <a:cxnLst/>
              <a:rect l="l" t="t" r="r" b="b"/>
              <a:pathLst>
                <a:path w="737" h="780" extrusionOk="0">
                  <a:moveTo>
                    <a:pt x="289" y="0"/>
                  </a:moveTo>
                  <a:cubicBezTo>
                    <a:pt x="190" y="0"/>
                    <a:pt x="107" y="40"/>
                    <a:pt x="80" y="108"/>
                  </a:cubicBezTo>
                  <a:cubicBezTo>
                    <a:pt x="80" y="128"/>
                    <a:pt x="61" y="187"/>
                    <a:pt x="41" y="227"/>
                  </a:cubicBezTo>
                  <a:cubicBezTo>
                    <a:pt x="1" y="347"/>
                    <a:pt x="61" y="546"/>
                    <a:pt x="180" y="665"/>
                  </a:cubicBezTo>
                  <a:cubicBezTo>
                    <a:pt x="264" y="740"/>
                    <a:pt x="345" y="780"/>
                    <a:pt x="420" y="780"/>
                  </a:cubicBezTo>
                  <a:cubicBezTo>
                    <a:pt x="505" y="780"/>
                    <a:pt x="584" y="730"/>
                    <a:pt x="657" y="625"/>
                  </a:cubicBezTo>
                  <a:cubicBezTo>
                    <a:pt x="717" y="526"/>
                    <a:pt x="737" y="466"/>
                    <a:pt x="717" y="366"/>
                  </a:cubicBezTo>
                  <a:cubicBezTo>
                    <a:pt x="697" y="227"/>
                    <a:pt x="578" y="88"/>
                    <a:pt x="439" y="28"/>
                  </a:cubicBezTo>
                  <a:cubicBezTo>
                    <a:pt x="388" y="9"/>
                    <a:pt x="337" y="0"/>
                    <a:pt x="28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3" name="Google Shape;4353;p57">
              <a:extLst>
                <a:ext uri="{FF2B5EF4-FFF2-40B4-BE49-F238E27FC236}">
                  <a16:creationId xmlns:a16="http://schemas.microsoft.com/office/drawing/2014/main" id="{3D34E59D-3AA9-C435-9B0C-4C764E344718}"/>
                </a:ext>
              </a:extLst>
            </p:cNvPr>
            <p:cNvSpPr/>
            <p:nvPr/>
          </p:nvSpPr>
          <p:spPr>
            <a:xfrm>
              <a:off x="3165350" y="3033050"/>
              <a:ext cx="26875" cy="29250"/>
            </a:xfrm>
            <a:custGeom>
              <a:avLst/>
              <a:gdLst/>
              <a:ahLst/>
              <a:cxnLst/>
              <a:rect l="l" t="t" r="r" b="b"/>
              <a:pathLst>
                <a:path w="1075" h="1170" extrusionOk="0">
                  <a:moveTo>
                    <a:pt x="359" y="1"/>
                  </a:moveTo>
                  <a:cubicBezTo>
                    <a:pt x="160" y="1"/>
                    <a:pt x="20" y="140"/>
                    <a:pt x="20" y="359"/>
                  </a:cubicBezTo>
                  <a:cubicBezTo>
                    <a:pt x="0" y="538"/>
                    <a:pt x="40" y="657"/>
                    <a:pt x="140" y="817"/>
                  </a:cubicBezTo>
                  <a:cubicBezTo>
                    <a:pt x="239" y="976"/>
                    <a:pt x="339" y="1055"/>
                    <a:pt x="478" y="1115"/>
                  </a:cubicBezTo>
                  <a:cubicBezTo>
                    <a:pt x="558" y="1152"/>
                    <a:pt x="633" y="1169"/>
                    <a:pt x="702" y="1169"/>
                  </a:cubicBezTo>
                  <a:cubicBezTo>
                    <a:pt x="820" y="1169"/>
                    <a:pt x="920" y="1116"/>
                    <a:pt x="995" y="1016"/>
                  </a:cubicBezTo>
                  <a:cubicBezTo>
                    <a:pt x="1035" y="956"/>
                    <a:pt x="1055" y="916"/>
                    <a:pt x="1055" y="817"/>
                  </a:cubicBezTo>
                  <a:cubicBezTo>
                    <a:pt x="1075" y="697"/>
                    <a:pt x="1075" y="657"/>
                    <a:pt x="1035" y="558"/>
                  </a:cubicBezTo>
                  <a:cubicBezTo>
                    <a:pt x="995" y="419"/>
                    <a:pt x="896" y="260"/>
                    <a:pt x="796" y="160"/>
                  </a:cubicBezTo>
                  <a:cubicBezTo>
                    <a:pt x="677" y="61"/>
                    <a:pt x="498" y="1"/>
                    <a:pt x="3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4" name="Google Shape;4354;p57">
              <a:extLst>
                <a:ext uri="{FF2B5EF4-FFF2-40B4-BE49-F238E27FC236}">
                  <a16:creationId xmlns:a16="http://schemas.microsoft.com/office/drawing/2014/main" id="{452AD406-4649-58A6-D792-BD4D127F4906}"/>
                </a:ext>
              </a:extLst>
            </p:cNvPr>
            <p:cNvSpPr/>
            <p:nvPr/>
          </p:nvSpPr>
          <p:spPr>
            <a:xfrm>
              <a:off x="3150425" y="3082275"/>
              <a:ext cx="25900" cy="26450"/>
            </a:xfrm>
            <a:custGeom>
              <a:avLst/>
              <a:gdLst/>
              <a:ahLst/>
              <a:cxnLst/>
              <a:rect l="l" t="t" r="r" b="b"/>
              <a:pathLst>
                <a:path w="1036" h="1058" extrusionOk="0">
                  <a:moveTo>
                    <a:pt x="431" y="0"/>
                  </a:moveTo>
                  <a:cubicBezTo>
                    <a:pt x="420" y="0"/>
                    <a:pt x="409" y="1"/>
                    <a:pt x="398" y="2"/>
                  </a:cubicBezTo>
                  <a:cubicBezTo>
                    <a:pt x="319" y="2"/>
                    <a:pt x="160" y="81"/>
                    <a:pt x="100" y="181"/>
                  </a:cubicBezTo>
                  <a:cubicBezTo>
                    <a:pt x="1" y="300"/>
                    <a:pt x="20" y="519"/>
                    <a:pt x="120" y="718"/>
                  </a:cubicBezTo>
                  <a:cubicBezTo>
                    <a:pt x="233" y="906"/>
                    <a:pt x="451" y="1058"/>
                    <a:pt x="626" y="1058"/>
                  </a:cubicBezTo>
                  <a:cubicBezTo>
                    <a:pt x="637" y="1058"/>
                    <a:pt x="647" y="1057"/>
                    <a:pt x="657" y="1056"/>
                  </a:cubicBezTo>
                  <a:cubicBezTo>
                    <a:pt x="757" y="1036"/>
                    <a:pt x="796" y="1016"/>
                    <a:pt x="896" y="917"/>
                  </a:cubicBezTo>
                  <a:cubicBezTo>
                    <a:pt x="995" y="837"/>
                    <a:pt x="1015" y="778"/>
                    <a:pt x="1035" y="658"/>
                  </a:cubicBezTo>
                  <a:cubicBezTo>
                    <a:pt x="1035" y="579"/>
                    <a:pt x="1035" y="519"/>
                    <a:pt x="1015" y="459"/>
                  </a:cubicBezTo>
                  <a:cubicBezTo>
                    <a:pt x="920" y="212"/>
                    <a:pt x="679" y="0"/>
                    <a:pt x="4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5" name="Google Shape;4355;p57">
            <a:extLst>
              <a:ext uri="{FF2B5EF4-FFF2-40B4-BE49-F238E27FC236}">
                <a16:creationId xmlns:a16="http://schemas.microsoft.com/office/drawing/2014/main" id="{B9C241E1-3E52-72F3-B89B-0B5C902D7B28}"/>
              </a:ext>
            </a:extLst>
          </p:cNvPr>
          <p:cNvSpPr/>
          <p:nvPr/>
        </p:nvSpPr>
        <p:spPr>
          <a:xfrm>
            <a:off x="1071600" y="2888250"/>
            <a:ext cx="397650" cy="472182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6" name="Google Shape;4356;p57">
            <a:extLst>
              <a:ext uri="{FF2B5EF4-FFF2-40B4-BE49-F238E27FC236}">
                <a16:creationId xmlns:a16="http://schemas.microsoft.com/office/drawing/2014/main" id="{5089774A-02BA-C806-9746-06ACC5AC4014}"/>
              </a:ext>
            </a:extLst>
          </p:cNvPr>
          <p:cNvSpPr/>
          <p:nvPr/>
        </p:nvSpPr>
        <p:spPr>
          <a:xfrm rot="5400000">
            <a:off x="4050624" y="1541201"/>
            <a:ext cx="1042719" cy="110991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sp>
        <p:nvSpPr>
          <p:cNvPr id="4357" name="Google Shape;4357;p57">
            <a:extLst>
              <a:ext uri="{FF2B5EF4-FFF2-40B4-BE49-F238E27FC236}">
                <a16:creationId xmlns:a16="http://schemas.microsoft.com/office/drawing/2014/main" id="{DDA3B59A-175C-CBA8-8049-40572FF703B7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16250" y="1666800"/>
            <a:ext cx="1111500" cy="701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sp>
        <p:nvSpPr>
          <p:cNvPr id="4358" name="Google Shape;4358;p57">
            <a:hlinkClick r:id="rId3" action="ppaction://hlinksldjump"/>
            <a:extLst>
              <a:ext uri="{FF2B5EF4-FFF2-40B4-BE49-F238E27FC236}">
                <a16:creationId xmlns:a16="http://schemas.microsoft.com/office/drawing/2014/main" id="{390402BB-94E4-05F6-3D14-ACC6233003F1}"/>
              </a:ext>
            </a:extLst>
          </p:cNvPr>
          <p:cNvSpPr/>
          <p:nvPr/>
        </p:nvSpPr>
        <p:spPr>
          <a:xfrm>
            <a:off x="7696275" y="4481525"/>
            <a:ext cx="731100" cy="172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2"/>
                </a:solidFill>
                <a:latin typeface="Varela Round"/>
                <a:ea typeface="Varela Round"/>
                <a:cs typeface="Varela Round"/>
                <a:sym typeface="Varela Round"/>
              </a:rPr>
              <a:t>Home</a:t>
            </a:r>
            <a:endParaRPr sz="1100" b="1">
              <a:solidFill>
                <a:schemeClr val="dk2"/>
              </a:solidFill>
              <a:latin typeface="Varela Round"/>
              <a:ea typeface="Varela Round"/>
              <a:cs typeface="Varela Round"/>
              <a:sym typeface="Varela Round"/>
            </a:endParaRPr>
          </a:p>
        </p:txBody>
      </p:sp>
    </p:spTree>
    <p:extLst>
      <p:ext uri="{BB962C8B-B14F-4D97-AF65-F5344CB8AC3E}">
        <p14:creationId xmlns:p14="http://schemas.microsoft.com/office/powerpoint/2010/main" val="597580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9" name="Google Shape;5329;p8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fr-FR" dirty="0" err="1"/>
              <a:t>What</a:t>
            </a:r>
            <a:r>
              <a:rPr lang="fr-FR" dirty="0"/>
              <a:t> Sets Us Apart</a:t>
            </a:r>
            <a:endParaRPr dirty="0"/>
          </a:p>
        </p:txBody>
      </p:sp>
      <p:graphicFrame>
        <p:nvGraphicFramePr>
          <p:cNvPr id="5330" name="Google Shape;5330;p82"/>
          <p:cNvGraphicFramePr/>
          <p:nvPr>
            <p:extLst>
              <p:ext uri="{D42A27DB-BD31-4B8C-83A1-F6EECF244321}">
                <p14:modId xmlns:p14="http://schemas.microsoft.com/office/powerpoint/2010/main" val="1325068483"/>
              </p:ext>
            </p:extLst>
          </p:nvPr>
        </p:nvGraphicFramePr>
        <p:xfrm>
          <a:off x="1093746" y="1250195"/>
          <a:ext cx="6855641" cy="3240075"/>
        </p:xfrm>
        <a:graphic>
          <a:graphicData uri="http://schemas.openxmlformats.org/drawingml/2006/table">
            <a:tbl>
              <a:tblPr>
                <a:noFill/>
                <a:tableStyleId>{E69BDA35-4310-4EB9-9F4C-79B130D54595}</a:tableStyleId>
              </a:tblPr>
              <a:tblGrid>
                <a:gridCol w="11554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47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33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1067">
                  <a:extLst>
                    <a:ext uri="{9D8B030D-6E8A-4147-A177-3AD203B41FA5}">
                      <a16:colId xmlns:a16="http://schemas.microsoft.com/office/drawing/2014/main" val="2049372606"/>
                    </a:ext>
                  </a:extLst>
                </a:gridCol>
                <a:gridCol w="1401067">
                  <a:extLst>
                    <a:ext uri="{9D8B030D-6E8A-4147-A177-3AD203B41FA5}">
                      <a16:colId xmlns:a16="http://schemas.microsoft.com/office/drawing/2014/main" val="2144771643"/>
                    </a:ext>
                  </a:extLst>
                </a:gridCol>
              </a:tblGrid>
              <a:tr h="69963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 b="1" dirty="0" err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Website</a:t>
                      </a:r>
                      <a:endParaRPr sz="26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  <a:buNone/>
                      </a:pPr>
                      <a:r>
                        <a:rPr lang="fr-FR" sz="1400" b="1" i="0" u="none" strike="noStrike" cap="none" dirty="0">
                          <a:solidFill>
                            <a:schemeClr val="lt2"/>
                          </a:solidFill>
                          <a:latin typeface="Gaegu"/>
                          <a:ea typeface="Gaegu"/>
                          <a:sym typeface="Arial"/>
                        </a:rPr>
                        <a:t>AI Positive </a:t>
                      </a:r>
                      <a:r>
                        <a:rPr lang="fr-FR" sz="1400" b="1" i="0" u="none" strike="noStrike" cap="none" dirty="0" err="1">
                          <a:solidFill>
                            <a:schemeClr val="lt2"/>
                          </a:solidFill>
                          <a:latin typeface="Gaegu"/>
                          <a:ea typeface="Gaegu"/>
                          <a:sym typeface="Arial"/>
                        </a:rPr>
                        <a:t>Thought</a:t>
                      </a:r>
                      <a:r>
                        <a:rPr lang="fr-FR" sz="1400" b="1" i="0" u="none" strike="noStrike" cap="none" dirty="0">
                          <a:solidFill>
                            <a:schemeClr val="lt2"/>
                          </a:solidFill>
                          <a:latin typeface="Gaegu"/>
                          <a:ea typeface="Gaegu"/>
                          <a:sym typeface="Arial"/>
                        </a:rPr>
                        <a:t> Transformation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 b="1" dirty="0" err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Therapist</a:t>
                      </a:r>
                      <a:r>
                        <a:rPr lang="fr-FR" sz="1700" b="1" dirty="0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 Matching</a:t>
                      </a:r>
                      <a:endParaRPr sz="17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sz="1700" b="1" dirty="0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Interactive Game</a:t>
                      </a:r>
                      <a:endParaRPr lang="fr-FR" sz="26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7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 b="1" dirty="0" err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Motivational</a:t>
                      </a:r>
                      <a:r>
                        <a:rPr lang="fr-FR" sz="1700" b="1" dirty="0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 Challenges</a:t>
                      </a:r>
                      <a:endParaRPr sz="17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599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 dirty="0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Reframe</a:t>
                      </a:r>
                      <a:endParaRPr sz="17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599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 b="1" dirty="0" err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Wysa</a:t>
                      </a:r>
                      <a:endParaRPr sz="17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599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 b="1" dirty="0" err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Happify</a:t>
                      </a:r>
                      <a:endParaRPr sz="17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599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 b="1" dirty="0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SPARX</a:t>
                      </a:r>
                      <a:endParaRPr sz="17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5997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700" b="1" dirty="0" err="1">
                          <a:solidFill>
                            <a:schemeClr val="lt2"/>
                          </a:solidFill>
                          <a:latin typeface="Gaegu"/>
                          <a:ea typeface="Gaegu"/>
                          <a:cs typeface="Gaegu"/>
                          <a:sym typeface="Gaegu"/>
                        </a:rPr>
                        <a:t>Youper</a:t>
                      </a:r>
                      <a:endParaRPr sz="1700" b="1" dirty="0">
                        <a:solidFill>
                          <a:schemeClr val="lt2"/>
                        </a:solidFill>
                        <a:latin typeface="Gaegu"/>
                        <a:ea typeface="Gaegu"/>
                        <a:cs typeface="Gaegu"/>
                        <a:sym typeface="Gaegu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2"/>
                        </a:solidFill>
                        <a:latin typeface="Varela Round"/>
                        <a:ea typeface="Varela Round"/>
                        <a:cs typeface="Varela Round"/>
                        <a:sym typeface="Varela Round"/>
                      </a:endParaRPr>
                    </a:p>
                  </a:txBody>
                  <a:tcPr marL="91425" marR="91425" marT="91425" marB="91425" anchor="ctr">
                    <a:lnL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accent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331" name="Google Shape;5331;p82"/>
          <p:cNvSpPr/>
          <p:nvPr/>
        </p:nvSpPr>
        <p:spPr>
          <a:xfrm>
            <a:off x="720000" y="2426463"/>
            <a:ext cx="373746" cy="443770"/>
          </a:xfrm>
          <a:custGeom>
            <a:avLst/>
            <a:gdLst/>
            <a:ahLst/>
            <a:cxnLst/>
            <a:rect l="l" t="t" r="r" b="b"/>
            <a:pathLst>
              <a:path w="4776" h="5671" extrusionOk="0">
                <a:moveTo>
                  <a:pt x="1930" y="1294"/>
                </a:moveTo>
                <a:cubicBezTo>
                  <a:pt x="1930" y="995"/>
                  <a:pt x="1930" y="717"/>
                  <a:pt x="1930" y="438"/>
                </a:cubicBezTo>
                <a:cubicBezTo>
                  <a:pt x="1950" y="259"/>
                  <a:pt x="1930" y="0"/>
                  <a:pt x="2189" y="0"/>
                </a:cubicBezTo>
                <a:cubicBezTo>
                  <a:pt x="2268" y="20"/>
                  <a:pt x="2408" y="259"/>
                  <a:pt x="2428" y="418"/>
                </a:cubicBezTo>
                <a:cubicBezTo>
                  <a:pt x="2487" y="1015"/>
                  <a:pt x="2507" y="1612"/>
                  <a:pt x="2527" y="2209"/>
                </a:cubicBezTo>
                <a:cubicBezTo>
                  <a:pt x="2547" y="2308"/>
                  <a:pt x="2567" y="2388"/>
                  <a:pt x="2587" y="2487"/>
                </a:cubicBezTo>
                <a:cubicBezTo>
                  <a:pt x="2666" y="2428"/>
                  <a:pt x="2726" y="2368"/>
                  <a:pt x="2806" y="2308"/>
                </a:cubicBezTo>
                <a:cubicBezTo>
                  <a:pt x="3044" y="2070"/>
                  <a:pt x="3283" y="1811"/>
                  <a:pt x="3562" y="1572"/>
                </a:cubicBezTo>
                <a:cubicBezTo>
                  <a:pt x="3701" y="1433"/>
                  <a:pt x="3880" y="1234"/>
                  <a:pt x="4079" y="1433"/>
                </a:cubicBezTo>
                <a:cubicBezTo>
                  <a:pt x="4298" y="1652"/>
                  <a:pt x="4079" y="1811"/>
                  <a:pt x="3940" y="1950"/>
                </a:cubicBezTo>
                <a:cubicBezTo>
                  <a:pt x="3781" y="2109"/>
                  <a:pt x="3621" y="2249"/>
                  <a:pt x="3482" y="2408"/>
                </a:cubicBezTo>
                <a:cubicBezTo>
                  <a:pt x="3422" y="2468"/>
                  <a:pt x="3403" y="2527"/>
                  <a:pt x="3363" y="2567"/>
                </a:cubicBezTo>
                <a:cubicBezTo>
                  <a:pt x="3422" y="2587"/>
                  <a:pt x="3482" y="2607"/>
                  <a:pt x="3562" y="2607"/>
                </a:cubicBezTo>
                <a:cubicBezTo>
                  <a:pt x="3701" y="2627"/>
                  <a:pt x="3860" y="2587"/>
                  <a:pt x="3999" y="2627"/>
                </a:cubicBezTo>
                <a:cubicBezTo>
                  <a:pt x="4099" y="2666"/>
                  <a:pt x="4258" y="2746"/>
                  <a:pt x="4258" y="2865"/>
                </a:cubicBezTo>
                <a:cubicBezTo>
                  <a:pt x="4258" y="2985"/>
                  <a:pt x="4099" y="3084"/>
                  <a:pt x="3980" y="3104"/>
                </a:cubicBezTo>
                <a:cubicBezTo>
                  <a:pt x="3701" y="3164"/>
                  <a:pt x="3422" y="3164"/>
                  <a:pt x="3144" y="3204"/>
                </a:cubicBezTo>
                <a:cubicBezTo>
                  <a:pt x="3064" y="3204"/>
                  <a:pt x="3005" y="3243"/>
                  <a:pt x="2945" y="3263"/>
                </a:cubicBezTo>
                <a:cubicBezTo>
                  <a:pt x="2985" y="3303"/>
                  <a:pt x="3005" y="3383"/>
                  <a:pt x="3064" y="3423"/>
                </a:cubicBezTo>
                <a:cubicBezTo>
                  <a:pt x="3562" y="3900"/>
                  <a:pt x="4059" y="4358"/>
                  <a:pt x="4557" y="4835"/>
                </a:cubicBezTo>
                <a:cubicBezTo>
                  <a:pt x="4616" y="4875"/>
                  <a:pt x="4696" y="4935"/>
                  <a:pt x="4716" y="5014"/>
                </a:cubicBezTo>
                <a:cubicBezTo>
                  <a:pt x="4756" y="5074"/>
                  <a:pt x="4775" y="5193"/>
                  <a:pt x="4756" y="5233"/>
                </a:cubicBezTo>
                <a:cubicBezTo>
                  <a:pt x="4696" y="5293"/>
                  <a:pt x="4557" y="5352"/>
                  <a:pt x="4497" y="5333"/>
                </a:cubicBezTo>
                <a:cubicBezTo>
                  <a:pt x="4298" y="5233"/>
                  <a:pt x="4079" y="5134"/>
                  <a:pt x="3920" y="4994"/>
                </a:cubicBezTo>
                <a:cubicBezTo>
                  <a:pt x="3562" y="4676"/>
                  <a:pt x="3223" y="4318"/>
                  <a:pt x="2865" y="4000"/>
                </a:cubicBezTo>
                <a:cubicBezTo>
                  <a:pt x="2826" y="3940"/>
                  <a:pt x="2746" y="3920"/>
                  <a:pt x="2686" y="3880"/>
                </a:cubicBezTo>
                <a:cubicBezTo>
                  <a:pt x="2666" y="3960"/>
                  <a:pt x="2666" y="4019"/>
                  <a:pt x="2666" y="4099"/>
                </a:cubicBezTo>
                <a:cubicBezTo>
                  <a:pt x="2686" y="4517"/>
                  <a:pt x="2726" y="4955"/>
                  <a:pt x="2726" y="5372"/>
                </a:cubicBezTo>
                <a:cubicBezTo>
                  <a:pt x="2726" y="5472"/>
                  <a:pt x="2666" y="5651"/>
                  <a:pt x="2567" y="5671"/>
                </a:cubicBezTo>
                <a:cubicBezTo>
                  <a:pt x="2448" y="5671"/>
                  <a:pt x="2388" y="5512"/>
                  <a:pt x="2368" y="5432"/>
                </a:cubicBezTo>
                <a:cubicBezTo>
                  <a:pt x="2268" y="4994"/>
                  <a:pt x="2209" y="4577"/>
                  <a:pt x="2129" y="4139"/>
                </a:cubicBezTo>
                <a:cubicBezTo>
                  <a:pt x="2109" y="4079"/>
                  <a:pt x="2089" y="4000"/>
                  <a:pt x="2070" y="3940"/>
                </a:cubicBezTo>
                <a:cubicBezTo>
                  <a:pt x="2010" y="3980"/>
                  <a:pt x="1930" y="4019"/>
                  <a:pt x="1890" y="4079"/>
                </a:cubicBezTo>
                <a:cubicBezTo>
                  <a:pt x="1632" y="4338"/>
                  <a:pt x="1373" y="4616"/>
                  <a:pt x="1095" y="4875"/>
                </a:cubicBezTo>
                <a:cubicBezTo>
                  <a:pt x="1035" y="4955"/>
                  <a:pt x="876" y="5054"/>
                  <a:pt x="776" y="4974"/>
                </a:cubicBezTo>
                <a:cubicBezTo>
                  <a:pt x="697" y="4915"/>
                  <a:pt x="736" y="4736"/>
                  <a:pt x="796" y="4656"/>
                </a:cubicBezTo>
                <a:cubicBezTo>
                  <a:pt x="1035" y="4318"/>
                  <a:pt x="1294" y="3980"/>
                  <a:pt x="1552" y="3641"/>
                </a:cubicBezTo>
                <a:cubicBezTo>
                  <a:pt x="1572" y="3602"/>
                  <a:pt x="1592" y="3522"/>
                  <a:pt x="1632" y="3482"/>
                </a:cubicBezTo>
                <a:cubicBezTo>
                  <a:pt x="1572" y="3462"/>
                  <a:pt x="1512" y="3462"/>
                  <a:pt x="1453" y="3462"/>
                </a:cubicBezTo>
                <a:cubicBezTo>
                  <a:pt x="1095" y="3482"/>
                  <a:pt x="717" y="3502"/>
                  <a:pt x="358" y="3522"/>
                </a:cubicBezTo>
                <a:cubicBezTo>
                  <a:pt x="199" y="3522"/>
                  <a:pt x="0" y="3542"/>
                  <a:pt x="0" y="3323"/>
                </a:cubicBezTo>
                <a:cubicBezTo>
                  <a:pt x="20" y="3224"/>
                  <a:pt x="199" y="3064"/>
                  <a:pt x="319" y="3044"/>
                </a:cubicBezTo>
                <a:cubicBezTo>
                  <a:pt x="657" y="2985"/>
                  <a:pt x="995" y="2965"/>
                  <a:pt x="1313" y="2925"/>
                </a:cubicBezTo>
                <a:cubicBezTo>
                  <a:pt x="1433" y="2905"/>
                  <a:pt x="1532" y="2885"/>
                  <a:pt x="1632" y="2865"/>
                </a:cubicBezTo>
                <a:cubicBezTo>
                  <a:pt x="1572" y="2766"/>
                  <a:pt x="1512" y="2686"/>
                  <a:pt x="1433" y="2607"/>
                </a:cubicBezTo>
                <a:cubicBezTo>
                  <a:pt x="1174" y="2288"/>
                  <a:pt x="876" y="2010"/>
                  <a:pt x="617" y="1672"/>
                </a:cubicBezTo>
                <a:cubicBezTo>
                  <a:pt x="538" y="1572"/>
                  <a:pt x="398" y="1393"/>
                  <a:pt x="498" y="1294"/>
                </a:cubicBezTo>
                <a:cubicBezTo>
                  <a:pt x="597" y="1194"/>
                  <a:pt x="776" y="1353"/>
                  <a:pt x="876" y="1433"/>
                </a:cubicBezTo>
                <a:cubicBezTo>
                  <a:pt x="1194" y="1672"/>
                  <a:pt x="1473" y="1950"/>
                  <a:pt x="1771" y="2209"/>
                </a:cubicBezTo>
                <a:cubicBezTo>
                  <a:pt x="1831" y="2249"/>
                  <a:pt x="1890" y="2269"/>
                  <a:pt x="1950" y="2308"/>
                </a:cubicBezTo>
                <a:cubicBezTo>
                  <a:pt x="1970" y="2249"/>
                  <a:pt x="1970" y="2189"/>
                  <a:pt x="1970" y="2109"/>
                </a:cubicBezTo>
                <a:cubicBezTo>
                  <a:pt x="1970" y="1831"/>
                  <a:pt x="1950" y="1572"/>
                  <a:pt x="1930" y="1294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7744;p111">
            <a:extLst>
              <a:ext uri="{FF2B5EF4-FFF2-40B4-BE49-F238E27FC236}">
                <a16:creationId xmlns:a16="http://schemas.microsoft.com/office/drawing/2014/main" id="{F2FD7123-0065-A84C-C777-694FB61BC745}"/>
              </a:ext>
            </a:extLst>
          </p:cNvPr>
          <p:cNvSpPr/>
          <p:nvPr/>
        </p:nvSpPr>
        <p:spPr>
          <a:xfrm>
            <a:off x="2809677" y="2261815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7744;p111">
            <a:extLst>
              <a:ext uri="{FF2B5EF4-FFF2-40B4-BE49-F238E27FC236}">
                <a16:creationId xmlns:a16="http://schemas.microsoft.com/office/drawing/2014/main" id="{B36F673F-674C-576C-9D40-BB1FFE340C8E}"/>
              </a:ext>
            </a:extLst>
          </p:cNvPr>
          <p:cNvSpPr/>
          <p:nvPr/>
        </p:nvSpPr>
        <p:spPr>
          <a:xfrm>
            <a:off x="4285499" y="2258171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" name="Google Shape;7744;p111">
            <a:extLst>
              <a:ext uri="{FF2B5EF4-FFF2-40B4-BE49-F238E27FC236}">
                <a16:creationId xmlns:a16="http://schemas.microsoft.com/office/drawing/2014/main" id="{90DE09E1-6EDF-4D07-E435-02AC1408F710}"/>
              </a:ext>
            </a:extLst>
          </p:cNvPr>
          <p:cNvSpPr/>
          <p:nvPr/>
        </p:nvSpPr>
        <p:spPr>
          <a:xfrm>
            <a:off x="7073889" y="2285928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7744;p111">
            <a:extLst>
              <a:ext uri="{FF2B5EF4-FFF2-40B4-BE49-F238E27FC236}">
                <a16:creationId xmlns:a16="http://schemas.microsoft.com/office/drawing/2014/main" id="{1F36DE78-BEBA-4873-5F0F-EC7A8ECBD1A4}"/>
              </a:ext>
            </a:extLst>
          </p:cNvPr>
          <p:cNvSpPr/>
          <p:nvPr/>
        </p:nvSpPr>
        <p:spPr>
          <a:xfrm>
            <a:off x="5679694" y="2282138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7744;p111">
            <a:extLst>
              <a:ext uri="{FF2B5EF4-FFF2-40B4-BE49-F238E27FC236}">
                <a16:creationId xmlns:a16="http://schemas.microsoft.com/office/drawing/2014/main" id="{6D5FD7BD-E4E2-E65F-F41B-56E80BEACEE8}"/>
              </a:ext>
            </a:extLst>
          </p:cNvPr>
          <p:cNvSpPr/>
          <p:nvPr/>
        </p:nvSpPr>
        <p:spPr>
          <a:xfrm>
            <a:off x="7073889" y="3655876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7744;p111">
            <a:extLst>
              <a:ext uri="{FF2B5EF4-FFF2-40B4-BE49-F238E27FC236}">
                <a16:creationId xmlns:a16="http://schemas.microsoft.com/office/drawing/2014/main" id="{AEAE3C39-BD61-A248-A74B-BFA8996A6F69}"/>
              </a:ext>
            </a:extLst>
          </p:cNvPr>
          <p:cNvSpPr/>
          <p:nvPr/>
        </p:nvSpPr>
        <p:spPr>
          <a:xfrm>
            <a:off x="7073889" y="2757058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7744;p111">
            <a:extLst>
              <a:ext uri="{FF2B5EF4-FFF2-40B4-BE49-F238E27FC236}">
                <a16:creationId xmlns:a16="http://schemas.microsoft.com/office/drawing/2014/main" id="{C7B6BF38-0CF1-48DA-6DAE-B66154BD97BB}"/>
              </a:ext>
            </a:extLst>
          </p:cNvPr>
          <p:cNvSpPr/>
          <p:nvPr/>
        </p:nvSpPr>
        <p:spPr>
          <a:xfrm>
            <a:off x="7073889" y="3172619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7744;p111">
            <a:extLst>
              <a:ext uri="{FF2B5EF4-FFF2-40B4-BE49-F238E27FC236}">
                <a16:creationId xmlns:a16="http://schemas.microsoft.com/office/drawing/2014/main" id="{5A98A71B-F7A5-3105-87DE-BC682811DEEC}"/>
              </a:ext>
            </a:extLst>
          </p:cNvPr>
          <p:cNvSpPr/>
          <p:nvPr/>
        </p:nvSpPr>
        <p:spPr>
          <a:xfrm>
            <a:off x="7079911" y="4139133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7744;p111">
            <a:extLst>
              <a:ext uri="{FF2B5EF4-FFF2-40B4-BE49-F238E27FC236}">
                <a16:creationId xmlns:a16="http://schemas.microsoft.com/office/drawing/2014/main" id="{6FDA17B8-FAE4-B64E-2A01-BF32D5F8CF6E}"/>
              </a:ext>
            </a:extLst>
          </p:cNvPr>
          <p:cNvSpPr/>
          <p:nvPr/>
        </p:nvSpPr>
        <p:spPr>
          <a:xfrm>
            <a:off x="4325566" y="2757058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7744;p111">
            <a:extLst>
              <a:ext uri="{FF2B5EF4-FFF2-40B4-BE49-F238E27FC236}">
                <a16:creationId xmlns:a16="http://schemas.microsoft.com/office/drawing/2014/main" id="{7D66065C-7D99-F233-5A9E-25BFA16B69CE}"/>
              </a:ext>
            </a:extLst>
          </p:cNvPr>
          <p:cNvSpPr/>
          <p:nvPr/>
        </p:nvSpPr>
        <p:spPr>
          <a:xfrm>
            <a:off x="5649534" y="3655876"/>
            <a:ext cx="196000" cy="226350"/>
          </a:xfrm>
          <a:custGeom>
            <a:avLst/>
            <a:gdLst/>
            <a:ahLst/>
            <a:cxnLst/>
            <a:rect l="l" t="t" r="r" b="b"/>
            <a:pathLst>
              <a:path w="7840" h="9054" extrusionOk="0">
                <a:moveTo>
                  <a:pt x="6379" y="0"/>
                </a:moveTo>
                <a:cubicBezTo>
                  <a:pt x="6330" y="0"/>
                  <a:pt x="6278" y="22"/>
                  <a:pt x="6248" y="67"/>
                </a:cubicBezTo>
                <a:cubicBezTo>
                  <a:pt x="5332" y="1221"/>
                  <a:pt x="4736" y="2534"/>
                  <a:pt x="4457" y="3967"/>
                </a:cubicBezTo>
                <a:cubicBezTo>
                  <a:pt x="3900" y="3529"/>
                  <a:pt x="3343" y="3091"/>
                  <a:pt x="2766" y="2674"/>
                </a:cubicBezTo>
                <a:cubicBezTo>
                  <a:pt x="2408" y="2415"/>
                  <a:pt x="2010" y="2057"/>
                  <a:pt x="1572" y="1918"/>
                </a:cubicBezTo>
                <a:cubicBezTo>
                  <a:pt x="1451" y="1882"/>
                  <a:pt x="1334" y="1866"/>
                  <a:pt x="1221" y="1866"/>
                </a:cubicBezTo>
                <a:cubicBezTo>
                  <a:pt x="575" y="1866"/>
                  <a:pt x="94" y="2414"/>
                  <a:pt x="60" y="3091"/>
                </a:cubicBezTo>
                <a:cubicBezTo>
                  <a:pt x="0" y="4206"/>
                  <a:pt x="1134" y="4942"/>
                  <a:pt x="1910" y="5559"/>
                </a:cubicBezTo>
                <a:cubicBezTo>
                  <a:pt x="3025" y="6454"/>
                  <a:pt x="4159" y="7369"/>
                  <a:pt x="5273" y="8264"/>
                </a:cubicBezTo>
                <a:lnTo>
                  <a:pt x="5909" y="8822"/>
                </a:lnTo>
                <a:cubicBezTo>
                  <a:pt x="5890" y="8822"/>
                  <a:pt x="5890" y="8822"/>
                  <a:pt x="5890" y="8841"/>
                </a:cubicBezTo>
                <a:cubicBezTo>
                  <a:pt x="5856" y="8976"/>
                  <a:pt x="5967" y="9053"/>
                  <a:pt x="6077" y="9053"/>
                </a:cubicBezTo>
                <a:cubicBezTo>
                  <a:pt x="6164" y="9053"/>
                  <a:pt x="6250" y="9006"/>
                  <a:pt x="6268" y="8901"/>
                </a:cubicBezTo>
                <a:cubicBezTo>
                  <a:pt x="6745" y="6912"/>
                  <a:pt x="7402" y="4882"/>
                  <a:pt x="7680" y="2853"/>
                </a:cubicBezTo>
                <a:cubicBezTo>
                  <a:pt x="7839" y="1758"/>
                  <a:pt x="7720" y="286"/>
                  <a:pt x="6427" y="8"/>
                </a:cubicBezTo>
                <a:cubicBezTo>
                  <a:pt x="6412" y="3"/>
                  <a:pt x="6396" y="0"/>
                  <a:pt x="6379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3">
          <a:extLst>
            <a:ext uri="{FF2B5EF4-FFF2-40B4-BE49-F238E27FC236}">
              <a16:creationId xmlns:a16="http://schemas.microsoft.com/office/drawing/2014/main" id="{1DA57EA7-BD8D-E2A1-960B-A636437D3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4" name="Google Shape;6124;p104">
            <a:extLst>
              <a:ext uri="{FF2B5EF4-FFF2-40B4-BE49-F238E27FC236}">
                <a16:creationId xmlns:a16="http://schemas.microsoft.com/office/drawing/2014/main" id="{AC787D00-B7F7-CC03-AE02-0643D1339A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DESKTOP SOFTWARE</a:t>
            </a:r>
            <a:endParaRPr dirty="0"/>
          </a:p>
        </p:txBody>
      </p:sp>
      <p:grpSp>
        <p:nvGrpSpPr>
          <p:cNvPr id="6126" name="Google Shape;6126;p104">
            <a:extLst>
              <a:ext uri="{FF2B5EF4-FFF2-40B4-BE49-F238E27FC236}">
                <a16:creationId xmlns:a16="http://schemas.microsoft.com/office/drawing/2014/main" id="{5E2D38AB-75E5-84B2-A89C-3CA54636AE83}"/>
              </a:ext>
            </a:extLst>
          </p:cNvPr>
          <p:cNvGrpSpPr/>
          <p:nvPr/>
        </p:nvGrpSpPr>
        <p:grpSpPr>
          <a:xfrm>
            <a:off x="2292710" y="1486541"/>
            <a:ext cx="4115710" cy="3024499"/>
            <a:chOff x="4685010" y="1603986"/>
            <a:chExt cx="3372430" cy="2568537"/>
          </a:xfrm>
        </p:grpSpPr>
        <p:sp>
          <p:nvSpPr>
            <p:cNvPr id="6127" name="Google Shape;6127;p104">
              <a:extLst>
                <a:ext uri="{FF2B5EF4-FFF2-40B4-BE49-F238E27FC236}">
                  <a16:creationId xmlns:a16="http://schemas.microsoft.com/office/drawing/2014/main" id="{E383935D-FF48-8467-3347-A8A5F0FB9DF6}"/>
                </a:ext>
              </a:extLst>
            </p:cNvPr>
            <p:cNvSpPr/>
            <p:nvPr/>
          </p:nvSpPr>
          <p:spPr>
            <a:xfrm>
              <a:off x="5793973" y="3737585"/>
              <a:ext cx="1151628" cy="434938"/>
            </a:xfrm>
            <a:custGeom>
              <a:avLst/>
              <a:gdLst/>
              <a:ahLst/>
              <a:cxnLst/>
              <a:rect l="l" t="t" r="r" b="b"/>
              <a:pathLst>
                <a:path w="65999" h="24926" extrusionOk="0">
                  <a:moveTo>
                    <a:pt x="13372" y="0"/>
                  </a:moveTo>
                  <a:cubicBezTo>
                    <a:pt x="13051" y="1881"/>
                    <a:pt x="12653" y="8225"/>
                    <a:pt x="11445" y="11283"/>
                  </a:cubicBezTo>
                  <a:cubicBezTo>
                    <a:pt x="10237" y="14341"/>
                    <a:pt x="7883" y="16511"/>
                    <a:pt x="6125" y="18346"/>
                  </a:cubicBezTo>
                  <a:cubicBezTo>
                    <a:pt x="4367" y="20181"/>
                    <a:pt x="1875" y="21297"/>
                    <a:pt x="896" y="22291"/>
                  </a:cubicBezTo>
                  <a:cubicBezTo>
                    <a:pt x="-82" y="23285"/>
                    <a:pt x="-174" y="23896"/>
                    <a:pt x="254" y="24309"/>
                  </a:cubicBezTo>
                  <a:cubicBezTo>
                    <a:pt x="682" y="24722"/>
                    <a:pt x="805" y="24692"/>
                    <a:pt x="3465" y="24768"/>
                  </a:cubicBezTo>
                  <a:cubicBezTo>
                    <a:pt x="6125" y="24845"/>
                    <a:pt x="10925" y="24768"/>
                    <a:pt x="16215" y="24768"/>
                  </a:cubicBezTo>
                  <a:cubicBezTo>
                    <a:pt x="21505" y="24768"/>
                    <a:pt x="28630" y="24768"/>
                    <a:pt x="35204" y="24768"/>
                  </a:cubicBezTo>
                  <a:cubicBezTo>
                    <a:pt x="41778" y="24768"/>
                    <a:pt x="50783" y="24768"/>
                    <a:pt x="55660" y="24768"/>
                  </a:cubicBezTo>
                  <a:cubicBezTo>
                    <a:pt x="60537" y="24768"/>
                    <a:pt x="62754" y="25104"/>
                    <a:pt x="64466" y="24768"/>
                  </a:cubicBezTo>
                  <a:cubicBezTo>
                    <a:pt x="66178" y="24432"/>
                    <a:pt x="66056" y="23346"/>
                    <a:pt x="65934" y="22750"/>
                  </a:cubicBezTo>
                  <a:cubicBezTo>
                    <a:pt x="65812" y="22154"/>
                    <a:pt x="65353" y="22765"/>
                    <a:pt x="63732" y="21190"/>
                  </a:cubicBezTo>
                  <a:cubicBezTo>
                    <a:pt x="62111" y="19615"/>
                    <a:pt x="57999" y="16512"/>
                    <a:pt x="56210" y="13301"/>
                  </a:cubicBezTo>
                  <a:cubicBezTo>
                    <a:pt x="54421" y="10091"/>
                    <a:pt x="53505" y="4083"/>
                    <a:pt x="53000" y="1927"/>
                  </a:cubicBezTo>
                  <a:cubicBezTo>
                    <a:pt x="52496" y="-229"/>
                    <a:pt x="53153" y="627"/>
                    <a:pt x="53183" y="367"/>
                  </a:cubicBezTo>
                </a:path>
              </a:pathLst>
            </a:custGeom>
            <a:solidFill>
              <a:schemeClr val="accent4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6128" name="Google Shape;6128;p104">
              <a:extLst>
                <a:ext uri="{FF2B5EF4-FFF2-40B4-BE49-F238E27FC236}">
                  <a16:creationId xmlns:a16="http://schemas.microsoft.com/office/drawing/2014/main" id="{F2025A4C-7B40-A347-8F9F-5883001D3CCE}"/>
                </a:ext>
              </a:extLst>
            </p:cNvPr>
            <p:cNvSpPr/>
            <p:nvPr/>
          </p:nvSpPr>
          <p:spPr>
            <a:xfrm>
              <a:off x="4685010" y="1603986"/>
              <a:ext cx="3372430" cy="2133650"/>
            </a:xfrm>
            <a:prstGeom prst="roundRect">
              <a:avLst>
                <a:gd name="adj" fmla="val 3857"/>
              </a:avLst>
            </a:prstGeom>
            <a:solidFill>
              <a:schemeClr val="accent4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9" name="Google Shape;6129;p104">
              <a:extLst>
                <a:ext uri="{FF2B5EF4-FFF2-40B4-BE49-F238E27FC236}">
                  <a16:creationId xmlns:a16="http://schemas.microsoft.com/office/drawing/2014/main" id="{48DD15D4-E634-A99E-F0FB-E8D013DF556F}"/>
                </a:ext>
              </a:extLst>
            </p:cNvPr>
            <p:cNvSpPr/>
            <p:nvPr/>
          </p:nvSpPr>
          <p:spPr>
            <a:xfrm>
              <a:off x="4707939" y="1627229"/>
              <a:ext cx="3326642" cy="2087108"/>
            </a:xfrm>
            <a:prstGeom prst="roundRect">
              <a:avLst>
                <a:gd name="adj" fmla="val 3282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0" name="Google Shape;6130;p104">
              <a:extLst>
                <a:ext uri="{FF2B5EF4-FFF2-40B4-BE49-F238E27FC236}">
                  <a16:creationId xmlns:a16="http://schemas.microsoft.com/office/drawing/2014/main" id="{A7E582CB-7C26-ABBD-E781-D2C3028C330B}"/>
                </a:ext>
              </a:extLst>
            </p:cNvPr>
            <p:cNvSpPr/>
            <p:nvPr/>
          </p:nvSpPr>
          <p:spPr>
            <a:xfrm>
              <a:off x="4800860" y="1711722"/>
              <a:ext cx="3143492" cy="1916788"/>
            </a:xfrm>
            <a:prstGeom prst="rect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6131" name="Google Shape;6131;p104">
              <a:extLst>
                <a:ext uri="{FF2B5EF4-FFF2-40B4-BE49-F238E27FC236}">
                  <a16:creationId xmlns:a16="http://schemas.microsoft.com/office/drawing/2014/main" id="{B8097010-9DCF-D800-863D-DEE6420893AC}"/>
                </a:ext>
              </a:extLst>
            </p:cNvPr>
            <p:cNvCxnSpPr/>
            <p:nvPr/>
          </p:nvCxnSpPr>
          <p:spPr>
            <a:xfrm>
              <a:off x="5806419" y="4131362"/>
              <a:ext cx="1134877" cy="0"/>
            </a:xfrm>
            <a:prstGeom prst="straightConnector1">
              <a:avLst/>
            </a:prstGeom>
            <a:noFill/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6" name="Image 5">
            <a:extLst>
              <a:ext uri="{FF2B5EF4-FFF2-40B4-BE49-F238E27FC236}">
                <a16:creationId xmlns:a16="http://schemas.microsoft.com/office/drawing/2014/main" id="{0ABA60B7-7CF4-08A3-3E5D-D27BDFD2AE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4093" y="1627118"/>
            <a:ext cx="3836314" cy="225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936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3" name="Google Shape;6173;p108"/>
          <p:cNvSpPr txBox="1">
            <a:spLocks noGrp="1"/>
          </p:cNvSpPr>
          <p:nvPr>
            <p:ph type="subTitle" idx="1"/>
          </p:nvPr>
        </p:nvSpPr>
        <p:spPr>
          <a:xfrm>
            <a:off x="3164550" y="2267675"/>
            <a:ext cx="2814900" cy="419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</p:txBody>
      </p:sp>
      <p:sp>
        <p:nvSpPr>
          <p:cNvPr id="6174" name="Google Shape;6174;p108"/>
          <p:cNvSpPr txBox="1">
            <a:spLocks noGrp="1"/>
          </p:cNvSpPr>
          <p:nvPr>
            <p:ph type="title"/>
          </p:nvPr>
        </p:nvSpPr>
        <p:spPr>
          <a:xfrm>
            <a:off x="720000" y="1035825"/>
            <a:ext cx="7704000" cy="759300"/>
          </a:xfrm>
          <a:prstGeom prst="rect">
            <a:avLst/>
          </a:prstGeom>
        </p:spPr>
        <p:txBody>
          <a:bodyPr spcFirstLastPara="1" wrap="square" lIns="91425" tIns="91425" rIns="91425" bIns="180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6175" name="Google Shape;6175;p108"/>
          <p:cNvSpPr txBox="1">
            <a:spLocks noGrp="1"/>
          </p:cNvSpPr>
          <p:nvPr>
            <p:ph type="subTitle" idx="2"/>
          </p:nvPr>
        </p:nvSpPr>
        <p:spPr>
          <a:xfrm>
            <a:off x="3164550" y="2686775"/>
            <a:ext cx="2814900" cy="75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434343"/>
                </a:solidFill>
              </a:rPr>
              <a:t>nadhirn772@gmail.com </a:t>
            </a:r>
            <a:endParaRPr dirty="0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rPr lang="fr-FR" dirty="0">
                <a:solidFill>
                  <a:srgbClr val="434343"/>
                </a:solidFill>
              </a:rPr>
              <a:t>+216 55 193 614</a:t>
            </a:r>
            <a:endParaRPr dirty="0">
              <a:solidFill>
                <a:srgbClr val="434343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</a:rPr>
              <a:t>Asatir Digital</a:t>
            </a:r>
            <a:endParaRPr dirty="0"/>
          </a:p>
        </p:txBody>
      </p:sp>
      <p:sp>
        <p:nvSpPr>
          <p:cNvPr id="6176" name="Google Shape;6176;p108"/>
          <p:cNvSpPr txBox="1">
            <a:spLocks noGrp="1"/>
          </p:cNvSpPr>
          <p:nvPr>
            <p:ph type="subTitle" idx="1"/>
          </p:nvPr>
        </p:nvSpPr>
        <p:spPr>
          <a:xfrm>
            <a:off x="3164550" y="4274675"/>
            <a:ext cx="2814900" cy="328800"/>
          </a:xfrm>
          <a:prstGeom prst="rect">
            <a:avLst/>
          </a:prstGeom>
          <a:solidFill>
            <a:schemeClr val="lt2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</a:rPr>
              <a:t>Please keep this slide for attribution</a:t>
            </a:r>
            <a:endParaRPr sz="1200"/>
          </a:p>
        </p:txBody>
      </p:sp>
      <p:sp>
        <p:nvSpPr>
          <p:cNvPr id="6177" name="Google Shape;6177;p108"/>
          <p:cNvSpPr/>
          <p:nvPr/>
        </p:nvSpPr>
        <p:spPr>
          <a:xfrm flipH="1">
            <a:off x="3730708" y="1895976"/>
            <a:ext cx="324674" cy="34559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6178" name="Google Shape;6178;p108"/>
          <p:cNvGrpSpPr/>
          <p:nvPr/>
        </p:nvGrpSpPr>
        <p:grpSpPr>
          <a:xfrm>
            <a:off x="3773216" y="1960603"/>
            <a:ext cx="239517" cy="216285"/>
            <a:chOff x="1846340" y="2678006"/>
            <a:chExt cx="381336" cy="344348"/>
          </a:xfrm>
        </p:grpSpPr>
        <p:sp>
          <p:nvSpPr>
            <p:cNvPr id="6179" name="Google Shape;6179;p108"/>
            <p:cNvSpPr/>
            <p:nvPr/>
          </p:nvSpPr>
          <p:spPr>
            <a:xfrm>
              <a:off x="1880709" y="2683595"/>
              <a:ext cx="317378" cy="333310"/>
            </a:xfrm>
            <a:custGeom>
              <a:avLst/>
              <a:gdLst/>
              <a:ahLst/>
              <a:cxnLst/>
              <a:rect l="l" t="t" r="r" b="b"/>
              <a:pathLst>
                <a:path w="13686" h="14373" extrusionOk="0">
                  <a:moveTo>
                    <a:pt x="6843" y="1"/>
                  </a:moveTo>
                  <a:cubicBezTo>
                    <a:pt x="3060" y="1"/>
                    <a:pt x="1" y="3078"/>
                    <a:pt x="1" y="6870"/>
                  </a:cubicBezTo>
                  <a:cubicBezTo>
                    <a:pt x="1" y="10670"/>
                    <a:pt x="3060" y="13739"/>
                    <a:pt x="6843" y="13739"/>
                  </a:cubicBezTo>
                  <a:cubicBezTo>
                    <a:pt x="7637" y="13739"/>
                    <a:pt x="8395" y="13605"/>
                    <a:pt x="9109" y="13355"/>
                  </a:cubicBezTo>
                  <a:lnTo>
                    <a:pt x="11196" y="14372"/>
                  </a:lnTo>
                  <a:lnTo>
                    <a:pt x="11196" y="12178"/>
                  </a:lnTo>
                  <a:cubicBezTo>
                    <a:pt x="12713" y="10911"/>
                    <a:pt x="13685" y="9002"/>
                    <a:pt x="13685" y="6870"/>
                  </a:cubicBezTo>
                  <a:cubicBezTo>
                    <a:pt x="13685" y="3078"/>
                    <a:pt x="10626" y="1"/>
                    <a:pt x="684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0" name="Google Shape;6180;p108"/>
            <p:cNvSpPr/>
            <p:nvPr/>
          </p:nvSpPr>
          <p:spPr>
            <a:xfrm>
              <a:off x="1853830" y="2746767"/>
              <a:ext cx="370715" cy="197092"/>
            </a:xfrm>
            <a:custGeom>
              <a:avLst/>
              <a:gdLst/>
              <a:ahLst/>
              <a:cxnLst/>
              <a:rect l="l" t="t" r="r" b="b"/>
              <a:pathLst>
                <a:path w="15986" h="8499" extrusionOk="0">
                  <a:moveTo>
                    <a:pt x="7408" y="1"/>
                  </a:moveTo>
                  <a:cubicBezTo>
                    <a:pt x="7299" y="1"/>
                    <a:pt x="7191" y="43"/>
                    <a:pt x="7110" y="131"/>
                  </a:cubicBezTo>
                  <a:lnTo>
                    <a:pt x="276" y="7339"/>
                  </a:lnTo>
                  <a:cubicBezTo>
                    <a:pt x="0" y="7631"/>
                    <a:pt x="243" y="8072"/>
                    <a:pt x="580" y="8072"/>
                  </a:cubicBezTo>
                  <a:cubicBezTo>
                    <a:pt x="646" y="8072"/>
                    <a:pt x="715" y="8055"/>
                    <a:pt x="785" y="8017"/>
                  </a:cubicBezTo>
                  <a:lnTo>
                    <a:pt x="5968" y="5279"/>
                  </a:lnTo>
                  <a:cubicBezTo>
                    <a:pt x="6033" y="5245"/>
                    <a:pt x="6102" y="5229"/>
                    <a:pt x="6169" y="5229"/>
                  </a:cubicBezTo>
                  <a:cubicBezTo>
                    <a:pt x="6317" y="5229"/>
                    <a:pt x="6459" y="5305"/>
                    <a:pt x="6539" y="5439"/>
                  </a:cubicBezTo>
                  <a:lnTo>
                    <a:pt x="8198" y="8285"/>
                  </a:lnTo>
                  <a:cubicBezTo>
                    <a:pt x="8279" y="8426"/>
                    <a:pt x="8421" y="8499"/>
                    <a:pt x="8566" y="8499"/>
                  </a:cubicBezTo>
                  <a:cubicBezTo>
                    <a:pt x="8678" y="8499"/>
                    <a:pt x="8791" y="8455"/>
                    <a:pt x="8876" y="8365"/>
                  </a:cubicBezTo>
                  <a:lnTo>
                    <a:pt x="15701" y="1157"/>
                  </a:lnTo>
                  <a:cubicBezTo>
                    <a:pt x="15986" y="865"/>
                    <a:pt x="15735" y="428"/>
                    <a:pt x="15394" y="428"/>
                  </a:cubicBezTo>
                  <a:cubicBezTo>
                    <a:pt x="15329" y="428"/>
                    <a:pt x="15261" y="444"/>
                    <a:pt x="15192" y="479"/>
                  </a:cubicBezTo>
                  <a:lnTo>
                    <a:pt x="10009" y="3218"/>
                  </a:lnTo>
                  <a:cubicBezTo>
                    <a:pt x="9945" y="3252"/>
                    <a:pt x="9876" y="3268"/>
                    <a:pt x="9808" y="3268"/>
                  </a:cubicBezTo>
                  <a:cubicBezTo>
                    <a:pt x="9660" y="3268"/>
                    <a:pt x="9518" y="3192"/>
                    <a:pt x="9438" y="3057"/>
                  </a:cubicBezTo>
                  <a:lnTo>
                    <a:pt x="7779" y="212"/>
                  </a:lnTo>
                  <a:cubicBezTo>
                    <a:pt x="7698" y="74"/>
                    <a:pt x="7553" y="1"/>
                    <a:pt x="7408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1" name="Google Shape;6181;p108"/>
            <p:cNvSpPr/>
            <p:nvPr/>
          </p:nvSpPr>
          <p:spPr>
            <a:xfrm>
              <a:off x="1846340" y="2678006"/>
              <a:ext cx="381336" cy="344348"/>
            </a:xfrm>
            <a:custGeom>
              <a:avLst/>
              <a:gdLst/>
              <a:ahLst/>
              <a:cxnLst/>
              <a:rect l="l" t="t" r="r" b="b"/>
              <a:pathLst>
                <a:path w="16444" h="14849" extrusionOk="0">
                  <a:moveTo>
                    <a:pt x="7736" y="3206"/>
                  </a:moveTo>
                  <a:cubicBezTo>
                    <a:pt x="7800" y="3206"/>
                    <a:pt x="7862" y="3237"/>
                    <a:pt x="7897" y="3301"/>
                  </a:cubicBezTo>
                  <a:lnTo>
                    <a:pt x="9556" y="6138"/>
                  </a:lnTo>
                  <a:cubicBezTo>
                    <a:pt x="9679" y="6353"/>
                    <a:pt x="9903" y="6471"/>
                    <a:pt x="10133" y="6471"/>
                  </a:cubicBezTo>
                  <a:cubicBezTo>
                    <a:pt x="10237" y="6471"/>
                    <a:pt x="10342" y="6447"/>
                    <a:pt x="10439" y="6397"/>
                  </a:cubicBezTo>
                  <a:lnTo>
                    <a:pt x="15622" y="3658"/>
                  </a:lnTo>
                  <a:cubicBezTo>
                    <a:pt x="15655" y="3641"/>
                    <a:pt x="15686" y="3633"/>
                    <a:pt x="15716" y="3633"/>
                  </a:cubicBezTo>
                  <a:cubicBezTo>
                    <a:pt x="15868" y="3633"/>
                    <a:pt x="15972" y="3835"/>
                    <a:pt x="15845" y="3962"/>
                  </a:cubicBezTo>
                  <a:lnTo>
                    <a:pt x="11376" y="8681"/>
                  </a:lnTo>
                  <a:cubicBezTo>
                    <a:pt x="11220" y="8851"/>
                    <a:pt x="11379" y="9077"/>
                    <a:pt x="11558" y="9077"/>
                  </a:cubicBezTo>
                  <a:cubicBezTo>
                    <a:pt x="11615" y="9077"/>
                    <a:pt x="11673" y="9055"/>
                    <a:pt x="11724" y="9002"/>
                  </a:cubicBezTo>
                  <a:lnTo>
                    <a:pt x="14784" y="5782"/>
                  </a:lnTo>
                  <a:cubicBezTo>
                    <a:pt x="14873" y="6219"/>
                    <a:pt x="14918" y="6665"/>
                    <a:pt x="14918" y="7111"/>
                  </a:cubicBezTo>
                  <a:cubicBezTo>
                    <a:pt x="14918" y="9100"/>
                    <a:pt x="14034" y="10965"/>
                    <a:pt x="12509" y="12231"/>
                  </a:cubicBezTo>
                  <a:cubicBezTo>
                    <a:pt x="12455" y="12276"/>
                    <a:pt x="12420" y="12347"/>
                    <a:pt x="12420" y="12419"/>
                  </a:cubicBezTo>
                  <a:lnTo>
                    <a:pt x="12420" y="14239"/>
                  </a:lnTo>
                  <a:lnTo>
                    <a:pt x="10680" y="13382"/>
                  </a:lnTo>
                  <a:cubicBezTo>
                    <a:pt x="10646" y="13367"/>
                    <a:pt x="10611" y="13361"/>
                    <a:pt x="10577" y="13361"/>
                  </a:cubicBezTo>
                  <a:cubicBezTo>
                    <a:pt x="10549" y="13361"/>
                    <a:pt x="10521" y="13365"/>
                    <a:pt x="10493" y="13373"/>
                  </a:cubicBezTo>
                  <a:cubicBezTo>
                    <a:pt x="9797" y="13623"/>
                    <a:pt x="9057" y="13748"/>
                    <a:pt x="8307" y="13748"/>
                  </a:cubicBezTo>
                  <a:cubicBezTo>
                    <a:pt x="5961" y="13748"/>
                    <a:pt x="3793" y="12490"/>
                    <a:pt x="2607" y="10456"/>
                  </a:cubicBezTo>
                  <a:lnTo>
                    <a:pt x="6398" y="8449"/>
                  </a:lnTo>
                  <a:cubicBezTo>
                    <a:pt x="6424" y="8436"/>
                    <a:pt x="6452" y="8430"/>
                    <a:pt x="6481" y="8430"/>
                  </a:cubicBezTo>
                  <a:cubicBezTo>
                    <a:pt x="6550" y="8430"/>
                    <a:pt x="6619" y="8466"/>
                    <a:pt x="6657" y="8529"/>
                  </a:cubicBezTo>
                  <a:lnTo>
                    <a:pt x="8316" y="11366"/>
                  </a:lnTo>
                  <a:cubicBezTo>
                    <a:pt x="8442" y="11583"/>
                    <a:pt x="8666" y="11697"/>
                    <a:pt x="8891" y="11697"/>
                  </a:cubicBezTo>
                  <a:cubicBezTo>
                    <a:pt x="9064" y="11697"/>
                    <a:pt x="9237" y="11630"/>
                    <a:pt x="9369" y="11491"/>
                  </a:cubicBezTo>
                  <a:lnTo>
                    <a:pt x="10867" y="9912"/>
                  </a:lnTo>
                  <a:cubicBezTo>
                    <a:pt x="11025" y="9741"/>
                    <a:pt x="10862" y="9511"/>
                    <a:pt x="10680" y="9511"/>
                  </a:cubicBezTo>
                  <a:cubicBezTo>
                    <a:pt x="10626" y="9511"/>
                    <a:pt x="10569" y="9532"/>
                    <a:pt x="10520" y="9582"/>
                  </a:cubicBezTo>
                  <a:lnTo>
                    <a:pt x="9021" y="11170"/>
                  </a:lnTo>
                  <a:cubicBezTo>
                    <a:pt x="8986" y="11208"/>
                    <a:pt x="8938" y="11227"/>
                    <a:pt x="8890" y="11227"/>
                  </a:cubicBezTo>
                  <a:cubicBezTo>
                    <a:pt x="8826" y="11227"/>
                    <a:pt x="8762" y="11195"/>
                    <a:pt x="8726" y="11134"/>
                  </a:cubicBezTo>
                  <a:lnTo>
                    <a:pt x="7058" y="8288"/>
                  </a:lnTo>
                  <a:cubicBezTo>
                    <a:pt x="6937" y="8076"/>
                    <a:pt x="6720" y="7958"/>
                    <a:pt x="6496" y="7958"/>
                  </a:cubicBezTo>
                  <a:cubicBezTo>
                    <a:pt x="6391" y="7958"/>
                    <a:pt x="6284" y="7984"/>
                    <a:pt x="6184" y="8039"/>
                  </a:cubicBezTo>
                  <a:lnTo>
                    <a:pt x="992" y="10777"/>
                  </a:lnTo>
                  <a:cubicBezTo>
                    <a:pt x="961" y="10794"/>
                    <a:pt x="930" y="10802"/>
                    <a:pt x="901" y="10802"/>
                  </a:cubicBezTo>
                  <a:cubicBezTo>
                    <a:pt x="749" y="10802"/>
                    <a:pt x="649" y="10592"/>
                    <a:pt x="769" y="10465"/>
                  </a:cubicBezTo>
                  <a:lnTo>
                    <a:pt x="7593" y="3266"/>
                  </a:lnTo>
                  <a:cubicBezTo>
                    <a:pt x="7633" y="3226"/>
                    <a:pt x="7685" y="3206"/>
                    <a:pt x="7736" y="3206"/>
                  </a:cubicBezTo>
                  <a:close/>
                  <a:moveTo>
                    <a:pt x="8314" y="0"/>
                  </a:moveTo>
                  <a:cubicBezTo>
                    <a:pt x="8291" y="0"/>
                    <a:pt x="8268" y="0"/>
                    <a:pt x="8245" y="1"/>
                  </a:cubicBezTo>
                  <a:cubicBezTo>
                    <a:pt x="6505" y="19"/>
                    <a:pt x="4810" y="688"/>
                    <a:pt x="3534" y="1865"/>
                  </a:cubicBezTo>
                  <a:cubicBezTo>
                    <a:pt x="3359" y="2026"/>
                    <a:pt x="3520" y="2276"/>
                    <a:pt x="3705" y="2276"/>
                  </a:cubicBezTo>
                  <a:cubicBezTo>
                    <a:pt x="3755" y="2276"/>
                    <a:pt x="3808" y="2257"/>
                    <a:pt x="3856" y="2213"/>
                  </a:cubicBezTo>
                  <a:cubicBezTo>
                    <a:pt x="5051" y="1116"/>
                    <a:pt x="6630" y="491"/>
                    <a:pt x="8254" y="474"/>
                  </a:cubicBezTo>
                  <a:cubicBezTo>
                    <a:pt x="8265" y="473"/>
                    <a:pt x="8277" y="473"/>
                    <a:pt x="8289" y="473"/>
                  </a:cubicBezTo>
                  <a:cubicBezTo>
                    <a:pt x="9927" y="473"/>
                    <a:pt x="11536" y="1088"/>
                    <a:pt x="12750" y="2204"/>
                  </a:cubicBezTo>
                  <a:cubicBezTo>
                    <a:pt x="13294" y="2704"/>
                    <a:pt x="13749" y="3275"/>
                    <a:pt x="14106" y="3926"/>
                  </a:cubicBezTo>
                  <a:lnTo>
                    <a:pt x="10216" y="5978"/>
                  </a:lnTo>
                  <a:cubicBezTo>
                    <a:pt x="10188" y="5992"/>
                    <a:pt x="10158" y="5999"/>
                    <a:pt x="10128" y="5999"/>
                  </a:cubicBezTo>
                  <a:cubicBezTo>
                    <a:pt x="10064" y="5999"/>
                    <a:pt x="10003" y="5967"/>
                    <a:pt x="9966" y="5906"/>
                  </a:cubicBezTo>
                  <a:lnTo>
                    <a:pt x="8307" y="3061"/>
                  </a:lnTo>
                  <a:cubicBezTo>
                    <a:pt x="8181" y="2848"/>
                    <a:pt x="7953" y="2736"/>
                    <a:pt x="7727" y="2736"/>
                  </a:cubicBezTo>
                  <a:cubicBezTo>
                    <a:pt x="7554" y="2736"/>
                    <a:pt x="7382" y="2801"/>
                    <a:pt x="7254" y="2936"/>
                  </a:cubicBezTo>
                  <a:lnTo>
                    <a:pt x="1875" y="8609"/>
                  </a:lnTo>
                  <a:cubicBezTo>
                    <a:pt x="1679" y="7771"/>
                    <a:pt x="1652" y="6888"/>
                    <a:pt x="1795" y="6022"/>
                  </a:cubicBezTo>
                  <a:cubicBezTo>
                    <a:pt x="1955" y="5005"/>
                    <a:pt x="2357" y="4051"/>
                    <a:pt x="2937" y="3248"/>
                  </a:cubicBezTo>
                  <a:cubicBezTo>
                    <a:pt x="3066" y="3068"/>
                    <a:pt x="2906" y="2873"/>
                    <a:pt x="2737" y="2873"/>
                  </a:cubicBezTo>
                  <a:cubicBezTo>
                    <a:pt x="2672" y="2873"/>
                    <a:pt x="2605" y="2902"/>
                    <a:pt x="2553" y="2971"/>
                  </a:cubicBezTo>
                  <a:cubicBezTo>
                    <a:pt x="1929" y="3828"/>
                    <a:pt x="1500" y="4854"/>
                    <a:pt x="1322" y="5942"/>
                  </a:cubicBezTo>
                  <a:cubicBezTo>
                    <a:pt x="1161" y="6968"/>
                    <a:pt x="1215" y="8030"/>
                    <a:pt x="1491" y="9020"/>
                  </a:cubicBezTo>
                  <a:lnTo>
                    <a:pt x="430" y="10144"/>
                  </a:lnTo>
                  <a:cubicBezTo>
                    <a:pt x="1" y="10588"/>
                    <a:pt x="391" y="11273"/>
                    <a:pt x="914" y="11273"/>
                  </a:cubicBezTo>
                  <a:cubicBezTo>
                    <a:pt x="1011" y="11273"/>
                    <a:pt x="1113" y="11250"/>
                    <a:pt x="1215" y="11197"/>
                  </a:cubicBezTo>
                  <a:lnTo>
                    <a:pt x="2187" y="10679"/>
                  </a:lnTo>
                  <a:cubicBezTo>
                    <a:pt x="3454" y="12865"/>
                    <a:pt x="5782" y="14221"/>
                    <a:pt x="8307" y="14221"/>
                  </a:cubicBezTo>
                  <a:cubicBezTo>
                    <a:pt x="9074" y="14221"/>
                    <a:pt x="9833" y="14096"/>
                    <a:pt x="10555" y="13855"/>
                  </a:cubicBezTo>
                  <a:lnTo>
                    <a:pt x="12554" y="14827"/>
                  </a:lnTo>
                  <a:cubicBezTo>
                    <a:pt x="12587" y="14842"/>
                    <a:pt x="12620" y="14849"/>
                    <a:pt x="12653" y="14849"/>
                  </a:cubicBezTo>
                  <a:cubicBezTo>
                    <a:pt x="12780" y="14849"/>
                    <a:pt x="12893" y="14748"/>
                    <a:pt x="12893" y="14613"/>
                  </a:cubicBezTo>
                  <a:lnTo>
                    <a:pt x="12893" y="12526"/>
                  </a:lnTo>
                  <a:cubicBezTo>
                    <a:pt x="14481" y="11170"/>
                    <a:pt x="15390" y="9207"/>
                    <a:pt x="15390" y="7111"/>
                  </a:cubicBezTo>
                  <a:cubicBezTo>
                    <a:pt x="15390" y="6522"/>
                    <a:pt x="15319" y="5933"/>
                    <a:pt x="15176" y="5362"/>
                  </a:cubicBezTo>
                  <a:lnTo>
                    <a:pt x="16193" y="4292"/>
                  </a:lnTo>
                  <a:cubicBezTo>
                    <a:pt x="16425" y="4042"/>
                    <a:pt x="16443" y="3685"/>
                    <a:pt x="16238" y="3417"/>
                  </a:cubicBezTo>
                  <a:cubicBezTo>
                    <a:pt x="16110" y="3249"/>
                    <a:pt x="15918" y="3156"/>
                    <a:pt x="15721" y="3156"/>
                  </a:cubicBezTo>
                  <a:cubicBezTo>
                    <a:pt x="15615" y="3156"/>
                    <a:pt x="15508" y="3183"/>
                    <a:pt x="15408" y="3239"/>
                  </a:cubicBezTo>
                  <a:lnTo>
                    <a:pt x="14525" y="3703"/>
                  </a:lnTo>
                  <a:cubicBezTo>
                    <a:pt x="14142" y="3007"/>
                    <a:pt x="13660" y="2392"/>
                    <a:pt x="13071" y="1856"/>
                  </a:cubicBezTo>
                  <a:cubicBezTo>
                    <a:pt x="11777" y="668"/>
                    <a:pt x="10065" y="0"/>
                    <a:pt x="831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2" name="Google Shape;6182;p108"/>
          <p:cNvSpPr/>
          <p:nvPr/>
        </p:nvSpPr>
        <p:spPr>
          <a:xfrm flipH="1">
            <a:off x="4183347" y="1895976"/>
            <a:ext cx="324674" cy="34559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6183" name="Google Shape;6183;p108"/>
          <p:cNvGrpSpPr/>
          <p:nvPr/>
        </p:nvGrpSpPr>
        <p:grpSpPr>
          <a:xfrm>
            <a:off x="4238091" y="1961341"/>
            <a:ext cx="214852" cy="214892"/>
            <a:chOff x="3767275" y="2333700"/>
            <a:chExt cx="403250" cy="403250"/>
          </a:xfrm>
        </p:grpSpPr>
        <p:sp>
          <p:nvSpPr>
            <p:cNvPr id="6184" name="Google Shape;6184;p108"/>
            <p:cNvSpPr/>
            <p:nvPr/>
          </p:nvSpPr>
          <p:spPr>
            <a:xfrm>
              <a:off x="3772850" y="2339275"/>
              <a:ext cx="391450" cy="391425"/>
            </a:xfrm>
            <a:custGeom>
              <a:avLst/>
              <a:gdLst/>
              <a:ahLst/>
              <a:cxnLst/>
              <a:rect l="l" t="t" r="r" b="b"/>
              <a:pathLst>
                <a:path w="15658" h="15657" extrusionOk="0">
                  <a:moveTo>
                    <a:pt x="1856" y="1"/>
                  </a:moveTo>
                  <a:cubicBezTo>
                    <a:pt x="830" y="1"/>
                    <a:pt x="1" y="830"/>
                    <a:pt x="1" y="1856"/>
                  </a:cubicBezTo>
                  <a:lnTo>
                    <a:pt x="1" y="13801"/>
                  </a:lnTo>
                  <a:cubicBezTo>
                    <a:pt x="1" y="14827"/>
                    <a:pt x="830" y="15657"/>
                    <a:pt x="1856" y="15657"/>
                  </a:cubicBezTo>
                  <a:lnTo>
                    <a:pt x="13802" y="15657"/>
                  </a:lnTo>
                  <a:cubicBezTo>
                    <a:pt x="14827" y="15657"/>
                    <a:pt x="15657" y="14827"/>
                    <a:pt x="15657" y="13801"/>
                  </a:cubicBezTo>
                  <a:lnTo>
                    <a:pt x="15657" y="1856"/>
                  </a:lnTo>
                  <a:cubicBezTo>
                    <a:pt x="15657" y="830"/>
                    <a:pt x="14827" y="1"/>
                    <a:pt x="138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5" name="Google Shape;6185;p108"/>
            <p:cNvSpPr/>
            <p:nvPr/>
          </p:nvSpPr>
          <p:spPr>
            <a:xfrm>
              <a:off x="3772850" y="2339275"/>
              <a:ext cx="391450" cy="94375"/>
            </a:xfrm>
            <a:custGeom>
              <a:avLst/>
              <a:gdLst/>
              <a:ahLst/>
              <a:cxnLst/>
              <a:rect l="l" t="t" r="r" b="b"/>
              <a:pathLst>
                <a:path w="15658" h="3775" extrusionOk="0">
                  <a:moveTo>
                    <a:pt x="1856" y="1"/>
                  </a:moveTo>
                  <a:cubicBezTo>
                    <a:pt x="830" y="1"/>
                    <a:pt x="1" y="830"/>
                    <a:pt x="1" y="1856"/>
                  </a:cubicBezTo>
                  <a:lnTo>
                    <a:pt x="1" y="3774"/>
                  </a:lnTo>
                  <a:lnTo>
                    <a:pt x="15657" y="3774"/>
                  </a:lnTo>
                  <a:lnTo>
                    <a:pt x="15657" y="1856"/>
                  </a:lnTo>
                  <a:cubicBezTo>
                    <a:pt x="15657" y="830"/>
                    <a:pt x="14827" y="1"/>
                    <a:pt x="13802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6" name="Google Shape;6186;p108"/>
            <p:cNvSpPr/>
            <p:nvPr/>
          </p:nvSpPr>
          <p:spPr>
            <a:xfrm>
              <a:off x="4035125" y="2369825"/>
              <a:ext cx="92150" cy="33250"/>
            </a:xfrm>
            <a:custGeom>
              <a:avLst/>
              <a:gdLst/>
              <a:ahLst/>
              <a:cxnLst/>
              <a:rect l="l" t="t" r="r" b="b"/>
              <a:pathLst>
                <a:path w="3686" h="1330" extrusionOk="0">
                  <a:moveTo>
                    <a:pt x="661" y="1"/>
                  </a:moveTo>
                  <a:cubicBezTo>
                    <a:pt x="295" y="1"/>
                    <a:pt x="1" y="295"/>
                    <a:pt x="1" y="661"/>
                  </a:cubicBezTo>
                  <a:lnTo>
                    <a:pt x="1" y="670"/>
                  </a:lnTo>
                  <a:cubicBezTo>
                    <a:pt x="1" y="1036"/>
                    <a:pt x="295" y="1330"/>
                    <a:pt x="661" y="1330"/>
                  </a:cubicBezTo>
                  <a:lnTo>
                    <a:pt x="3025" y="1330"/>
                  </a:lnTo>
                  <a:cubicBezTo>
                    <a:pt x="3391" y="1330"/>
                    <a:pt x="3685" y="1036"/>
                    <a:pt x="3685" y="670"/>
                  </a:cubicBezTo>
                  <a:lnTo>
                    <a:pt x="3685" y="661"/>
                  </a:lnTo>
                  <a:cubicBezTo>
                    <a:pt x="3685" y="295"/>
                    <a:pt x="3391" y="1"/>
                    <a:pt x="30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7" name="Google Shape;6187;p108"/>
            <p:cNvSpPr/>
            <p:nvPr/>
          </p:nvSpPr>
          <p:spPr>
            <a:xfrm>
              <a:off x="3826600" y="2416450"/>
              <a:ext cx="284175" cy="284375"/>
            </a:xfrm>
            <a:custGeom>
              <a:avLst/>
              <a:gdLst/>
              <a:ahLst/>
              <a:cxnLst/>
              <a:rect l="l" t="t" r="r" b="b"/>
              <a:pathLst>
                <a:path w="11367" h="11375" extrusionOk="0">
                  <a:moveTo>
                    <a:pt x="5683" y="0"/>
                  </a:moveTo>
                  <a:cubicBezTo>
                    <a:pt x="2543" y="0"/>
                    <a:pt x="1" y="2552"/>
                    <a:pt x="1" y="5683"/>
                  </a:cubicBezTo>
                  <a:cubicBezTo>
                    <a:pt x="1" y="8823"/>
                    <a:pt x="2543" y="11375"/>
                    <a:pt x="5683" y="11375"/>
                  </a:cubicBezTo>
                  <a:cubicBezTo>
                    <a:pt x="8824" y="11375"/>
                    <a:pt x="11366" y="8823"/>
                    <a:pt x="11366" y="5683"/>
                  </a:cubicBezTo>
                  <a:cubicBezTo>
                    <a:pt x="11366" y="2552"/>
                    <a:pt x="8824" y="0"/>
                    <a:pt x="5683" y="0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8" name="Google Shape;6188;p108"/>
            <p:cNvSpPr/>
            <p:nvPr/>
          </p:nvSpPr>
          <p:spPr>
            <a:xfrm>
              <a:off x="3871875" y="2461725"/>
              <a:ext cx="193825" cy="193825"/>
            </a:xfrm>
            <a:custGeom>
              <a:avLst/>
              <a:gdLst/>
              <a:ahLst/>
              <a:cxnLst/>
              <a:rect l="l" t="t" r="r" b="b"/>
              <a:pathLst>
                <a:path w="7753" h="7753" extrusionOk="0">
                  <a:moveTo>
                    <a:pt x="3872" y="0"/>
                  </a:moveTo>
                  <a:cubicBezTo>
                    <a:pt x="1731" y="0"/>
                    <a:pt x="1" y="1740"/>
                    <a:pt x="1" y="3872"/>
                  </a:cubicBezTo>
                  <a:cubicBezTo>
                    <a:pt x="1" y="6013"/>
                    <a:pt x="1731" y="7753"/>
                    <a:pt x="3872" y="7753"/>
                  </a:cubicBezTo>
                  <a:cubicBezTo>
                    <a:pt x="6013" y="7753"/>
                    <a:pt x="7753" y="6013"/>
                    <a:pt x="7753" y="3872"/>
                  </a:cubicBezTo>
                  <a:cubicBezTo>
                    <a:pt x="7753" y="1740"/>
                    <a:pt x="6013" y="0"/>
                    <a:pt x="3872" y="0"/>
                  </a:cubicBezTo>
                  <a:close/>
                </a:path>
              </a:pathLst>
            </a:custGeom>
            <a:solidFill>
              <a:srgbClr val="59A1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9" name="Google Shape;6189;p108"/>
            <p:cNvSpPr/>
            <p:nvPr/>
          </p:nvSpPr>
          <p:spPr>
            <a:xfrm>
              <a:off x="3826600" y="2416450"/>
              <a:ext cx="284175" cy="284375"/>
            </a:xfrm>
            <a:custGeom>
              <a:avLst/>
              <a:gdLst/>
              <a:ahLst/>
              <a:cxnLst/>
              <a:rect l="l" t="t" r="r" b="b"/>
              <a:pathLst>
                <a:path w="11367" h="11375" extrusionOk="0">
                  <a:moveTo>
                    <a:pt x="5683" y="0"/>
                  </a:moveTo>
                  <a:cubicBezTo>
                    <a:pt x="2543" y="0"/>
                    <a:pt x="1" y="2552"/>
                    <a:pt x="1" y="5683"/>
                  </a:cubicBezTo>
                  <a:cubicBezTo>
                    <a:pt x="1" y="8823"/>
                    <a:pt x="2543" y="11375"/>
                    <a:pt x="5683" y="11375"/>
                  </a:cubicBezTo>
                  <a:cubicBezTo>
                    <a:pt x="8824" y="11375"/>
                    <a:pt x="11366" y="8823"/>
                    <a:pt x="11366" y="5683"/>
                  </a:cubicBezTo>
                  <a:cubicBezTo>
                    <a:pt x="11366" y="2552"/>
                    <a:pt x="8824" y="0"/>
                    <a:pt x="5683" y="0"/>
                  </a:cubicBezTo>
                  <a:close/>
                </a:path>
              </a:pathLst>
            </a:custGeom>
            <a:solidFill>
              <a:srgbClr val="FFD8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0" name="Google Shape;6190;p108"/>
            <p:cNvSpPr/>
            <p:nvPr/>
          </p:nvSpPr>
          <p:spPr>
            <a:xfrm>
              <a:off x="3871875" y="2461725"/>
              <a:ext cx="193825" cy="193825"/>
            </a:xfrm>
            <a:custGeom>
              <a:avLst/>
              <a:gdLst/>
              <a:ahLst/>
              <a:cxnLst/>
              <a:rect l="l" t="t" r="r" b="b"/>
              <a:pathLst>
                <a:path w="7753" h="7753" extrusionOk="0">
                  <a:moveTo>
                    <a:pt x="3872" y="0"/>
                  </a:moveTo>
                  <a:cubicBezTo>
                    <a:pt x="1731" y="0"/>
                    <a:pt x="1" y="1740"/>
                    <a:pt x="1" y="3872"/>
                  </a:cubicBezTo>
                  <a:cubicBezTo>
                    <a:pt x="1" y="6013"/>
                    <a:pt x="1731" y="7753"/>
                    <a:pt x="3872" y="7753"/>
                  </a:cubicBezTo>
                  <a:cubicBezTo>
                    <a:pt x="6013" y="7753"/>
                    <a:pt x="7753" y="6013"/>
                    <a:pt x="7753" y="3872"/>
                  </a:cubicBezTo>
                  <a:cubicBezTo>
                    <a:pt x="7753" y="1740"/>
                    <a:pt x="6013" y="0"/>
                    <a:pt x="3872" y="0"/>
                  </a:cubicBezTo>
                  <a:close/>
                </a:path>
              </a:pathLst>
            </a:custGeom>
            <a:solidFill>
              <a:srgbClr val="59A1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1" name="Google Shape;6191;p108"/>
            <p:cNvSpPr/>
            <p:nvPr/>
          </p:nvSpPr>
          <p:spPr>
            <a:xfrm>
              <a:off x="3826600" y="2416450"/>
              <a:ext cx="284175" cy="284375"/>
            </a:xfrm>
            <a:custGeom>
              <a:avLst/>
              <a:gdLst/>
              <a:ahLst/>
              <a:cxnLst/>
              <a:rect l="l" t="t" r="r" b="b"/>
              <a:pathLst>
                <a:path w="11367" h="11375" extrusionOk="0">
                  <a:moveTo>
                    <a:pt x="5683" y="0"/>
                  </a:moveTo>
                  <a:cubicBezTo>
                    <a:pt x="2543" y="0"/>
                    <a:pt x="1" y="2552"/>
                    <a:pt x="1" y="5683"/>
                  </a:cubicBezTo>
                  <a:cubicBezTo>
                    <a:pt x="1" y="8823"/>
                    <a:pt x="2543" y="11375"/>
                    <a:pt x="5683" y="11375"/>
                  </a:cubicBezTo>
                  <a:cubicBezTo>
                    <a:pt x="8824" y="11375"/>
                    <a:pt x="11366" y="8823"/>
                    <a:pt x="11366" y="5683"/>
                  </a:cubicBezTo>
                  <a:cubicBezTo>
                    <a:pt x="11366" y="2552"/>
                    <a:pt x="8824" y="0"/>
                    <a:pt x="568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2" name="Google Shape;6192;p108"/>
            <p:cNvSpPr/>
            <p:nvPr/>
          </p:nvSpPr>
          <p:spPr>
            <a:xfrm>
              <a:off x="3871875" y="2461725"/>
              <a:ext cx="193825" cy="193825"/>
            </a:xfrm>
            <a:custGeom>
              <a:avLst/>
              <a:gdLst/>
              <a:ahLst/>
              <a:cxnLst/>
              <a:rect l="l" t="t" r="r" b="b"/>
              <a:pathLst>
                <a:path w="7753" h="7753" extrusionOk="0">
                  <a:moveTo>
                    <a:pt x="3872" y="0"/>
                  </a:moveTo>
                  <a:cubicBezTo>
                    <a:pt x="1731" y="0"/>
                    <a:pt x="1" y="1740"/>
                    <a:pt x="1" y="3872"/>
                  </a:cubicBezTo>
                  <a:cubicBezTo>
                    <a:pt x="1" y="6013"/>
                    <a:pt x="1731" y="7753"/>
                    <a:pt x="3872" y="7753"/>
                  </a:cubicBezTo>
                  <a:cubicBezTo>
                    <a:pt x="6013" y="7753"/>
                    <a:pt x="7753" y="6013"/>
                    <a:pt x="7753" y="3872"/>
                  </a:cubicBezTo>
                  <a:cubicBezTo>
                    <a:pt x="7753" y="1740"/>
                    <a:pt x="6013" y="0"/>
                    <a:pt x="3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3" name="Google Shape;6193;p108"/>
            <p:cNvSpPr/>
            <p:nvPr/>
          </p:nvSpPr>
          <p:spPr>
            <a:xfrm>
              <a:off x="3912925" y="2519475"/>
              <a:ext cx="111525" cy="89900"/>
            </a:xfrm>
            <a:custGeom>
              <a:avLst/>
              <a:gdLst/>
              <a:ahLst/>
              <a:cxnLst/>
              <a:rect l="l" t="t" r="r" b="b"/>
              <a:pathLst>
                <a:path w="4461" h="3596" extrusionOk="0">
                  <a:moveTo>
                    <a:pt x="1267" y="1"/>
                  </a:moveTo>
                  <a:cubicBezTo>
                    <a:pt x="571" y="1"/>
                    <a:pt x="0" y="572"/>
                    <a:pt x="0" y="1268"/>
                  </a:cubicBezTo>
                  <a:cubicBezTo>
                    <a:pt x="0" y="2775"/>
                    <a:pt x="2230" y="3596"/>
                    <a:pt x="2230" y="3596"/>
                  </a:cubicBezTo>
                  <a:cubicBezTo>
                    <a:pt x="2230" y="3596"/>
                    <a:pt x="4461" y="2775"/>
                    <a:pt x="4461" y="1268"/>
                  </a:cubicBezTo>
                  <a:cubicBezTo>
                    <a:pt x="4461" y="572"/>
                    <a:pt x="3890" y="1"/>
                    <a:pt x="3194" y="1"/>
                  </a:cubicBezTo>
                  <a:cubicBezTo>
                    <a:pt x="2810" y="1"/>
                    <a:pt x="2462" y="179"/>
                    <a:pt x="2230" y="447"/>
                  </a:cubicBezTo>
                  <a:cubicBezTo>
                    <a:pt x="1998" y="179"/>
                    <a:pt x="1650" y="1"/>
                    <a:pt x="12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4" name="Google Shape;6194;p108"/>
            <p:cNvSpPr/>
            <p:nvPr/>
          </p:nvSpPr>
          <p:spPr>
            <a:xfrm>
              <a:off x="3767275" y="2333700"/>
              <a:ext cx="403250" cy="403250"/>
            </a:xfrm>
            <a:custGeom>
              <a:avLst/>
              <a:gdLst/>
              <a:ahLst/>
              <a:cxnLst/>
              <a:rect l="l" t="t" r="r" b="b"/>
              <a:pathLst>
                <a:path w="16130" h="16130" extrusionOk="0">
                  <a:moveTo>
                    <a:pt x="2097" y="1"/>
                  </a:moveTo>
                  <a:cubicBezTo>
                    <a:pt x="1593" y="1"/>
                    <a:pt x="1130" y="178"/>
                    <a:pt x="769" y="473"/>
                  </a:cubicBezTo>
                  <a:lnTo>
                    <a:pt x="3221" y="473"/>
                  </a:lnTo>
                  <a:cubicBezTo>
                    <a:pt x="3230" y="473"/>
                    <a:pt x="3239" y="464"/>
                    <a:pt x="3248" y="464"/>
                  </a:cubicBezTo>
                  <a:cubicBezTo>
                    <a:pt x="3471" y="259"/>
                    <a:pt x="3328" y="1"/>
                    <a:pt x="3123" y="1"/>
                  </a:cubicBezTo>
                  <a:close/>
                  <a:moveTo>
                    <a:pt x="723" y="473"/>
                  </a:moveTo>
                  <a:cubicBezTo>
                    <a:pt x="580" y="473"/>
                    <a:pt x="473" y="580"/>
                    <a:pt x="473" y="723"/>
                  </a:cubicBezTo>
                  <a:lnTo>
                    <a:pt x="473" y="769"/>
                  </a:lnTo>
                  <a:lnTo>
                    <a:pt x="473" y="769"/>
                  </a:lnTo>
                  <a:cubicBezTo>
                    <a:pt x="562" y="661"/>
                    <a:pt x="661" y="562"/>
                    <a:pt x="769" y="473"/>
                  </a:cubicBezTo>
                  <a:close/>
                  <a:moveTo>
                    <a:pt x="8056" y="3551"/>
                  </a:moveTo>
                  <a:cubicBezTo>
                    <a:pt x="11063" y="3551"/>
                    <a:pt x="13507" y="5995"/>
                    <a:pt x="13507" y="8993"/>
                  </a:cubicBezTo>
                  <a:cubicBezTo>
                    <a:pt x="13507" y="11999"/>
                    <a:pt x="11063" y="14444"/>
                    <a:pt x="8056" y="14444"/>
                  </a:cubicBezTo>
                  <a:cubicBezTo>
                    <a:pt x="5050" y="14444"/>
                    <a:pt x="2606" y="11999"/>
                    <a:pt x="2606" y="8993"/>
                  </a:cubicBezTo>
                  <a:cubicBezTo>
                    <a:pt x="2606" y="5995"/>
                    <a:pt x="5050" y="3551"/>
                    <a:pt x="8056" y="3551"/>
                  </a:cubicBezTo>
                  <a:close/>
                  <a:moveTo>
                    <a:pt x="15657" y="4193"/>
                  </a:moveTo>
                  <a:lnTo>
                    <a:pt x="15657" y="14033"/>
                  </a:lnTo>
                  <a:cubicBezTo>
                    <a:pt x="15657" y="14934"/>
                    <a:pt x="14934" y="15657"/>
                    <a:pt x="14033" y="15657"/>
                  </a:cubicBezTo>
                  <a:lnTo>
                    <a:pt x="2097" y="15657"/>
                  </a:lnTo>
                  <a:cubicBezTo>
                    <a:pt x="1196" y="15657"/>
                    <a:pt x="473" y="14934"/>
                    <a:pt x="473" y="14033"/>
                  </a:cubicBezTo>
                  <a:lnTo>
                    <a:pt x="473" y="4193"/>
                  </a:lnTo>
                  <a:lnTo>
                    <a:pt x="4613" y="4193"/>
                  </a:lnTo>
                  <a:cubicBezTo>
                    <a:pt x="3025" y="5335"/>
                    <a:pt x="2026" y="7253"/>
                    <a:pt x="2160" y="9385"/>
                  </a:cubicBezTo>
                  <a:cubicBezTo>
                    <a:pt x="2347" y="12365"/>
                    <a:pt x="4747" y="14756"/>
                    <a:pt x="7726" y="14925"/>
                  </a:cubicBezTo>
                  <a:cubicBezTo>
                    <a:pt x="7842" y="14932"/>
                    <a:pt x="7957" y="14935"/>
                    <a:pt x="8072" y="14935"/>
                  </a:cubicBezTo>
                  <a:cubicBezTo>
                    <a:pt x="11333" y="14935"/>
                    <a:pt x="13989" y="12268"/>
                    <a:pt x="13989" y="9002"/>
                  </a:cubicBezTo>
                  <a:cubicBezTo>
                    <a:pt x="13989" y="7021"/>
                    <a:pt x="13016" y="5264"/>
                    <a:pt x="11527" y="4193"/>
                  </a:cubicBezTo>
                  <a:close/>
                  <a:moveTo>
                    <a:pt x="4363" y="1"/>
                  </a:moveTo>
                  <a:cubicBezTo>
                    <a:pt x="4238" y="1"/>
                    <a:pt x="4140" y="90"/>
                    <a:pt x="4131" y="215"/>
                  </a:cubicBezTo>
                  <a:cubicBezTo>
                    <a:pt x="4131" y="340"/>
                    <a:pt x="4229" y="438"/>
                    <a:pt x="4354" y="438"/>
                  </a:cubicBezTo>
                  <a:lnTo>
                    <a:pt x="14033" y="438"/>
                  </a:lnTo>
                  <a:cubicBezTo>
                    <a:pt x="14934" y="438"/>
                    <a:pt x="15657" y="1169"/>
                    <a:pt x="15657" y="2061"/>
                  </a:cubicBezTo>
                  <a:lnTo>
                    <a:pt x="15657" y="3721"/>
                  </a:lnTo>
                  <a:lnTo>
                    <a:pt x="10750" y="3721"/>
                  </a:lnTo>
                  <a:cubicBezTo>
                    <a:pt x="9948" y="3301"/>
                    <a:pt x="9029" y="3069"/>
                    <a:pt x="8065" y="3069"/>
                  </a:cubicBezTo>
                  <a:cubicBezTo>
                    <a:pt x="7102" y="3069"/>
                    <a:pt x="6192" y="3301"/>
                    <a:pt x="5380" y="3721"/>
                  </a:cubicBezTo>
                  <a:lnTo>
                    <a:pt x="473" y="3721"/>
                  </a:lnTo>
                  <a:lnTo>
                    <a:pt x="473" y="769"/>
                  </a:lnTo>
                  <a:lnTo>
                    <a:pt x="473" y="769"/>
                  </a:lnTo>
                  <a:cubicBezTo>
                    <a:pt x="178" y="1130"/>
                    <a:pt x="1" y="1593"/>
                    <a:pt x="1" y="2097"/>
                  </a:cubicBezTo>
                  <a:lnTo>
                    <a:pt x="1" y="14033"/>
                  </a:lnTo>
                  <a:cubicBezTo>
                    <a:pt x="1" y="15193"/>
                    <a:pt x="937" y="16130"/>
                    <a:pt x="2097" y="16130"/>
                  </a:cubicBezTo>
                  <a:lnTo>
                    <a:pt x="14033" y="16130"/>
                  </a:lnTo>
                  <a:cubicBezTo>
                    <a:pt x="15193" y="16130"/>
                    <a:pt x="16130" y="15193"/>
                    <a:pt x="16130" y="14033"/>
                  </a:cubicBezTo>
                  <a:lnTo>
                    <a:pt x="16130" y="2097"/>
                  </a:lnTo>
                  <a:cubicBezTo>
                    <a:pt x="16130" y="937"/>
                    <a:pt x="15193" y="1"/>
                    <a:pt x="1403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5" name="Google Shape;6195;p108"/>
            <p:cNvSpPr/>
            <p:nvPr/>
          </p:nvSpPr>
          <p:spPr>
            <a:xfrm>
              <a:off x="4029550" y="2364475"/>
              <a:ext cx="103950" cy="44850"/>
            </a:xfrm>
            <a:custGeom>
              <a:avLst/>
              <a:gdLst/>
              <a:ahLst/>
              <a:cxnLst/>
              <a:rect l="l" t="t" r="r" b="b"/>
              <a:pathLst>
                <a:path w="4158" h="1794" extrusionOk="0">
                  <a:moveTo>
                    <a:pt x="3266" y="473"/>
                  </a:moveTo>
                  <a:cubicBezTo>
                    <a:pt x="3498" y="473"/>
                    <a:pt x="3685" y="661"/>
                    <a:pt x="3685" y="893"/>
                  </a:cubicBezTo>
                  <a:lnTo>
                    <a:pt x="3685" y="902"/>
                  </a:lnTo>
                  <a:cubicBezTo>
                    <a:pt x="3685" y="1134"/>
                    <a:pt x="3498" y="1321"/>
                    <a:pt x="3266" y="1321"/>
                  </a:cubicBezTo>
                  <a:lnTo>
                    <a:pt x="902" y="1321"/>
                  </a:lnTo>
                  <a:cubicBezTo>
                    <a:pt x="670" y="1321"/>
                    <a:pt x="474" y="1134"/>
                    <a:pt x="474" y="902"/>
                  </a:cubicBezTo>
                  <a:lnTo>
                    <a:pt x="474" y="893"/>
                  </a:lnTo>
                  <a:cubicBezTo>
                    <a:pt x="474" y="661"/>
                    <a:pt x="661" y="473"/>
                    <a:pt x="902" y="473"/>
                  </a:cubicBezTo>
                  <a:close/>
                  <a:moveTo>
                    <a:pt x="902" y="1"/>
                  </a:moveTo>
                  <a:cubicBezTo>
                    <a:pt x="402" y="1"/>
                    <a:pt x="1" y="402"/>
                    <a:pt x="1" y="893"/>
                  </a:cubicBezTo>
                  <a:lnTo>
                    <a:pt x="1" y="902"/>
                  </a:lnTo>
                  <a:cubicBezTo>
                    <a:pt x="1" y="1392"/>
                    <a:pt x="402" y="1794"/>
                    <a:pt x="902" y="1794"/>
                  </a:cubicBezTo>
                  <a:lnTo>
                    <a:pt x="3266" y="1794"/>
                  </a:lnTo>
                  <a:cubicBezTo>
                    <a:pt x="3757" y="1794"/>
                    <a:pt x="4158" y="1392"/>
                    <a:pt x="4158" y="902"/>
                  </a:cubicBezTo>
                  <a:lnTo>
                    <a:pt x="4158" y="893"/>
                  </a:lnTo>
                  <a:cubicBezTo>
                    <a:pt x="4158" y="402"/>
                    <a:pt x="3757" y="1"/>
                    <a:pt x="32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6" name="Google Shape;6196;p108"/>
            <p:cNvSpPr/>
            <p:nvPr/>
          </p:nvSpPr>
          <p:spPr>
            <a:xfrm>
              <a:off x="3865850" y="2455700"/>
              <a:ext cx="205650" cy="205650"/>
            </a:xfrm>
            <a:custGeom>
              <a:avLst/>
              <a:gdLst/>
              <a:ahLst/>
              <a:cxnLst/>
              <a:rect l="l" t="t" r="r" b="b"/>
              <a:pathLst>
                <a:path w="8226" h="8226" extrusionOk="0">
                  <a:moveTo>
                    <a:pt x="4113" y="473"/>
                  </a:moveTo>
                  <a:cubicBezTo>
                    <a:pt x="6121" y="473"/>
                    <a:pt x="7753" y="2106"/>
                    <a:pt x="7753" y="4113"/>
                  </a:cubicBezTo>
                  <a:cubicBezTo>
                    <a:pt x="7753" y="6120"/>
                    <a:pt x="6121" y="7753"/>
                    <a:pt x="4113" y="7753"/>
                  </a:cubicBezTo>
                  <a:cubicBezTo>
                    <a:pt x="2106" y="7753"/>
                    <a:pt x="474" y="6120"/>
                    <a:pt x="474" y="4113"/>
                  </a:cubicBezTo>
                  <a:cubicBezTo>
                    <a:pt x="474" y="2106"/>
                    <a:pt x="2106" y="473"/>
                    <a:pt x="4113" y="473"/>
                  </a:cubicBezTo>
                  <a:close/>
                  <a:moveTo>
                    <a:pt x="4113" y="0"/>
                  </a:moveTo>
                  <a:cubicBezTo>
                    <a:pt x="1847" y="0"/>
                    <a:pt x="1" y="1847"/>
                    <a:pt x="1" y="4113"/>
                  </a:cubicBezTo>
                  <a:cubicBezTo>
                    <a:pt x="1" y="6388"/>
                    <a:pt x="1847" y="8225"/>
                    <a:pt x="4113" y="8225"/>
                  </a:cubicBezTo>
                  <a:cubicBezTo>
                    <a:pt x="6379" y="8225"/>
                    <a:pt x="8226" y="6388"/>
                    <a:pt x="8226" y="4113"/>
                  </a:cubicBezTo>
                  <a:cubicBezTo>
                    <a:pt x="8226" y="1847"/>
                    <a:pt x="6379" y="0"/>
                    <a:pt x="411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7" name="Google Shape;6197;p108"/>
            <p:cNvSpPr/>
            <p:nvPr/>
          </p:nvSpPr>
          <p:spPr>
            <a:xfrm>
              <a:off x="3907125" y="2513675"/>
              <a:ext cx="123125" cy="101625"/>
            </a:xfrm>
            <a:custGeom>
              <a:avLst/>
              <a:gdLst/>
              <a:ahLst/>
              <a:cxnLst/>
              <a:rect l="l" t="t" r="r" b="b"/>
              <a:pathLst>
                <a:path w="4925" h="4065" extrusionOk="0">
                  <a:moveTo>
                    <a:pt x="1499" y="1"/>
                  </a:moveTo>
                  <a:cubicBezTo>
                    <a:pt x="669" y="1"/>
                    <a:pt x="0" y="670"/>
                    <a:pt x="0" y="1500"/>
                  </a:cubicBezTo>
                  <a:cubicBezTo>
                    <a:pt x="0" y="2195"/>
                    <a:pt x="419" y="2864"/>
                    <a:pt x="1213" y="3426"/>
                  </a:cubicBezTo>
                  <a:cubicBezTo>
                    <a:pt x="1784" y="3828"/>
                    <a:pt x="2355" y="4042"/>
                    <a:pt x="2382" y="4051"/>
                  </a:cubicBezTo>
                  <a:cubicBezTo>
                    <a:pt x="2409" y="4060"/>
                    <a:pt x="2436" y="4064"/>
                    <a:pt x="2462" y="4064"/>
                  </a:cubicBezTo>
                  <a:cubicBezTo>
                    <a:pt x="2489" y="4064"/>
                    <a:pt x="2516" y="4060"/>
                    <a:pt x="2543" y="4051"/>
                  </a:cubicBezTo>
                  <a:cubicBezTo>
                    <a:pt x="2569" y="4042"/>
                    <a:pt x="3221" y="3801"/>
                    <a:pt x="3827" y="3337"/>
                  </a:cubicBezTo>
                  <a:cubicBezTo>
                    <a:pt x="4022" y="3186"/>
                    <a:pt x="3872" y="2912"/>
                    <a:pt x="3681" y="2912"/>
                  </a:cubicBezTo>
                  <a:cubicBezTo>
                    <a:pt x="3635" y="2912"/>
                    <a:pt x="3588" y="2927"/>
                    <a:pt x="3542" y="2963"/>
                  </a:cubicBezTo>
                  <a:cubicBezTo>
                    <a:pt x="3114" y="3284"/>
                    <a:pt x="2650" y="3498"/>
                    <a:pt x="2462" y="3578"/>
                  </a:cubicBezTo>
                  <a:cubicBezTo>
                    <a:pt x="2293" y="3507"/>
                    <a:pt x="1891" y="3319"/>
                    <a:pt x="1490" y="3034"/>
                  </a:cubicBezTo>
                  <a:cubicBezTo>
                    <a:pt x="651" y="2445"/>
                    <a:pt x="473" y="1874"/>
                    <a:pt x="473" y="1500"/>
                  </a:cubicBezTo>
                  <a:cubicBezTo>
                    <a:pt x="473" y="937"/>
                    <a:pt x="937" y="474"/>
                    <a:pt x="1499" y="474"/>
                  </a:cubicBezTo>
                  <a:cubicBezTo>
                    <a:pt x="1802" y="474"/>
                    <a:pt x="2088" y="607"/>
                    <a:pt x="2284" y="830"/>
                  </a:cubicBezTo>
                  <a:cubicBezTo>
                    <a:pt x="2342" y="884"/>
                    <a:pt x="2402" y="911"/>
                    <a:pt x="2462" y="911"/>
                  </a:cubicBezTo>
                  <a:cubicBezTo>
                    <a:pt x="2523" y="911"/>
                    <a:pt x="2583" y="884"/>
                    <a:pt x="2641" y="830"/>
                  </a:cubicBezTo>
                  <a:cubicBezTo>
                    <a:pt x="2837" y="607"/>
                    <a:pt x="3122" y="474"/>
                    <a:pt x="3426" y="474"/>
                  </a:cubicBezTo>
                  <a:cubicBezTo>
                    <a:pt x="3988" y="474"/>
                    <a:pt x="4452" y="937"/>
                    <a:pt x="4452" y="1500"/>
                  </a:cubicBezTo>
                  <a:cubicBezTo>
                    <a:pt x="4452" y="1705"/>
                    <a:pt x="4398" y="1910"/>
                    <a:pt x="4300" y="2106"/>
                  </a:cubicBezTo>
                  <a:cubicBezTo>
                    <a:pt x="4210" y="2292"/>
                    <a:pt x="4369" y="2449"/>
                    <a:pt x="4527" y="2449"/>
                  </a:cubicBezTo>
                  <a:cubicBezTo>
                    <a:pt x="4604" y="2449"/>
                    <a:pt x="4681" y="2411"/>
                    <a:pt x="4728" y="2320"/>
                  </a:cubicBezTo>
                  <a:cubicBezTo>
                    <a:pt x="4862" y="2053"/>
                    <a:pt x="4925" y="1785"/>
                    <a:pt x="4925" y="1500"/>
                  </a:cubicBezTo>
                  <a:cubicBezTo>
                    <a:pt x="4925" y="670"/>
                    <a:pt x="4255" y="1"/>
                    <a:pt x="3426" y="1"/>
                  </a:cubicBezTo>
                  <a:cubicBezTo>
                    <a:pt x="3069" y="1"/>
                    <a:pt x="2730" y="126"/>
                    <a:pt x="2462" y="349"/>
                  </a:cubicBezTo>
                  <a:cubicBezTo>
                    <a:pt x="2195" y="126"/>
                    <a:pt x="1856" y="1"/>
                    <a:pt x="149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98" name="Google Shape;6198;p108"/>
          <p:cNvSpPr/>
          <p:nvPr/>
        </p:nvSpPr>
        <p:spPr>
          <a:xfrm flipH="1">
            <a:off x="4635986" y="1895976"/>
            <a:ext cx="324674" cy="34559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6199" name="Google Shape;6199;p108"/>
          <p:cNvGrpSpPr/>
          <p:nvPr/>
        </p:nvGrpSpPr>
        <p:grpSpPr>
          <a:xfrm>
            <a:off x="4686069" y="1947841"/>
            <a:ext cx="223768" cy="241528"/>
            <a:chOff x="5006155" y="2072861"/>
            <a:chExt cx="346551" cy="374056"/>
          </a:xfrm>
        </p:grpSpPr>
        <p:sp>
          <p:nvSpPr>
            <p:cNvPr id="6200" name="Google Shape;6200;p108"/>
            <p:cNvSpPr/>
            <p:nvPr/>
          </p:nvSpPr>
          <p:spPr>
            <a:xfrm>
              <a:off x="5166498" y="2124391"/>
              <a:ext cx="84226" cy="121933"/>
            </a:xfrm>
            <a:custGeom>
              <a:avLst/>
              <a:gdLst/>
              <a:ahLst/>
              <a:cxnLst/>
              <a:rect l="l" t="t" r="r" b="b"/>
              <a:pathLst>
                <a:path w="3632" h="5258" extrusionOk="0">
                  <a:moveTo>
                    <a:pt x="536" y="0"/>
                  </a:moveTo>
                  <a:cubicBezTo>
                    <a:pt x="206" y="0"/>
                    <a:pt x="1" y="268"/>
                    <a:pt x="1" y="562"/>
                  </a:cubicBezTo>
                  <a:lnTo>
                    <a:pt x="1" y="4719"/>
                  </a:lnTo>
                  <a:cubicBezTo>
                    <a:pt x="1" y="4960"/>
                    <a:pt x="188" y="5201"/>
                    <a:pt x="429" y="5246"/>
                  </a:cubicBezTo>
                  <a:cubicBezTo>
                    <a:pt x="467" y="5254"/>
                    <a:pt x="505" y="5258"/>
                    <a:pt x="542" y="5258"/>
                  </a:cubicBezTo>
                  <a:cubicBezTo>
                    <a:pt x="833" y="5258"/>
                    <a:pt x="1071" y="5022"/>
                    <a:pt x="1071" y="4737"/>
                  </a:cubicBezTo>
                  <a:lnTo>
                    <a:pt x="1071" y="1035"/>
                  </a:lnTo>
                  <a:lnTo>
                    <a:pt x="3087" y="1035"/>
                  </a:lnTo>
                  <a:cubicBezTo>
                    <a:pt x="3391" y="1035"/>
                    <a:pt x="3631" y="803"/>
                    <a:pt x="3631" y="518"/>
                  </a:cubicBezTo>
                  <a:cubicBezTo>
                    <a:pt x="3631" y="232"/>
                    <a:pt x="3391" y="0"/>
                    <a:pt x="3087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1" name="Google Shape;6201;p108"/>
            <p:cNvSpPr/>
            <p:nvPr/>
          </p:nvSpPr>
          <p:spPr>
            <a:xfrm>
              <a:off x="5226493" y="2106186"/>
              <a:ext cx="59204" cy="58972"/>
            </a:xfrm>
            <a:custGeom>
              <a:avLst/>
              <a:gdLst/>
              <a:ahLst/>
              <a:cxnLst/>
              <a:rect l="l" t="t" r="r" b="b"/>
              <a:pathLst>
                <a:path w="2553" h="2543" extrusionOk="0">
                  <a:moveTo>
                    <a:pt x="1276" y="0"/>
                  </a:moveTo>
                  <a:cubicBezTo>
                    <a:pt x="572" y="0"/>
                    <a:pt x="1" y="571"/>
                    <a:pt x="1" y="1267"/>
                  </a:cubicBezTo>
                  <a:cubicBezTo>
                    <a:pt x="1" y="1972"/>
                    <a:pt x="572" y="2543"/>
                    <a:pt x="1276" y="2543"/>
                  </a:cubicBezTo>
                  <a:cubicBezTo>
                    <a:pt x="1981" y="2543"/>
                    <a:pt x="2552" y="1972"/>
                    <a:pt x="2552" y="1267"/>
                  </a:cubicBezTo>
                  <a:cubicBezTo>
                    <a:pt x="2552" y="571"/>
                    <a:pt x="1981" y="0"/>
                    <a:pt x="127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2" name="Google Shape;6202;p108"/>
            <p:cNvSpPr/>
            <p:nvPr/>
          </p:nvSpPr>
          <p:spPr>
            <a:xfrm>
              <a:off x="5011745" y="2198022"/>
              <a:ext cx="78846" cy="79055"/>
            </a:xfrm>
            <a:custGeom>
              <a:avLst/>
              <a:gdLst/>
              <a:ahLst/>
              <a:cxnLst/>
              <a:rect l="l" t="t" r="r" b="b"/>
              <a:pathLst>
                <a:path w="3400" h="3409" extrusionOk="0">
                  <a:moveTo>
                    <a:pt x="1696" y="1"/>
                  </a:moveTo>
                  <a:cubicBezTo>
                    <a:pt x="759" y="1"/>
                    <a:pt x="1" y="759"/>
                    <a:pt x="1" y="1705"/>
                  </a:cubicBezTo>
                  <a:cubicBezTo>
                    <a:pt x="1" y="2642"/>
                    <a:pt x="759" y="3409"/>
                    <a:pt x="1696" y="3409"/>
                  </a:cubicBezTo>
                  <a:cubicBezTo>
                    <a:pt x="2641" y="3409"/>
                    <a:pt x="3400" y="2642"/>
                    <a:pt x="3400" y="1705"/>
                  </a:cubicBezTo>
                  <a:cubicBezTo>
                    <a:pt x="3400" y="759"/>
                    <a:pt x="2641" y="1"/>
                    <a:pt x="16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3" name="Google Shape;6203;p108"/>
            <p:cNvSpPr/>
            <p:nvPr/>
          </p:nvSpPr>
          <p:spPr>
            <a:xfrm>
              <a:off x="5268283" y="2198022"/>
              <a:ext cx="78846" cy="79055"/>
            </a:xfrm>
            <a:custGeom>
              <a:avLst/>
              <a:gdLst/>
              <a:ahLst/>
              <a:cxnLst/>
              <a:rect l="l" t="t" r="r" b="b"/>
              <a:pathLst>
                <a:path w="3400" h="3409" extrusionOk="0">
                  <a:moveTo>
                    <a:pt x="1696" y="1"/>
                  </a:moveTo>
                  <a:cubicBezTo>
                    <a:pt x="759" y="1"/>
                    <a:pt x="1" y="759"/>
                    <a:pt x="1" y="1705"/>
                  </a:cubicBezTo>
                  <a:cubicBezTo>
                    <a:pt x="1" y="2642"/>
                    <a:pt x="759" y="3409"/>
                    <a:pt x="1696" y="3409"/>
                  </a:cubicBezTo>
                  <a:cubicBezTo>
                    <a:pt x="2641" y="3409"/>
                    <a:pt x="3400" y="2642"/>
                    <a:pt x="3400" y="1705"/>
                  </a:cubicBezTo>
                  <a:cubicBezTo>
                    <a:pt x="3400" y="759"/>
                    <a:pt x="2641" y="1"/>
                    <a:pt x="1696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4" name="Google Shape;6204;p108"/>
            <p:cNvSpPr/>
            <p:nvPr/>
          </p:nvSpPr>
          <p:spPr>
            <a:xfrm>
              <a:off x="5026239" y="2187285"/>
              <a:ext cx="306409" cy="254255"/>
            </a:xfrm>
            <a:custGeom>
              <a:avLst/>
              <a:gdLst/>
              <a:ahLst/>
              <a:cxnLst/>
              <a:rect l="l" t="t" r="r" b="b"/>
              <a:pathLst>
                <a:path w="13213" h="10964" extrusionOk="0">
                  <a:moveTo>
                    <a:pt x="6602" y="0"/>
                  </a:moveTo>
                  <a:cubicBezTo>
                    <a:pt x="2953" y="0"/>
                    <a:pt x="0" y="2453"/>
                    <a:pt x="0" y="5478"/>
                  </a:cubicBezTo>
                  <a:cubicBezTo>
                    <a:pt x="0" y="8511"/>
                    <a:pt x="2953" y="10964"/>
                    <a:pt x="6602" y="10964"/>
                  </a:cubicBezTo>
                  <a:cubicBezTo>
                    <a:pt x="10250" y="10964"/>
                    <a:pt x="13212" y="8511"/>
                    <a:pt x="13212" y="5478"/>
                  </a:cubicBezTo>
                  <a:cubicBezTo>
                    <a:pt x="13212" y="2453"/>
                    <a:pt x="10250" y="0"/>
                    <a:pt x="66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5" name="Google Shape;6205;p108"/>
            <p:cNvSpPr/>
            <p:nvPr/>
          </p:nvSpPr>
          <p:spPr>
            <a:xfrm>
              <a:off x="5115408" y="2267618"/>
              <a:ext cx="30634" cy="98558"/>
            </a:xfrm>
            <a:custGeom>
              <a:avLst/>
              <a:gdLst/>
              <a:ahLst/>
              <a:cxnLst/>
              <a:rect l="l" t="t" r="r" b="b"/>
              <a:pathLst>
                <a:path w="1321" h="4250" extrusionOk="0">
                  <a:moveTo>
                    <a:pt x="654" y="0"/>
                  </a:moveTo>
                  <a:cubicBezTo>
                    <a:pt x="624" y="0"/>
                    <a:pt x="593" y="2"/>
                    <a:pt x="562" y="6"/>
                  </a:cubicBezTo>
                  <a:cubicBezTo>
                    <a:pt x="232" y="60"/>
                    <a:pt x="0" y="345"/>
                    <a:pt x="0" y="675"/>
                  </a:cubicBezTo>
                  <a:lnTo>
                    <a:pt x="0" y="3575"/>
                  </a:lnTo>
                  <a:cubicBezTo>
                    <a:pt x="0" y="3905"/>
                    <a:pt x="232" y="4199"/>
                    <a:pt x="562" y="4244"/>
                  </a:cubicBezTo>
                  <a:cubicBezTo>
                    <a:pt x="593" y="4248"/>
                    <a:pt x="624" y="4250"/>
                    <a:pt x="654" y="4250"/>
                  </a:cubicBezTo>
                  <a:cubicBezTo>
                    <a:pt x="1023" y="4250"/>
                    <a:pt x="1320" y="3955"/>
                    <a:pt x="1320" y="3584"/>
                  </a:cubicBezTo>
                  <a:lnTo>
                    <a:pt x="1320" y="667"/>
                  </a:lnTo>
                  <a:cubicBezTo>
                    <a:pt x="1320" y="295"/>
                    <a:pt x="1023" y="0"/>
                    <a:pt x="65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6" name="Google Shape;6206;p108"/>
            <p:cNvSpPr/>
            <p:nvPr/>
          </p:nvSpPr>
          <p:spPr>
            <a:xfrm>
              <a:off x="5212439" y="2267618"/>
              <a:ext cx="30843" cy="98558"/>
            </a:xfrm>
            <a:custGeom>
              <a:avLst/>
              <a:gdLst/>
              <a:ahLst/>
              <a:cxnLst/>
              <a:rect l="l" t="t" r="r" b="b"/>
              <a:pathLst>
                <a:path w="1330" h="4250" extrusionOk="0">
                  <a:moveTo>
                    <a:pt x="661" y="0"/>
                  </a:moveTo>
                  <a:cubicBezTo>
                    <a:pt x="631" y="0"/>
                    <a:pt x="601" y="2"/>
                    <a:pt x="571" y="6"/>
                  </a:cubicBezTo>
                  <a:cubicBezTo>
                    <a:pt x="241" y="60"/>
                    <a:pt x="0" y="345"/>
                    <a:pt x="0" y="675"/>
                  </a:cubicBezTo>
                  <a:lnTo>
                    <a:pt x="0" y="3575"/>
                  </a:lnTo>
                  <a:cubicBezTo>
                    <a:pt x="0" y="3905"/>
                    <a:pt x="241" y="4199"/>
                    <a:pt x="571" y="4244"/>
                  </a:cubicBezTo>
                  <a:cubicBezTo>
                    <a:pt x="601" y="4248"/>
                    <a:pt x="631" y="4250"/>
                    <a:pt x="661" y="4250"/>
                  </a:cubicBezTo>
                  <a:cubicBezTo>
                    <a:pt x="1024" y="4250"/>
                    <a:pt x="1329" y="3955"/>
                    <a:pt x="1329" y="3584"/>
                  </a:cubicBezTo>
                  <a:lnTo>
                    <a:pt x="1329" y="667"/>
                  </a:lnTo>
                  <a:cubicBezTo>
                    <a:pt x="1329" y="295"/>
                    <a:pt x="1024" y="0"/>
                    <a:pt x="66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7" name="Google Shape;6207;p108"/>
            <p:cNvSpPr/>
            <p:nvPr/>
          </p:nvSpPr>
          <p:spPr>
            <a:xfrm>
              <a:off x="5109402" y="2262238"/>
              <a:ext cx="41812" cy="109364"/>
            </a:xfrm>
            <a:custGeom>
              <a:avLst/>
              <a:gdLst/>
              <a:ahLst/>
              <a:cxnLst/>
              <a:rect l="l" t="t" r="r" b="b"/>
              <a:pathLst>
                <a:path w="1803" h="4716" extrusionOk="0">
                  <a:moveTo>
                    <a:pt x="896" y="471"/>
                  </a:moveTo>
                  <a:cubicBezTo>
                    <a:pt x="924" y="471"/>
                    <a:pt x="953" y="473"/>
                    <a:pt x="982" y="479"/>
                  </a:cubicBezTo>
                  <a:cubicBezTo>
                    <a:pt x="1187" y="515"/>
                    <a:pt x="1330" y="693"/>
                    <a:pt x="1330" y="907"/>
                  </a:cubicBezTo>
                  <a:lnTo>
                    <a:pt x="1330" y="3816"/>
                  </a:lnTo>
                  <a:cubicBezTo>
                    <a:pt x="1330" y="4021"/>
                    <a:pt x="1187" y="4199"/>
                    <a:pt x="982" y="4235"/>
                  </a:cubicBezTo>
                  <a:cubicBezTo>
                    <a:pt x="953" y="4241"/>
                    <a:pt x="924" y="4244"/>
                    <a:pt x="896" y="4244"/>
                  </a:cubicBezTo>
                  <a:cubicBezTo>
                    <a:pt x="665" y="4244"/>
                    <a:pt x="473" y="4055"/>
                    <a:pt x="473" y="3825"/>
                  </a:cubicBezTo>
                  <a:lnTo>
                    <a:pt x="473" y="899"/>
                  </a:lnTo>
                  <a:cubicBezTo>
                    <a:pt x="473" y="660"/>
                    <a:pt x="665" y="471"/>
                    <a:pt x="896" y="471"/>
                  </a:cubicBezTo>
                  <a:close/>
                  <a:moveTo>
                    <a:pt x="908" y="0"/>
                  </a:moveTo>
                  <a:cubicBezTo>
                    <a:pt x="405" y="0"/>
                    <a:pt x="0" y="399"/>
                    <a:pt x="0" y="899"/>
                  </a:cubicBezTo>
                  <a:lnTo>
                    <a:pt x="0" y="3816"/>
                  </a:lnTo>
                  <a:cubicBezTo>
                    <a:pt x="0" y="4312"/>
                    <a:pt x="399" y="4716"/>
                    <a:pt x="897" y="4716"/>
                  </a:cubicBezTo>
                  <a:cubicBezTo>
                    <a:pt x="936" y="4716"/>
                    <a:pt x="977" y="4713"/>
                    <a:pt x="1017" y="4708"/>
                  </a:cubicBezTo>
                  <a:cubicBezTo>
                    <a:pt x="1463" y="4654"/>
                    <a:pt x="1802" y="4262"/>
                    <a:pt x="1802" y="3798"/>
                  </a:cubicBezTo>
                  <a:lnTo>
                    <a:pt x="1802" y="916"/>
                  </a:lnTo>
                  <a:cubicBezTo>
                    <a:pt x="1802" y="461"/>
                    <a:pt x="1463" y="60"/>
                    <a:pt x="1017" y="6"/>
                  </a:cubicBezTo>
                  <a:cubicBezTo>
                    <a:pt x="981" y="2"/>
                    <a:pt x="944" y="0"/>
                    <a:pt x="90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8" name="Google Shape;6208;p108"/>
            <p:cNvSpPr/>
            <p:nvPr/>
          </p:nvSpPr>
          <p:spPr>
            <a:xfrm>
              <a:off x="5207453" y="2262238"/>
              <a:ext cx="41626" cy="109364"/>
            </a:xfrm>
            <a:custGeom>
              <a:avLst/>
              <a:gdLst/>
              <a:ahLst/>
              <a:cxnLst/>
              <a:rect l="l" t="t" r="r" b="b"/>
              <a:pathLst>
                <a:path w="1795" h="4716" extrusionOk="0">
                  <a:moveTo>
                    <a:pt x="902" y="0"/>
                  </a:moveTo>
                  <a:cubicBezTo>
                    <a:pt x="405" y="0"/>
                    <a:pt x="1" y="399"/>
                    <a:pt x="1" y="899"/>
                  </a:cubicBezTo>
                  <a:lnTo>
                    <a:pt x="1" y="3798"/>
                  </a:lnTo>
                  <a:cubicBezTo>
                    <a:pt x="1" y="4262"/>
                    <a:pt x="331" y="4654"/>
                    <a:pt x="786" y="4708"/>
                  </a:cubicBezTo>
                  <a:cubicBezTo>
                    <a:pt x="826" y="4713"/>
                    <a:pt x="866" y="4716"/>
                    <a:pt x="905" y="4716"/>
                  </a:cubicBezTo>
                  <a:cubicBezTo>
                    <a:pt x="1396" y="4716"/>
                    <a:pt x="1794" y="4312"/>
                    <a:pt x="1794" y="3816"/>
                  </a:cubicBezTo>
                  <a:lnTo>
                    <a:pt x="1794" y="3521"/>
                  </a:lnTo>
                  <a:cubicBezTo>
                    <a:pt x="1794" y="3370"/>
                    <a:pt x="1676" y="3294"/>
                    <a:pt x="1558" y="3294"/>
                  </a:cubicBezTo>
                  <a:cubicBezTo>
                    <a:pt x="1439" y="3294"/>
                    <a:pt x="1321" y="3370"/>
                    <a:pt x="1321" y="3521"/>
                  </a:cubicBezTo>
                  <a:lnTo>
                    <a:pt x="1321" y="3816"/>
                  </a:lnTo>
                  <a:cubicBezTo>
                    <a:pt x="1321" y="4021"/>
                    <a:pt x="1179" y="4199"/>
                    <a:pt x="973" y="4235"/>
                  </a:cubicBezTo>
                  <a:cubicBezTo>
                    <a:pt x="944" y="4241"/>
                    <a:pt x="916" y="4244"/>
                    <a:pt x="888" y="4244"/>
                  </a:cubicBezTo>
                  <a:cubicBezTo>
                    <a:pt x="658" y="4244"/>
                    <a:pt x="474" y="4055"/>
                    <a:pt x="474" y="3825"/>
                  </a:cubicBezTo>
                  <a:lnTo>
                    <a:pt x="474" y="907"/>
                  </a:lnTo>
                  <a:cubicBezTo>
                    <a:pt x="474" y="693"/>
                    <a:pt x="617" y="515"/>
                    <a:pt x="813" y="479"/>
                  </a:cubicBezTo>
                  <a:cubicBezTo>
                    <a:pt x="843" y="473"/>
                    <a:pt x="872" y="471"/>
                    <a:pt x="900" y="471"/>
                  </a:cubicBezTo>
                  <a:cubicBezTo>
                    <a:pt x="1137" y="471"/>
                    <a:pt x="1321" y="660"/>
                    <a:pt x="1321" y="899"/>
                  </a:cubicBezTo>
                  <a:lnTo>
                    <a:pt x="1321" y="2263"/>
                  </a:lnTo>
                  <a:cubicBezTo>
                    <a:pt x="1321" y="2397"/>
                    <a:pt x="1428" y="2495"/>
                    <a:pt x="1553" y="2495"/>
                  </a:cubicBezTo>
                  <a:cubicBezTo>
                    <a:pt x="1687" y="2495"/>
                    <a:pt x="1794" y="2397"/>
                    <a:pt x="1794" y="2263"/>
                  </a:cubicBezTo>
                  <a:lnTo>
                    <a:pt x="1794" y="916"/>
                  </a:lnTo>
                  <a:cubicBezTo>
                    <a:pt x="1794" y="461"/>
                    <a:pt x="1464" y="60"/>
                    <a:pt x="1009" y="6"/>
                  </a:cubicBezTo>
                  <a:cubicBezTo>
                    <a:pt x="973" y="2"/>
                    <a:pt x="937" y="0"/>
                    <a:pt x="90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9" name="Google Shape;6209;p108"/>
            <p:cNvSpPr/>
            <p:nvPr/>
          </p:nvSpPr>
          <p:spPr>
            <a:xfrm>
              <a:off x="5220162" y="2079795"/>
              <a:ext cx="19155" cy="19596"/>
            </a:xfrm>
            <a:custGeom>
              <a:avLst/>
              <a:gdLst/>
              <a:ahLst/>
              <a:cxnLst/>
              <a:rect l="l" t="t" r="r" b="b"/>
              <a:pathLst>
                <a:path w="826" h="845" extrusionOk="0">
                  <a:moveTo>
                    <a:pt x="321" y="0"/>
                  </a:moveTo>
                  <a:cubicBezTo>
                    <a:pt x="162" y="0"/>
                    <a:pt x="1" y="162"/>
                    <a:pt x="104" y="344"/>
                  </a:cubicBezTo>
                  <a:lnTo>
                    <a:pt x="309" y="728"/>
                  </a:lnTo>
                  <a:cubicBezTo>
                    <a:pt x="355" y="810"/>
                    <a:pt x="428" y="845"/>
                    <a:pt x="503" y="845"/>
                  </a:cubicBezTo>
                  <a:cubicBezTo>
                    <a:pt x="662" y="845"/>
                    <a:pt x="826" y="687"/>
                    <a:pt x="729" y="505"/>
                  </a:cubicBezTo>
                  <a:lnTo>
                    <a:pt x="515" y="121"/>
                  </a:lnTo>
                  <a:cubicBezTo>
                    <a:pt x="469" y="36"/>
                    <a:pt x="395" y="0"/>
                    <a:pt x="32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0" name="Google Shape;6210;p108"/>
            <p:cNvSpPr/>
            <p:nvPr/>
          </p:nvSpPr>
          <p:spPr>
            <a:xfrm>
              <a:off x="5250704" y="2072861"/>
              <a:ext cx="11294" cy="20917"/>
            </a:xfrm>
            <a:custGeom>
              <a:avLst/>
              <a:gdLst/>
              <a:ahLst/>
              <a:cxnLst/>
              <a:rect l="l" t="t" r="r" b="b"/>
              <a:pathLst>
                <a:path w="487" h="902" extrusionOk="0">
                  <a:moveTo>
                    <a:pt x="247" y="1"/>
                  </a:moveTo>
                  <a:cubicBezTo>
                    <a:pt x="131" y="1"/>
                    <a:pt x="14" y="74"/>
                    <a:pt x="9" y="224"/>
                  </a:cubicBezTo>
                  <a:lnTo>
                    <a:pt x="0" y="661"/>
                  </a:lnTo>
                  <a:cubicBezTo>
                    <a:pt x="0" y="786"/>
                    <a:pt x="99" y="902"/>
                    <a:pt x="232" y="902"/>
                  </a:cubicBezTo>
                  <a:cubicBezTo>
                    <a:pt x="348" y="902"/>
                    <a:pt x="473" y="786"/>
                    <a:pt x="473" y="670"/>
                  </a:cubicBezTo>
                  <a:lnTo>
                    <a:pt x="482" y="233"/>
                  </a:lnTo>
                  <a:cubicBezTo>
                    <a:pt x="487" y="79"/>
                    <a:pt x="367" y="1"/>
                    <a:pt x="2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1" name="Google Shape;6211;p108"/>
            <p:cNvSpPr/>
            <p:nvPr/>
          </p:nvSpPr>
          <p:spPr>
            <a:xfrm>
              <a:off x="5273663" y="2081302"/>
              <a:ext cx="18784" cy="19503"/>
            </a:xfrm>
            <a:custGeom>
              <a:avLst/>
              <a:gdLst/>
              <a:ahLst/>
              <a:cxnLst/>
              <a:rect l="l" t="t" r="r" b="b"/>
              <a:pathLst>
                <a:path w="810" h="841" extrusionOk="0">
                  <a:moveTo>
                    <a:pt x="482" y="1"/>
                  </a:moveTo>
                  <a:cubicBezTo>
                    <a:pt x="412" y="1"/>
                    <a:pt x="343" y="33"/>
                    <a:pt x="295" y="110"/>
                  </a:cubicBezTo>
                  <a:lnTo>
                    <a:pt x="72" y="484"/>
                  </a:lnTo>
                  <a:cubicBezTo>
                    <a:pt x="1" y="591"/>
                    <a:pt x="36" y="743"/>
                    <a:pt x="143" y="805"/>
                  </a:cubicBezTo>
                  <a:cubicBezTo>
                    <a:pt x="180" y="830"/>
                    <a:pt x="222" y="840"/>
                    <a:pt x="265" y="840"/>
                  </a:cubicBezTo>
                  <a:cubicBezTo>
                    <a:pt x="348" y="840"/>
                    <a:pt x="432" y="799"/>
                    <a:pt x="473" y="734"/>
                  </a:cubicBezTo>
                  <a:lnTo>
                    <a:pt x="697" y="359"/>
                  </a:lnTo>
                  <a:cubicBezTo>
                    <a:pt x="809" y="178"/>
                    <a:pt x="645" y="1"/>
                    <a:pt x="48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2" name="Google Shape;6212;p108"/>
            <p:cNvSpPr/>
            <p:nvPr/>
          </p:nvSpPr>
          <p:spPr>
            <a:xfrm>
              <a:off x="5272712" y="2170889"/>
              <a:ext cx="19735" cy="19456"/>
            </a:xfrm>
            <a:custGeom>
              <a:avLst/>
              <a:gdLst/>
              <a:ahLst/>
              <a:cxnLst/>
              <a:rect l="l" t="t" r="r" b="b"/>
              <a:pathLst>
                <a:path w="851" h="839" extrusionOk="0">
                  <a:moveTo>
                    <a:pt x="328" y="0"/>
                  </a:moveTo>
                  <a:cubicBezTo>
                    <a:pt x="165" y="0"/>
                    <a:pt x="0" y="178"/>
                    <a:pt x="113" y="359"/>
                  </a:cubicBezTo>
                  <a:lnTo>
                    <a:pt x="336" y="734"/>
                  </a:lnTo>
                  <a:cubicBezTo>
                    <a:pt x="384" y="808"/>
                    <a:pt x="453" y="839"/>
                    <a:pt x="522" y="839"/>
                  </a:cubicBezTo>
                  <a:cubicBezTo>
                    <a:pt x="686" y="839"/>
                    <a:pt x="850" y="666"/>
                    <a:pt x="738" y="484"/>
                  </a:cubicBezTo>
                  <a:lnTo>
                    <a:pt x="514" y="109"/>
                  </a:lnTo>
                  <a:cubicBezTo>
                    <a:pt x="467" y="32"/>
                    <a:pt x="397" y="0"/>
                    <a:pt x="3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3" name="Google Shape;6213;p108"/>
            <p:cNvSpPr/>
            <p:nvPr/>
          </p:nvSpPr>
          <p:spPr>
            <a:xfrm>
              <a:off x="5289387" y="2103009"/>
              <a:ext cx="24373" cy="15816"/>
            </a:xfrm>
            <a:custGeom>
              <a:avLst/>
              <a:gdLst/>
              <a:ahLst/>
              <a:cxnLst/>
              <a:rect l="l" t="t" r="r" b="b"/>
              <a:pathLst>
                <a:path w="1051" h="682" extrusionOk="0">
                  <a:moveTo>
                    <a:pt x="710" y="0"/>
                  </a:moveTo>
                  <a:cubicBezTo>
                    <a:pt x="675" y="0"/>
                    <a:pt x="637" y="9"/>
                    <a:pt x="598" y="30"/>
                  </a:cubicBezTo>
                  <a:lnTo>
                    <a:pt x="215" y="235"/>
                  </a:lnTo>
                  <a:cubicBezTo>
                    <a:pt x="1" y="351"/>
                    <a:pt x="99" y="681"/>
                    <a:pt x="331" y="681"/>
                  </a:cubicBezTo>
                  <a:cubicBezTo>
                    <a:pt x="366" y="681"/>
                    <a:pt x="402" y="672"/>
                    <a:pt x="438" y="654"/>
                  </a:cubicBezTo>
                  <a:lnTo>
                    <a:pt x="821" y="449"/>
                  </a:lnTo>
                  <a:cubicBezTo>
                    <a:pt x="1050" y="320"/>
                    <a:pt x="920" y="0"/>
                    <a:pt x="71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4" name="Google Shape;6214;p108"/>
            <p:cNvSpPr/>
            <p:nvPr/>
          </p:nvSpPr>
          <p:spPr>
            <a:xfrm>
              <a:off x="5297040" y="2131835"/>
              <a:ext cx="22726" cy="11409"/>
            </a:xfrm>
            <a:custGeom>
              <a:avLst/>
              <a:gdLst/>
              <a:ahLst/>
              <a:cxnLst/>
              <a:rect l="l" t="t" r="r" b="b"/>
              <a:pathLst>
                <a:path w="980" h="492" extrusionOk="0">
                  <a:moveTo>
                    <a:pt x="251" y="0"/>
                  </a:moveTo>
                  <a:cubicBezTo>
                    <a:pt x="126" y="0"/>
                    <a:pt x="10" y="98"/>
                    <a:pt x="10" y="232"/>
                  </a:cubicBezTo>
                  <a:cubicBezTo>
                    <a:pt x="1" y="366"/>
                    <a:pt x="108" y="473"/>
                    <a:pt x="242" y="473"/>
                  </a:cubicBezTo>
                  <a:lnTo>
                    <a:pt x="679" y="491"/>
                  </a:lnTo>
                  <a:cubicBezTo>
                    <a:pt x="682" y="491"/>
                    <a:pt x="684" y="491"/>
                    <a:pt x="687" y="491"/>
                  </a:cubicBezTo>
                  <a:cubicBezTo>
                    <a:pt x="973" y="491"/>
                    <a:pt x="979" y="27"/>
                    <a:pt x="688" y="18"/>
                  </a:cubicBezTo>
                  <a:lnTo>
                    <a:pt x="25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5" name="Google Shape;6215;p108"/>
            <p:cNvSpPr/>
            <p:nvPr/>
          </p:nvSpPr>
          <p:spPr>
            <a:xfrm>
              <a:off x="5287671" y="2155583"/>
              <a:ext cx="24605" cy="16349"/>
            </a:xfrm>
            <a:custGeom>
              <a:avLst/>
              <a:gdLst/>
              <a:ahLst/>
              <a:cxnLst/>
              <a:rect l="l" t="t" r="r" b="b"/>
              <a:pathLst>
                <a:path w="1061" h="705" extrusionOk="0">
                  <a:moveTo>
                    <a:pt x="345" y="1"/>
                  </a:moveTo>
                  <a:cubicBezTo>
                    <a:pt x="141" y="1"/>
                    <a:pt x="0" y="305"/>
                    <a:pt x="217" y="439"/>
                  </a:cubicBezTo>
                  <a:lnTo>
                    <a:pt x="592" y="671"/>
                  </a:lnTo>
                  <a:cubicBezTo>
                    <a:pt x="631" y="695"/>
                    <a:pt x="669" y="705"/>
                    <a:pt x="706" y="705"/>
                  </a:cubicBezTo>
                  <a:cubicBezTo>
                    <a:pt x="909" y="705"/>
                    <a:pt x="1061" y="397"/>
                    <a:pt x="842" y="261"/>
                  </a:cubicBezTo>
                  <a:lnTo>
                    <a:pt x="467" y="38"/>
                  </a:lnTo>
                  <a:cubicBezTo>
                    <a:pt x="425" y="12"/>
                    <a:pt x="384" y="1"/>
                    <a:pt x="3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6" name="Google Shape;6216;p108"/>
            <p:cNvSpPr/>
            <p:nvPr/>
          </p:nvSpPr>
          <p:spPr>
            <a:xfrm>
              <a:off x="5006155" y="2100597"/>
              <a:ext cx="346551" cy="346319"/>
            </a:xfrm>
            <a:custGeom>
              <a:avLst/>
              <a:gdLst/>
              <a:ahLst/>
              <a:cxnLst/>
              <a:rect l="l" t="t" r="r" b="b"/>
              <a:pathLst>
                <a:path w="14944" h="14934" extrusionOk="0">
                  <a:moveTo>
                    <a:pt x="10777" y="473"/>
                  </a:moveTo>
                  <a:cubicBezTo>
                    <a:pt x="11348" y="473"/>
                    <a:pt x="11812" y="937"/>
                    <a:pt x="11812" y="1508"/>
                  </a:cubicBezTo>
                  <a:cubicBezTo>
                    <a:pt x="11812" y="2079"/>
                    <a:pt x="11348" y="2543"/>
                    <a:pt x="10777" y="2543"/>
                  </a:cubicBezTo>
                  <a:cubicBezTo>
                    <a:pt x="10206" y="2543"/>
                    <a:pt x="9743" y="2079"/>
                    <a:pt x="9743" y="1508"/>
                  </a:cubicBezTo>
                  <a:cubicBezTo>
                    <a:pt x="9743" y="937"/>
                    <a:pt x="10206" y="473"/>
                    <a:pt x="10777" y="473"/>
                  </a:cubicBezTo>
                  <a:close/>
                  <a:moveTo>
                    <a:pt x="9341" y="1276"/>
                  </a:moveTo>
                  <a:cubicBezTo>
                    <a:pt x="9305" y="1463"/>
                    <a:pt x="9314" y="1660"/>
                    <a:pt x="9359" y="1847"/>
                  </a:cubicBezTo>
                  <a:lnTo>
                    <a:pt x="8003" y="1847"/>
                  </a:lnTo>
                  <a:cubicBezTo>
                    <a:pt x="7869" y="1847"/>
                    <a:pt x="7762" y="1954"/>
                    <a:pt x="7762" y="2079"/>
                  </a:cubicBezTo>
                  <a:lnTo>
                    <a:pt x="7762" y="3470"/>
                  </a:lnTo>
                  <a:cubicBezTo>
                    <a:pt x="7664" y="3466"/>
                    <a:pt x="7564" y="3464"/>
                    <a:pt x="7463" y="3464"/>
                  </a:cubicBezTo>
                  <a:cubicBezTo>
                    <a:pt x="7363" y="3464"/>
                    <a:pt x="7263" y="3466"/>
                    <a:pt x="7164" y="3470"/>
                  </a:cubicBezTo>
                  <a:lnTo>
                    <a:pt x="7164" y="1606"/>
                  </a:lnTo>
                  <a:cubicBezTo>
                    <a:pt x="7164" y="1445"/>
                    <a:pt x="7271" y="1276"/>
                    <a:pt x="7468" y="1276"/>
                  </a:cubicBezTo>
                  <a:close/>
                  <a:moveTo>
                    <a:pt x="1937" y="4434"/>
                  </a:moveTo>
                  <a:cubicBezTo>
                    <a:pt x="2338" y="4434"/>
                    <a:pt x="2722" y="4603"/>
                    <a:pt x="2998" y="4889"/>
                  </a:cubicBezTo>
                  <a:cubicBezTo>
                    <a:pt x="2490" y="5255"/>
                    <a:pt x="2044" y="5683"/>
                    <a:pt x="1687" y="6165"/>
                  </a:cubicBezTo>
                  <a:cubicBezTo>
                    <a:pt x="1455" y="6468"/>
                    <a:pt x="1268" y="6780"/>
                    <a:pt x="1107" y="7110"/>
                  </a:cubicBezTo>
                  <a:cubicBezTo>
                    <a:pt x="714" y="6843"/>
                    <a:pt x="474" y="6388"/>
                    <a:pt x="474" y="5906"/>
                  </a:cubicBezTo>
                  <a:cubicBezTo>
                    <a:pt x="474" y="5094"/>
                    <a:pt x="1134" y="4434"/>
                    <a:pt x="1937" y="4434"/>
                  </a:cubicBezTo>
                  <a:close/>
                  <a:moveTo>
                    <a:pt x="12999" y="4434"/>
                  </a:moveTo>
                  <a:cubicBezTo>
                    <a:pt x="13811" y="4434"/>
                    <a:pt x="14471" y="5094"/>
                    <a:pt x="14471" y="5906"/>
                  </a:cubicBezTo>
                  <a:cubicBezTo>
                    <a:pt x="14471" y="6388"/>
                    <a:pt x="14221" y="6843"/>
                    <a:pt x="13837" y="7110"/>
                  </a:cubicBezTo>
                  <a:cubicBezTo>
                    <a:pt x="13489" y="6388"/>
                    <a:pt x="12972" y="5727"/>
                    <a:pt x="12294" y="5157"/>
                  </a:cubicBezTo>
                  <a:cubicBezTo>
                    <a:pt x="12178" y="5067"/>
                    <a:pt x="12062" y="4978"/>
                    <a:pt x="11946" y="4889"/>
                  </a:cubicBezTo>
                  <a:cubicBezTo>
                    <a:pt x="12223" y="4603"/>
                    <a:pt x="12597" y="4434"/>
                    <a:pt x="12999" y="4434"/>
                  </a:cubicBezTo>
                  <a:close/>
                  <a:moveTo>
                    <a:pt x="10777" y="0"/>
                  </a:moveTo>
                  <a:cubicBezTo>
                    <a:pt x="10215" y="0"/>
                    <a:pt x="9716" y="321"/>
                    <a:pt x="9457" y="803"/>
                  </a:cubicBezTo>
                  <a:lnTo>
                    <a:pt x="7459" y="803"/>
                  </a:lnTo>
                  <a:cubicBezTo>
                    <a:pt x="7448" y="803"/>
                    <a:pt x="7438" y="802"/>
                    <a:pt x="7427" y="802"/>
                  </a:cubicBezTo>
                  <a:cubicBezTo>
                    <a:pt x="7014" y="802"/>
                    <a:pt x="6692" y="1144"/>
                    <a:pt x="6692" y="1588"/>
                  </a:cubicBezTo>
                  <a:lnTo>
                    <a:pt x="6692" y="3533"/>
                  </a:lnTo>
                  <a:cubicBezTo>
                    <a:pt x="6335" y="3569"/>
                    <a:pt x="5978" y="3631"/>
                    <a:pt x="5630" y="3711"/>
                  </a:cubicBezTo>
                  <a:cubicBezTo>
                    <a:pt x="5348" y="3769"/>
                    <a:pt x="5421" y="4174"/>
                    <a:pt x="5675" y="4174"/>
                  </a:cubicBezTo>
                  <a:cubicBezTo>
                    <a:pt x="5695" y="4174"/>
                    <a:pt x="5715" y="4171"/>
                    <a:pt x="5737" y="4166"/>
                  </a:cubicBezTo>
                  <a:cubicBezTo>
                    <a:pt x="6299" y="4041"/>
                    <a:pt x="6879" y="3970"/>
                    <a:pt x="7468" y="3970"/>
                  </a:cubicBezTo>
                  <a:cubicBezTo>
                    <a:pt x="10983" y="3970"/>
                    <a:pt x="13837" y="6325"/>
                    <a:pt x="13837" y="9216"/>
                  </a:cubicBezTo>
                  <a:cubicBezTo>
                    <a:pt x="13837" y="12115"/>
                    <a:pt x="10983" y="14461"/>
                    <a:pt x="7468" y="14461"/>
                  </a:cubicBezTo>
                  <a:cubicBezTo>
                    <a:pt x="3962" y="14461"/>
                    <a:pt x="1098" y="12115"/>
                    <a:pt x="1098" y="9216"/>
                  </a:cubicBezTo>
                  <a:cubicBezTo>
                    <a:pt x="1098" y="8234"/>
                    <a:pt x="1437" y="7280"/>
                    <a:pt x="2062" y="6450"/>
                  </a:cubicBezTo>
                  <a:cubicBezTo>
                    <a:pt x="2677" y="5638"/>
                    <a:pt x="3551" y="4978"/>
                    <a:pt x="4586" y="4541"/>
                  </a:cubicBezTo>
                  <a:cubicBezTo>
                    <a:pt x="4831" y="4438"/>
                    <a:pt x="4719" y="4084"/>
                    <a:pt x="4493" y="4084"/>
                  </a:cubicBezTo>
                  <a:cubicBezTo>
                    <a:pt x="4463" y="4084"/>
                    <a:pt x="4432" y="4090"/>
                    <a:pt x="4399" y="4104"/>
                  </a:cubicBezTo>
                  <a:cubicBezTo>
                    <a:pt x="4051" y="4256"/>
                    <a:pt x="3712" y="4425"/>
                    <a:pt x="3391" y="4621"/>
                  </a:cubicBezTo>
                  <a:cubicBezTo>
                    <a:pt x="3025" y="4211"/>
                    <a:pt x="2499" y="3961"/>
                    <a:pt x="1937" y="3961"/>
                  </a:cubicBezTo>
                  <a:cubicBezTo>
                    <a:pt x="866" y="3961"/>
                    <a:pt x="1" y="4835"/>
                    <a:pt x="1" y="5906"/>
                  </a:cubicBezTo>
                  <a:cubicBezTo>
                    <a:pt x="1" y="6575"/>
                    <a:pt x="358" y="7208"/>
                    <a:pt x="920" y="7556"/>
                  </a:cubicBezTo>
                  <a:cubicBezTo>
                    <a:pt x="732" y="8092"/>
                    <a:pt x="625" y="8654"/>
                    <a:pt x="625" y="9216"/>
                  </a:cubicBezTo>
                  <a:cubicBezTo>
                    <a:pt x="625" y="10750"/>
                    <a:pt x="1348" y="12195"/>
                    <a:pt x="2650" y="13275"/>
                  </a:cubicBezTo>
                  <a:cubicBezTo>
                    <a:pt x="3935" y="14345"/>
                    <a:pt x="5648" y="14934"/>
                    <a:pt x="7468" y="14934"/>
                  </a:cubicBezTo>
                  <a:cubicBezTo>
                    <a:pt x="9288" y="14934"/>
                    <a:pt x="11000" y="14345"/>
                    <a:pt x="12294" y="13275"/>
                  </a:cubicBezTo>
                  <a:cubicBezTo>
                    <a:pt x="13596" y="12195"/>
                    <a:pt x="14310" y="10750"/>
                    <a:pt x="14310" y="9216"/>
                  </a:cubicBezTo>
                  <a:cubicBezTo>
                    <a:pt x="14310" y="8645"/>
                    <a:pt x="14212" y="8083"/>
                    <a:pt x="14016" y="7556"/>
                  </a:cubicBezTo>
                  <a:cubicBezTo>
                    <a:pt x="14587" y="7199"/>
                    <a:pt x="14944" y="6575"/>
                    <a:pt x="14944" y="5906"/>
                  </a:cubicBezTo>
                  <a:cubicBezTo>
                    <a:pt x="14944" y="4835"/>
                    <a:pt x="14069" y="3961"/>
                    <a:pt x="12999" y="3961"/>
                  </a:cubicBezTo>
                  <a:cubicBezTo>
                    <a:pt x="12437" y="3961"/>
                    <a:pt x="11919" y="4202"/>
                    <a:pt x="11545" y="4621"/>
                  </a:cubicBezTo>
                  <a:cubicBezTo>
                    <a:pt x="10572" y="4015"/>
                    <a:pt x="9430" y="3640"/>
                    <a:pt x="8235" y="3533"/>
                  </a:cubicBezTo>
                  <a:lnTo>
                    <a:pt x="8235" y="2320"/>
                  </a:lnTo>
                  <a:lnTo>
                    <a:pt x="9502" y="2320"/>
                  </a:lnTo>
                  <a:cubicBezTo>
                    <a:pt x="9769" y="2730"/>
                    <a:pt x="10242" y="3016"/>
                    <a:pt x="10777" y="3016"/>
                  </a:cubicBezTo>
                  <a:cubicBezTo>
                    <a:pt x="11607" y="3016"/>
                    <a:pt x="12285" y="2338"/>
                    <a:pt x="12285" y="1508"/>
                  </a:cubicBezTo>
                  <a:cubicBezTo>
                    <a:pt x="12285" y="678"/>
                    <a:pt x="11607" y="0"/>
                    <a:pt x="1077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217" name="Google Shape;6217;p108"/>
          <p:cNvSpPr/>
          <p:nvPr/>
        </p:nvSpPr>
        <p:spPr>
          <a:xfrm flipH="1">
            <a:off x="5088625" y="1895976"/>
            <a:ext cx="324674" cy="345598"/>
          </a:xfrm>
          <a:custGeom>
            <a:avLst/>
            <a:gdLst/>
            <a:ahLst/>
            <a:cxnLst/>
            <a:rect l="l" t="t" r="r" b="b"/>
            <a:pathLst>
              <a:path w="32027" h="34091" extrusionOk="0">
                <a:moveTo>
                  <a:pt x="22230" y="1396"/>
                </a:moveTo>
                <a:cubicBezTo>
                  <a:pt x="20029" y="585"/>
                  <a:pt x="17654" y="63"/>
                  <a:pt x="15279" y="5"/>
                </a:cubicBezTo>
                <a:cubicBezTo>
                  <a:pt x="12904" y="-53"/>
                  <a:pt x="9950" y="411"/>
                  <a:pt x="7981" y="1048"/>
                </a:cubicBezTo>
                <a:cubicBezTo>
                  <a:pt x="6012" y="1685"/>
                  <a:pt x="4679" y="2206"/>
                  <a:pt x="3463" y="3828"/>
                </a:cubicBezTo>
                <a:cubicBezTo>
                  <a:pt x="2247" y="5450"/>
                  <a:pt x="1204" y="8115"/>
                  <a:pt x="683" y="10779"/>
                </a:cubicBezTo>
                <a:cubicBezTo>
                  <a:pt x="162" y="13444"/>
                  <a:pt x="-360" y="16629"/>
                  <a:pt x="335" y="19815"/>
                </a:cubicBezTo>
                <a:cubicBezTo>
                  <a:pt x="1030" y="23001"/>
                  <a:pt x="2189" y="27518"/>
                  <a:pt x="4853" y="29893"/>
                </a:cubicBezTo>
                <a:cubicBezTo>
                  <a:pt x="7518" y="32268"/>
                  <a:pt x="12499" y="34354"/>
                  <a:pt x="16322" y="34064"/>
                </a:cubicBezTo>
                <a:cubicBezTo>
                  <a:pt x="20145" y="33775"/>
                  <a:pt x="25185" y="30994"/>
                  <a:pt x="27791" y="28156"/>
                </a:cubicBezTo>
                <a:cubicBezTo>
                  <a:pt x="30398" y="25318"/>
                  <a:pt x="31556" y="20221"/>
                  <a:pt x="31961" y="17035"/>
                </a:cubicBezTo>
                <a:cubicBezTo>
                  <a:pt x="32366" y="13849"/>
                  <a:pt x="30802" y="11068"/>
                  <a:pt x="30223" y="9041"/>
                </a:cubicBezTo>
                <a:cubicBezTo>
                  <a:pt x="29644" y="7014"/>
                  <a:pt x="29818" y="6145"/>
                  <a:pt x="28486" y="4871"/>
                </a:cubicBezTo>
                <a:cubicBezTo>
                  <a:pt x="27154" y="3597"/>
                  <a:pt x="24431" y="2207"/>
                  <a:pt x="22230" y="1396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/>
          <a:lstStyle/>
          <a:p>
            <a:endParaRPr lang="fr-FR"/>
          </a:p>
        </p:txBody>
      </p:sp>
      <p:grpSp>
        <p:nvGrpSpPr>
          <p:cNvPr id="6218" name="Google Shape;6218;p108"/>
          <p:cNvGrpSpPr/>
          <p:nvPr/>
        </p:nvGrpSpPr>
        <p:grpSpPr>
          <a:xfrm>
            <a:off x="5131102" y="1949088"/>
            <a:ext cx="239208" cy="239208"/>
            <a:chOff x="5539225" y="1680900"/>
            <a:chExt cx="403250" cy="403250"/>
          </a:xfrm>
        </p:grpSpPr>
        <p:sp>
          <p:nvSpPr>
            <p:cNvPr id="6219" name="Google Shape;6219;p108"/>
            <p:cNvSpPr/>
            <p:nvPr/>
          </p:nvSpPr>
          <p:spPr>
            <a:xfrm>
              <a:off x="5545025" y="1686700"/>
              <a:ext cx="391650" cy="391650"/>
            </a:xfrm>
            <a:custGeom>
              <a:avLst/>
              <a:gdLst/>
              <a:ahLst/>
              <a:cxnLst/>
              <a:rect l="l" t="t" r="r" b="b"/>
              <a:pathLst>
                <a:path w="15666" h="15666" extrusionOk="0">
                  <a:moveTo>
                    <a:pt x="7833" y="1"/>
                  </a:moveTo>
                  <a:cubicBezTo>
                    <a:pt x="3506" y="1"/>
                    <a:pt x="0" y="3507"/>
                    <a:pt x="0" y="7833"/>
                  </a:cubicBezTo>
                  <a:cubicBezTo>
                    <a:pt x="0" y="12160"/>
                    <a:pt x="3506" y="15666"/>
                    <a:pt x="7833" y="15666"/>
                  </a:cubicBezTo>
                  <a:cubicBezTo>
                    <a:pt x="12160" y="15666"/>
                    <a:pt x="15666" y="12160"/>
                    <a:pt x="15666" y="7833"/>
                  </a:cubicBezTo>
                  <a:cubicBezTo>
                    <a:pt x="15666" y="3507"/>
                    <a:pt x="12160" y="1"/>
                    <a:pt x="7833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0" name="Google Shape;6220;p108"/>
            <p:cNvSpPr/>
            <p:nvPr/>
          </p:nvSpPr>
          <p:spPr>
            <a:xfrm>
              <a:off x="5583600" y="1725300"/>
              <a:ext cx="314500" cy="314475"/>
            </a:xfrm>
            <a:custGeom>
              <a:avLst/>
              <a:gdLst/>
              <a:ahLst/>
              <a:cxnLst/>
              <a:rect l="l" t="t" r="r" b="b"/>
              <a:pathLst>
                <a:path w="12580" h="12579" extrusionOk="0">
                  <a:moveTo>
                    <a:pt x="6290" y="0"/>
                  </a:moveTo>
                  <a:cubicBezTo>
                    <a:pt x="2820" y="0"/>
                    <a:pt x="1" y="2819"/>
                    <a:pt x="1" y="6289"/>
                  </a:cubicBezTo>
                  <a:cubicBezTo>
                    <a:pt x="1" y="9769"/>
                    <a:pt x="2820" y="12579"/>
                    <a:pt x="6290" y="12579"/>
                  </a:cubicBezTo>
                  <a:cubicBezTo>
                    <a:pt x="9769" y="12579"/>
                    <a:pt x="12579" y="9769"/>
                    <a:pt x="12579" y="6289"/>
                  </a:cubicBezTo>
                  <a:cubicBezTo>
                    <a:pt x="12579" y="2819"/>
                    <a:pt x="9769" y="0"/>
                    <a:pt x="6290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1" name="Google Shape;6221;p108"/>
            <p:cNvSpPr/>
            <p:nvPr/>
          </p:nvSpPr>
          <p:spPr>
            <a:xfrm>
              <a:off x="5636225" y="1777475"/>
              <a:ext cx="209900" cy="210375"/>
            </a:xfrm>
            <a:custGeom>
              <a:avLst/>
              <a:gdLst/>
              <a:ahLst/>
              <a:cxnLst/>
              <a:rect l="l" t="t" r="r" b="b"/>
              <a:pathLst>
                <a:path w="8396" h="8415" extrusionOk="0">
                  <a:moveTo>
                    <a:pt x="4161" y="0"/>
                  </a:moveTo>
                  <a:cubicBezTo>
                    <a:pt x="2686" y="0"/>
                    <a:pt x="1491" y="1207"/>
                    <a:pt x="1491" y="2686"/>
                  </a:cubicBezTo>
                  <a:lnTo>
                    <a:pt x="1491" y="3292"/>
                  </a:lnTo>
                  <a:lnTo>
                    <a:pt x="964" y="2820"/>
                  </a:lnTo>
                  <a:cubicBezTo>
                    <a:pt x="855" y="2726"/>
                    <a:pt x="719" y="2679"/>
                    <a:pt x="586" y="2679"/>
                  </a:cubicBezTo>
                  <a:cubicBezTo>
                    <a:pt x="427" y="2679"/>
                    <a:pt x="272" y="2746"/>
                    <a:pt x="170" y="2882"/>
                  </a:cubicBezTo>
                  <a:cubicBezTo>
                    <a:pt x="1" y="3105"/>
                    <a:pt x="28" y="3417"/>
                    <a:pt x="233" y="3605"/>
                  </a:cubicBezTo>
                  <a:lnTo>
                    <a:pt x="1491" y="4738"/>
                  </a:lnTo>
                  <a:lnTo>
                    <a:pt x="1491" y="6647"/>
                  </a:lnTo>
                  <a:cubicBezTo>
                    <a:pt x="1491" y="7155"/>
                    <a:pt x="1910" y="7548"/>
                    <a:pt x="2410" y="7548"/>
                  </a:cubicBezTo>
                  <a:cubicBezTo>
                    <a:pt x="2820" y="7548"/>
                    <a:pt x="3213" y="7726"/>
                    <a:pt x="3462" y="8056"/>
                  </a:cubicBezTo>
                  <a:cubicBezTo>
                    <a:pt x="3631" y="8275"/>
                    <a:pt x="3894" y="8415"/>
                    <a:pt x="4171" y="8415"/>
                  </a:cubicBezTo>
                  <a:cubicBezTo>
                    <a:pt x="4188" y="8415"/>
                    <a:pt x="4204" y="8414"/>
                    <a:pt x="4221" y="8413"/>
                  </a:cubicBezTo>
                  <a:cubicBezTo>
                    <a:pt x="4506" y="8413"/>
                    <a:pt x="4765" y="8270"/>
                    <a:pt x="4934" y="8056"/>
                  </a:cubicBezTo>
                  <a:cubicBezTo>
                    <a:pt x="5184" y="7726"/>
                    <a:pt x="5577" y="7548"/>
                    <a:pt x="5987" y="7548"/>
                  </a:cubicBezTo>
                  <a:cubicBezTo>
                    <a:pt x="6487" y="7548"/>
                    <a:pt x="6906" y="7155"/>
                    <a:pt x="6906" y="6647"/>
                  </a:cubicBezTo>
                  <a:lnTo>
                    <a:pt x="6906" y="4738"/>
                  </a:lnTo>
                  <a:lnTo>
                    <a:pt x="8155" y="3605"/>
                  </a:lnTo>
                  <a:cubicBezTo>
                    <a:pt x="8378" y="3408"/>
                    <a:pt x="8396" y="3069"/>
                    <a:pt x="8199" y="2855"/>
                  </a:cubicBezTo>
                  <a:cubicBezTo>
                    <a:pt x="8094" y="2735"/>
                    <a:pt x="7947" y="2675"/>
                    <a:pt x="7800" y="2675"/>
                  </a:cubicBezTo>
                  <a:cubicBezTo>
                    <a:pt x="7672" y="2675"/>
                    <a:pt x="7544" y="2720"/>
                    <a:pt x="7441" y="2811"/>
                  </a:cubicBezTo>
                  <a:lnTo>
                    <a:pt x="6906" y="3292"/>
                  </a:lnTo>
                  <a:lnTo>
                    <a:pt x="6906" y="2686"/>
                  </a:lnTo>
                  <a:cubicBezTo>
                    <a:pt x="6906" y="1207"/>
                    <a:pt x="5710" y="0"/>
                    <a:pt x="4227" y="0"/>
                  </a:cubicBezTo>
                  <a:cubicBezTo>
                    <a:pt x="4216" y="0"/>
                    <a:pt x="4205" y="0"/>
                    <a:pt x="4194" y="1"/>
                  </a:cubicBezTo>
                  <a:cubicBezTo>
                    <a:pt x="4183" y="0"/>
                    <a:pt x="4172" y="0"/>
                    <a:pt x="416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2" name="Google Shape;6222;p108"/>
            <p:cNvSpPr/>
            <p:nvPr/>
          </p:nvSpPr>
          <p:spPr>
            <a:xfrm>
              <a:off x="5539225" y="1680900"/>
              <a:ext cx="403250" cy="403250"/>
            </a:xfrm>
            <a:custGeom>
              <a:avLst/>
              <a:gdLst/>
              <a:ahLst/>
              <a:cxnLst/>
              <a:rect l="l" t="t" r="r" b="b"/>
              <a:pathLst>
                <a:path w="16130" h="16130" extrusionOk="0">
                  <a:moveTo>
                    <a:pt x="8065" y="1"/>
                  </a:moveTo>
                  <a:cubicBezTo>
                    <a:pt x="6566" y="1"/>
                    <a:pt x="5103" y="411"/>
                    <a:pt x="3836" y="1196"/>
                  </a:cubicBezTo>
                  <a:cubicBezTo>
                    <a:pt x="3619" y="1331"/>
                    <a:pt x="3760" y="1635"/>
                    <a:pt x="3964" y="1635"/>
                  </a:cubicBezTo>
                  <a:cubicBezTo>
                    <a:pt x="4003" y="1635"/>
                    <a:pt x="4044" y="1624"/>
                    <a:pt x="4086" y="1598"/>
                  </a:cubicBezTo>
                  <a:cubicBezTo>
                    <a:pt x="5282" y="866"/>
                    <a:pt x="6655" y="474"/>
                    <a:pt x="8065" y="474"/>
                  </a:cubicBezTo>
                  <a:cubicBezTo>
                    <a:pt x="10090" y="474"/>
                    <a:pt x="11999" y="1268"/>
                    <a:pt x="13435" y="2695"/>
                  </a:cubicBezTo>
                  <a:cubicBezTo>
                    <a:pt x="14872" y="4131"/>
                    <a:pt x="15657" y="6040"/>
                    <a:pt x="15657" y="8065"/>
                  </a:cubicBezTo>
                  <a:cubicBezTo>
                    <a:pt x="15657" y="10099"/>
                    <a:pt x="14872" y="12000"/>
                    <a:pt x="13435" y="13436"/>
                  </a:cubicBezTo>
                  <a:cubicBezTo>
                    <a:pt x="11999" y="14872"/>
                    <a:pt x="10090" y="15657"/>
                    <a:pt x="8065" y="15657"/>
                  </a:cubicBezTo>
                  <a:cubicBezTo>
                    <a:pt x="6040" y="15657"/>
                    <a:pt x="4131" y="14872"/>
                    <a:pt x="2694" y="13436"/>
                  </a:cubicBezTo>
                  <a:cubicBezTo>
                    <a:pt x="1258" y="12000"/>
                    <a:pt x="473" y="10099"/>
                    <a:pt x="473" y="8065"/>
                  </a:cubicBezTo>
                  <a:cubicBezTo>
                    <a:pt x="473" y="5853"/>
                    <a:pt x="1437" y="3757"/>
                    <a:pt x="3105" y="2311"/>
                  </a:cubicBezTo>
                  <a:cubicBezTo>
                    <a:pt x="3289" y="2155"/>
                    <a:pt x="3135" y="1897"/>
                    <a:pt x="2948" y="1897"/>
                  </a:cubicBezTo>
                  <a:cubicBezTo>
                    <a:pt x="2899" y="1897"/>
                    <a:pt x="2849" y="1914"/>
                    <a:pt x="2802" y="1954"/>
                  </a:cubicBezTo>
                  <a:cubicBezTo>
                    <a:pt x="1017" y="3489"/>
                    <a:pt x="0" y="5719"/>
                    <a:pt x="0" y="8065"/>
                  </a:cubicBezTo>
                  <a:cubicBezTo>
                    <a:pt x="0" y="10224"/>
                    <a:pt x="839" y="12249"/>
                    <a:pt x="2364" y="13775"/>
                  </a:cubicBezTo>
                  <a:cubicBezTo>
                    <a:pt x="3881" y="15291"/>
                    <a:pt x="5915" y="16130"/>
                    <a:pt x="8065" y="16130"/>
                  </a:cubicBezTo>
                  <a:cubicBezTo>
                    <a:pt x="10224" y="16130"/>
                    <a:pt x="12249" y="15291"/>
                    <a:pt x="13766" y="13775"/>
                  </a:cubicBezTo>
                  <a:cubicBezTo>
                    <a:pt x="15291" y="12249"/>
                    <a:pt x="16130" y="10224"/>
                    <a:pt x="16130" y="8065"/>
                  </a:cubicBezTo>
                  <a:cubicBezTo>
                    <a:pt x="16130" y="5915"/>
                    <a:pt x="15291" y="3890"/>
                    <a:pt x="13766" y="2365"/>
                  </a:cubicBezTo>
                  <a:cubicBezTo>
                    <a:pt x="12249" y="839"/>
                    <a:pt x="10224" y="1"/>
                    <a:pt x="806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3" name="Google Shape;6223;p108"/>
            <p:cNvSpPr/>
            <p:nvPr/>
          </p:nvSpPr>
          <p:spPr>
            <a:xfrm>
              <a:off x="5577575" y="1719275"/>
              <a:ext cx="326550" cy="326525"/>
            </a:xfrm>
            <a:custGeom>
              <a:avLst/>
              <a:gdLst/>
              <a:ahLst/>
              <a:cxnLst/>
              <a:rect l="l" t="t" r="r" b="b"/>
              <a:pathLst>
                <a:path w="13062" h="13061" extrusionOk="0">
                  <a:moveTo>
                    <a:pt x="6531" y="473"/>
                  </a:moveTo>
                  <a:cubicBezTo>
                    <a:pt x="9867" y="473"/>
                    <a:pt x="12588" y="3194"/>
                    <a:pt x="12588" y="6530"/>
                  </a:cubicBezTo>
                  <a:cubicBezTo>
                    <a:pt x="12588" y="9876"/>
                    <a:pt x="9867" y="12588"/>
                    <a:pt x="6531" y="12588"/>
                  </a:cubicBezTo>
                  <a:cubicBezTo>
                    <a:pt x="3194" y="12588"/>
                    <a:pt x="474" y="9876"/>
                    <a:pt x="474" y="6530"/>
                  </a:cubicBezTo>
                  <a:cubicBezTo>
                    <a:pt x="474" y="3194"/>
                    <a:pt x="3194" y="473"/>
                    <a:pt x="6531" y="473"/>
                  </a:cubicBezTo>
                  <a:close/>
                  <a:moveTo>
                    <a:pt x="6531" y="0"/>
                  </a:moveTo>
                  <a:cubicBezTo>
                    <a:pt x="2936" y="0"/>
                    <a:pt x="1" y="2935"/>
                    <a:pt x="1" y="6530"/>
                  </a:cubicBezTo>
                  <a:cubicBezTo>
                    <a:pt x="1" y="10134"/>
                    <a:pt x="2936" y="13061"/>
                    <a:pt x="6531" y="13061"/>
                  </a:cubicBezTo>
                  <a:cubicBezTo>
                    <a:pt x="10135" y="13061"/>
                    <a:pt x="13061" y="10134"/>
                    <a:pt x="13061" y="6530"/>
                  </a:cubicBezTo>
                  <a:cubicBezTo>
                    <a:pt x="13061" y="2935"/>
                    <a:pt x="10135" y="0"/>
                    <a:pt x="653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4" name="Google Shape;6224;p108"/>
            <p:cNvSpPr/>
            <p:nvPr/>
          </p:nvSpPr>
          <p:spPr>
            <a:xfrm>
              <a:off x="5629100" y="1771450"/>
              <a:ext cx="223050" cy="222375"/>
            </a:xfrm>
            <a:custGeom>
              <a:avLst/>
              <a:gdLst/>
              <a:ahLst/>
              <a:cxnLst/>
              <a:rect l="l" t="t" r="r" b="b"/>
              <a:pathLst>
                <a:path w="8922" h="8895" extrusionOk="0">
                  <a:moveTo>
                    <a:pt x="4436" y="1"/>
                  </a:moveTo>
                  <a:cubicBezTo>
                    <a:pt x="3664" y="1"/>
                    <a:pt x="2936" y="303"/>
                    <a:pt x="2382" y="848"/>
                  </a:cubicBezTo>
                  <a:cubicBezTo>
                    <a:pt x="1811" y="1419"/>
                    <a:pt x="1508" y="2195"/>
                    <a:pt x="1517" y="3007"/>
                  </a:cubicBezTo>
                  <a:cubicBezTo>
                    <a:pt x="1324" y="2809"/>
                    <a:pt x="1070" y="2680"/>
                    <a:pt x="820" y="2680"/>
                  </a:cubicBezTo>
                  <a:cubicBezTo>
                    <a:pt x="631" y="2680"/>
                    <a:pt x="443" y="2754"/>
                    <a:pt x="286" y="2927"/>
                  </a:cubicBezTo>
                  <a:cubicBezTo>
                    <a:pt x="1" y="3248"/>
                    <a:pt x="27" y="3730"/>
                    <a:pt x="348" y="4015"/>
                  </a:cubicBezTo>
                  <a:lnTo>
                    <a:pt x="1517" y="5077"/>
                  </a:lnTo>
                  <a:lnTo>
                    <a:pt x="1517" y="6897"/>
                  </a:lnTo>
                  <a:cubicBezTo>
                    <a:pt x="1517" y="7521"/>
                    <a:pt x="2061" y="8030"/>
                    <a:pt x="2677" y="8030"/>
                  </a:cubicBezTo>
                  <a:cubicBezTo>
                    <a:pt x="3025" y="8030"/>
                    <a:pt x="3346" y="8190"/>
                    <a:pt x="3542" y="8449"/>
                  </a:cubicBezTo>
                  <a:cubicBezTo>
                    <a:pt x="3756" y="8725"/>
                    <a:pt x="4095" y="8895"/>
                    <a:pt x="4443" y="8895"/>
                  </a:cubicBezTo>
                  <a:cubicBezTo>
                    <a:pt x="4809" y="8895"/>
                    <a:pt x="5166" y="8743"/>
                    <a:pt x="5389" y="8449"/>
                  </a:cubicBezTo>
                  <a:cubicBezTo>
                    <a:pt x="5585" y="8190"/>
                    <a:pt x="5915" y="8030"/>
                    <a:pt x="6254" y="8030"/>
                  </a:cubicBezTo>
                  <a:cubicBezTo>
                    <a:pt x="6259" y="8030"/>
                    <a:pt x="6265" y="8030"/>
                    <a:pt x="6270" y="8030"/>
                  </a:cubicBezTo>
                  <a:cubicBezTo>
                    <a:pt x="6879" y="8030"/>
                    <a:pt x="7414" y="7516"/>
                    <a:pt x="7414" y="6897"/>
                  </a:cubicBezTo>
                  <a:lnTo>
                    <a:pt x="7414" y="6709"/>
                  </a:lnTo>
                  <a:cubicBezTo>
                    <a:pt x="7414" y="6558"/>
                    <a:pt x="7296" y="6482"/>
                    <a:pt x="7177" y="6482"/>
                  </a:cubicBezTo>
                  <a:cubicBezTo>
                    <a:pt x="7059" y="6482"/>
                    <a:pt x="6941" y="6558"/>
                    <a:pt x="6941" y="6709"/>
                  </a:cubicBezTo>
                  <a:lnTo>
                    <a:pt x="6941" y="6897"/>
                  </a:lnTo>
                  <a:cubicBezTo>
                    <a:pt x="6941" y="6897"/>
                    <a:pt x="6633" y="7557"/>
                    <a:pt x="6270" y="7557"/>
                  </a:cubicBezTo>
                  <a:cubicBezTo>
                    <a:pt x="6268" y="7557"/>
                    <a:pt x="6266" y="7557"/>
                    <a:pt x="6263" y="7557"/>
                  </a:cubicBezTo>
                  <a:cubicBezTo>
                    <a:pt x="5772" y="7557"/>
                    <a:pt x="5309" y="7789"/>
                    <a:pt x="5023" y="8163"/>
                  </a:cubicBezTo>
                  <a:cubicBezTo>
                    <a:pt x="4889" y="8337"/>
                    <a:pt x="4682" y="8424"/>
                    <a:pt x="4474" y="8424"/>
                  </a:cubicBezTo>
                  <a:cubicBezTo>
                    <a:pt x="4267" y="8424"/>
                    <a:pt x="4060" y="8337"/>
                    <a:pt x="3926" y="8163"/>
                  </a:cubicBezTo>
                  <a:cubicBezTo>
                    <a:pt x="3631" y="7789"/>
                    <a:pt x="3167" y="7557"/>
                    <a:pt x="2677" y="7557"/>
                  </a:cubicBezTo>
                  <a:cubicBezTo>
                    <a:pt x="2320" y="7557"/>
                    <a:pt x="1990" y="7271"/>
                    <a:pt x="1990" y="6897"/>
                  </a:cubicBezTo>
                  <a:lnTo>
                    <a:pt x="1990" y="4979"/>
                  </a:lnTo>
                  <a:cubicBezTo>
                    <a:pt x="1990" y="4916"/>
                    <a:pt x="1963" y="4845"/>
                    <a:pt x="1910" y="4800"/>
                  </a:cubicBezTo>
                  <a:lnTo>
                    <a:pt x="661" y="3667"/>
                  </a:lnTo>
                  <a:cubicBezTo>
                    <a:pt x="536" y="3560"/>
                    <a:pt x="527" y="3373"/>
                    <a:pt x="634" y="3248"/>
                  </a:cubicBezTo>
                  <a:cubicBezTo>
                    <a:pt x="705" y="3182"/>
                    <a:pt x="778" y="3148"/>
                    <a:pt x="853" y="3148"/>
                  </a:cubicBezTo>
                  <a:cubicBezTo>
                    <a:pt x="921" y="3148"/>
                    <a:pt x="990" y="3175"/>
                    <a:pt x="1062" y="3230"/>
                  </a:cubicBezTo>
                  <a:lnTo>
                    <a:pt x="1597" y="3712"/>
                  </a:lnTo>
                  <a:cubicBezTo>
                    <a:pt x="1644" y="3753"/>
                    <a:pt x="1698" y="3771"/>
                    <a:pt x="1752" y="3771"/>
                  </a:cubicBezTo>
                  <a:cubicBezTo>
                    <a:pt x="1874" y="3771"/>
                    <a:pt x="1990" y="3676"/>
                    <a:pt x="1990" y="3533"/>
                  </a:cubicBezTo>
                  <a:lnTo>
                    <a:pt x="1990" y="2927"/>
                  </a:lnTo>
                  <a:cubicBezTo>
                    <a:pt x="1990" y="2267"/>
                    <a:pt x="2249" y="1642"/>
                    <a:pt x="2721" y="1178"/>
                  </a:cubicBezTo>
                  <a:cubicBezTo>
                    <a:pt x="3163" y="737"/>
                    <a:pt x="3749" y="489"/>
                    <a:pt x="4374" y="489"/>
                  </a:cubicBezTo>
                  <a:cubicBezTo>
                    <a:pt x="4406" y="489"/>
                    <a:pt x="4438" y="490"/>
                    <a:pt x="4470" y="491"/>
                  </a:cubicBezTo>
                  <a:lnTo>
                    <a:pt x="4488" y="456"/>
                  </a:lnTo>
                  <a:cubicBezTo>
                    <a:pt x="4488" y="456"/>
                    <a:pt x="5764" y="714"/>
                    <a:pt x="6227" y="1178"/>
                  </a:cubicBezTo>
                  <a:cubicBezTo>
                    <a:pt x="6691" y="1642"/>
                    <a:pt x="6950" y="2267"/>
                    <a:pt x="6968" y="2927"/>
                  </a:cubicBezTo>
                  <a:lnTo>
                    <a:pt x="6968" y="3533"/>
                  </a:lnTo>
                  <a:cubicBezTo>
                    <a:pt x="6955" y="3676"/>
                    <a:pt x="7072" y="3771"/>
                    <a:pt x="7192" y="3771"/>
                  </a:cubicBezTo>
                  <a:cubicBezTo>
                    <a:pt x="7245" y="3771"/>
                    <a:pt x="7299" y="3753"/>
                    <a:pt x="7343" y="3712"/>
                  </a:cubicBezTo>
                  <a:lnTo>
                    <a:pt x="7887" y="3230"/>
                  </a:lnTo>
                  <a:cubicBezTo>
                    <a:pt x="7941" y="3175"/>
                    <a:pt x="8014" y="3148"/>
                    <a:pt x="8087" y="3148"/>
                  </a:cubicBezTo>
                  <a:cubicBezTo>
                    <a:pt x="8168" y="3148"/>
                    <a:pt x="8250" y="3182"/>
                    <a:pt x="8306" y="3248"/>
                  </a:cubicBezTo>
                  <a:cubicBezTo>
                    <a:pt x="8413" y="3373"/>
                    <a:pt x="8404" y="3560"/>
                    <a:pt x="8279" y="3667"/>
                  </a:cubicBezTo>
                  <a:lnTo>
                    <a:pt x="7030" y="4800"/>
                  </a:lnTo>
                  <a:cubicBezTo>
                    <a:pt x="6977" y="4845"/>
                    <a:pt x="6941" y="4979"/>
                    <a:pt x="6941" y="4979"/>
                  </a:cubicBezTo>
                  <a:lnTo>
                    <a:pt x="6941" y="5460"/>
                  </a:lnTo>
                  <a:cubicBezTo>
                    <a:pt x="6941" y="5612"/>
                    <a:pt x="7059" y="5688"/>
                    <a:pt x="7177" y="5688"/>
                  </a:cubicBezTo>
                  <a:cubicBezTo>
                    <a:pt x="7296" y="5688"/>
                    <a:pt x="7414" y="5612"/>
                    <a:pt x="7414" y="5460"/>
                  </a:cubicBezTo>
                  <a:lnTo>
                    <a:pt x="7414" y="5077"/>
                  </a:lnTo>
                  <a:lnTo>
                    <a:pt x="8583" y="4015"/>
                  </a:lnTo>
                  <a:cubicBezTo>
                    <a:pt x="8886" y="3748"/>
                    <a:pt x="8922" y="3284"/>
                    <a:pt x="8681" y="2971"/>
                  </a:cubicBezTo>
                  <a:cubicBezTo>
                    <a:pt x="8526" y="2779"/>
                    <a:pt x="8304" y="2682"/>
                    <a:pt x="8079" y="2682"/>
                  </a:cubicBezTo>
                  <a:cubicBezTo>
                    <a:pt x="7888" y="2682"/>
                    <a:pt x="7695" y="2752"/>
                    <a:pt x="7539" y="2891"/>
                  </a:cubicBezTo>
                  <a:lnTo>
                    <a:pt x="7414" y="3007"/>
                  </a:lnTo>
                  <a:cubicBezTo>
                    <a:pt x="7423" y="2195"/>
                    <a:pt x="7120" y="1419"/>
                    <a:pt x="6549" y="848"/>
                  </a:cubicBezTo>
                  <a:cubicBezTo>
                    <a:pt x="5995" y="303"/>
                    <a:pt x="5276" y="1"/>
                    <a:pt x="4504" y="1"/>
                  </a:cubicBezTo>
                  <a:cubicBezTo>
                    <a:pt x="4492" y="1"/>
                    <a:pt x="4481" y="1"/>
                    <a:pt x="4470" y="1"/>
                  </a:cubicBezTo>
                  <a:cubicBezTo>
                    <a:pt x="4459" y="1"/>
                    <a:pt x="4448" y="1"/>
                    <a:pt x="443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3" name="Image 2">
            <a:extLst>
              <a:ext uri="{FF2B5EF4-FFF2-40B4-BE49-F238E27FC236}">
                <a16:creationId xmlns:a16="http://schemas.microsoft.com/office/drawing/2014/main" id="{3B54C145-227E-E091-6E11-720005B4C6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2056649" y="3515374"/>
            <a:ext cx="5392173" cy="11480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waii Interface for Marketing XL by Slidesgo">
  <a:themeElements>
    <a:clrScheme name="Simple Light">
      <a:dk1>
        <a:srgbClr val="548CC3"/>
      </a:dk1>
      <a:lt1>
        <a:srgbClr val="B6D6FF"/>
      </a:lt1>
      <a:dk2>
        <a:srgbClr val="3C3A55"/>
      </a:dk2>
      <a:lt2>
        <a:srgbClr val="FFFFFF"/>
      </a:lt2>
      <a:accent1>
        <a:srgbClr val="81A4D3"/>
      </a:accent1>
      <a:accent2>
        <a:srgbClr val="E1F0FF"/>
      </a:accent2>
      <a:accent3>
        <a:srgbClr val="518CDB"/>
      </a:accent3>
      <a:accent4>
        <a:srgbClr val="B7CCEE"/>
      </a:accent4>
      <a:accent5>
        <a:srgbClr val="B5C3D5"/>
      </a:accent5>
      <a:accent6>
        <a:srgbClr val="9AB4E9"/>
      </a:accent6>
      <a:hlink>
        <a:srgbClr val="403A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429</Words>
  <Application>Microsoft Office PowerPoint</Application>
  <PresentationFormat>Affichage à l'écran (16:9)</PresentationFormat>
  <Paragraphs>100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Gaegu</vt:lpstr>
      <vt:lpstr>Arial</vt:lpstr>
      <vt:lpstr>Varela Round</vt:lpstr>
      <vt:lpstr>Gaegu;300</vt:lpstr>
      <vt:lpstr>Kawaii Interface for Marketing XL by Slidesgo</vt:lpstr>
      <vt:lpstr>Reframe</vt:lpstr>
      <vt:lpstr>TABLE OF CONTENTS</vt:lpstr>
      <vt:lpstr>TABLE OF CONTENTS</vt:lpstr>
      <vt:lpstr>MEET ASATIR DIGITAL!</vt:lpstr>
      <vt:lpstr>PROBLEM</vt:lpstr>
      <vt:lpstr>—Prince Harry</vt:lpstr>
      <vt:lpstr>Let’s get real: STASTICS!</vt:lpstr>
      <vt:lpstr>market</vt:lpstr>
      <vt:lpstr>Listen up:STUDENTS &amp; PROS!</vt:lpstr>
      <vt:lpstr>USER PERSONA PROFILE</vt:lpstr>
      <vt:lpstr>solutions</vt:lpstr>
      <vt:lpstr>“Enough talk: FIXES!”</vt:lpstr>
      <vt:lpstr>technologies</vt:lpstr>
      <vt:lpstr>TECHNOLOGIES WE USED</vt:lpstr>
      <vt:lpstr>WHAT SETS US APART</vt:lpstr>
      <vt:lpstr>What Sets Us Apart</vt:lpstr>
      <vt:lpstr>DESKTOP SOFTWARE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benbrahimisraa</cp:lastModifiedBy>
  <cp:revision>2</cp:revision>
  <dcterms:modified xsi:type="dcterms:W3CDTF">2025-12-14T07:03:29Z</dcterms:modified>
</cp:coreProperties>
</file>